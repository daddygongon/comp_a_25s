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07" autoAdjust="0"/>
  </p:normalViewPr>
  <p:slideViewPr>
    <p:cSldViewPr snapToGrid="0">
      <p:cViewPr>
        <p:scale>
          <a:sx n="165" d="100"/>
          <a:sy n="165" d="100"/>
        </p:scale>
        <p:origin x="-4638" y="-25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18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396 789 8754 0 0,'11'3'9926'0'0,"1"7"-7964"0"0,3 3-1207 0 0,-7-10-621 0 0,0 0 1 0 0,0 0 0 0 0,0-1 0 0 0,1 0 0 0 0,-1-1-1 0 0,1 1 1 0 0,-1-2 0 0 0,1 1 0 0 0,-1-1 0 0 0,1-1 0 0 0,15-2-1 0 0,8-3 85 0 0,55-18 0 0 0,-65 17-58 0 0,-3-1-119 0 0,-1 0 0 0 0,0-1 0 0 0,-1-1 0 0 0,1-1 0 0 0,-2 0 0 0 0,0-2 0 0 0,17-15 0 0 0,-24 19-42 0 0,0 0 0 0 0,-1 0 0 0 0,0 0 0 0 0,0-1 0 0 0,-1 0 0 0 0,-1-1 0 0 0,0 0 0 0 0,0 0 0 0 0,-1 0 0 0 0,0-1 0 0 0,-1 1 0 0 0,5-25 0 0 0,-6 17 0 0 0,-1 0 0 0 0,-1 0 0 0 0,0 0 0 0 0,-1 0 0 0 0,-1 0 0 0 0,-1 0 0 0 0,-8-32 0 0 0,7 37-5 0 0,-1-1-1 0 0,-1 1 1 0 0,0 1 0 0 0,-1-1-1 0 0,-14-24 1 0 0,13 28 2 0 0,0 1-1 0 0,0 0 0 0 0,-1 1 1 0 0,0-1-1 0 0,0 2 1 0 0,-1-1-1 0 0,0 1 1 0 0,-11-7-1 0 0,-6-2-5 0 0,-1 2 0 0 0,0 1 0 0 0,-1 1 0 0 0,0 2-1 0 0,-1 0 1 0 0,-44-8 0 0 0,49 12 9 0 0,1 0 0 0 0,-22-12 0 0 0,-32-8 0 0 0,63 22-1 0 0,-1 1 0 0 0,1 1 0 0 0,0 0 0 0 0,-1 1 0 0 0,-14 1 0 0 0,21 1 8 0 0,-1 0 0 0 0,1 0 1 0 0,0 0-1 0 0,0 1 0 0 0,0 1 1 0 0,0-1-1 0 0,0 1 1 0 0,1 1-1 0 0,-1-1 0 0 0,-8 7 1 0 0,-3 3 2 0 0,1 1-1 0 0,1 0 1 0 0,0 2 0 0 0,1 0 0 0 0,1 0-1 0 0,0 2 1 0 0,1 0 0 0 0,1 0 0 0 0,1 1 0 0 0,1 1-1 0 0,-11 26 1 0 0,19-38-1 0 0,1 0-1 0 0,0 0 1 0 0,0 1 0 0 0,1-1-1 0 0,0 0 1 0 0,1 1 0 0 0,0 0-1 0 0,0-1 1 0 0,1 1 0 0 0,0-1-1 0 0,1 0 1 0 0,-1 1-1 0 0,6 13 1 0 0,4 8 44 0 0,2 0-1 0 0,20 35 1 0 0,-18-38-44 0 0,-6-9 80 0 0,1 0-1 0 0,0-1 1 0 0,1-1 0 0 0,1 0-1 0 0,1 0 1 0 0,1-1-1 0 0,0-1 1 0 0,26 21 0 0 0,-18-18-82 0 0,-11-8 51 0 0,0 0 0 0 0,17 9-1 0 0,-24-17-8 0 0,-1 1 0 0 0,0 0 0 0 0,0-1 0 0 0,1 0 0 0 0,-1 0 0 0 0,1 0 0 0 0,-1 0 0 0 0,1-1 0 0 0,-1 1 0 0 0,1-1 0 0 0,-1 0 0 0 0,1 0 0 0 0,-1 0 0 0 0,6-1 0 0 0,-8 0-10 0 0,1 0-1 0 0,0 1 1 0 0,-1-1 0 0 0,1 0 0 0 0,-1 0 0 0 0,0 0 0 0 0,1-1 0 0 0,-1 1 0 0 0,0 0 0 0 0,1 0 0 0 0,-1-1 0 0 0,0 1 0 0 0,0-1 0 0 0,0 1 0 0 0,0-1 0 0 0,0 1 0 0 0,0-3 0 0 0,0 3-117 0 0,0 0 0 0 0,-1-1 0 0 0,1 1 0 0 0,-1 0 0 0 0,0 0 0 0 0,1 0 0 0 0,-1-1 0 0 0,0 1 0 0 0,0 0 0 0 0,0-1 0 0 0,0 1 0 0 0,0 0 0 0 0,0 0 0 0 0,0-1 0 0 0,0 1 0 0 0,0 0 0 0 0,-1-1 1 0 0,1 1-1 0 0,0 0 0 0 0,-1 0 0 0 0,1 0 0 0 0,-1-1 0 0 0,1 1 0 0 0,-1 0 0 0 0,-1-1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20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49 7834 0 0,'2'-12'2860'0'0,"-1"9"-1931"0"0,-1-1 1 0 0,1 1-1 0 0,0 0 0 0 0,0-1 0 0 0,0 1 1 0 0,2-4-1 0 0,-3 7-771 0 0,1-1 0 0 0,-1 0 0 0 0,1 1 0 0 0,-1-1 0 0 0,1 0 0 0 0,0 1 0 0 0,-1-1 0 0 0,1 1 0 0 0,0-1 0 0 0,-1 1 0 0 0,1-1 0 0 0,0 1 0 0 0,-1 0 0 0 0,1-1 0 0 0,0 1 0 0 0,0 0 0 0 0,0 0 0 0 0,-1-1 0 0 0,1 1 0 0 0,0 0 0 0 0,0 0 0 0 0,0 0 0 0 0,0 0 0 0 0,-1 0 0 0 0,1 0 0 0 0,0 0 0 0 0,0 0 0 0 0,0 0 0 0 0,0 1 0 0 0,0-1 0 0 0,6 2-22 0 0,0-1 1 0 0,0-1-1 0 0,10 1 1 0 0,-11-1-108 0 0,0 0-1 0 0,1 1 1 0 0,-1-1 0 0 0,8 3-1 0 0,7 3 18 0 0,-12-4 17 0 0,1 0 0 0 0,-2 1-1 0 0,11 5 1 0 0,-16-6-50 0 0,0-1 1 0 0,0 1-1 0 0,0 0 1 0 0,0 0-1 0 0,-1 1 1 0 0,1-1-1 0 0,0 1 1 0 0,-1-1-1 0 0,0 1 1 0 0,0 0-1 0 0,4 6 1 0 0,-4-6-14 0 0,0 1 0 0 0,0 0 0 0 0,-1 0 0 0 0,1 0 0 0 0,-1 0 0 0 0,0 1 0 0 0,0-1 0 0 0,-1 0 0 0 0,1 0 0 0 0,-1 0 0 0 0,0 1 0 0 0,0-1 0 0 0,-1 5 0 0 0,0-3 0 0 0,0 1 0 0 0,-1-1 0 0 0,0 0 0 0 0,0 0 0 0 0,-1 0 0 0 0,1 0 0 0 0,-7 10 0 0 0,-4 2 0 0 0,-1 0 0 0 0,-1-1 0 0 0,-31 28 0 0 0,41-41 0 0 0,-8 10-58 0 0,-1-2-1 0 0,-1 0 1 0 0,0-1 0 0 0,0 0-1 0 0,-1-1 1 0 0,-19 8 0 0 0,33-18 63 0 0,-1 2 50 0 0,5-1 296 0 0,0-1-282 0 0,5 2-19 0 0,-1-2-1 0 0,1 1 1 0 0,-1-1-1 0 0,10 0 1 0 0,-11 0-43 0 0,0 0-1 0 0,-1 0 1 0 0,1 1 0 0 0,0-1-1 0 0,6 3 1 0 0,17 0 36 0 0,29-4-17 0 0,-32 0-11 0 0,0 0 0 0 0,0 2 1 0 0,0 1-1 0 0,-1 1 0 0 0,27 6 0 0 0,-36-6 7 0 0,9 2 20 0 0,-24-5-55 0 0,0 0 0 0 0,0 0 0 0 0,0-1 0 0 0,0 1 0 0 0,0 0-1 0 0,0-1 1 0 0,0 1 0 0 0,0 0 0 0 0,0-1 0 0 0,0 1 0 0 0,0 0 0 0 0,0-1 0 0 0,0 1 0 0 0,-1 0 0 0 0,1 0-1 0 0,0-1 1 0 0,0 1 0 0 0,0 0 0 0 0,0-1 0 0 0,-1 1 0 0 0,1 0 0 0 0,0 0 0 0 0,0 0 0 0 0,-1-1 0 0 0,1 1-1 0 0,0 0 1 0 0,0 0 0 0 0,-1 0 0 0 0,1-1 0 0 0,0 1 0 0 0,0 0 0 0 0,-1 0 0 0 0,0 0 0 0 0,-27-19-2485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22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310 739 2304 0 0,'4'8'1746'0'0,"-6"5"4984"0"0,2-13-6411 0 0,0 1-1 0 0,0-1 0 0 0,-1 1 1 0 0,1 0-1 0 0,0 0 0 0 0,0-1 1 0 0,0 1-1 0 0,0 0 0 0 0,0-1 1 0 0,0 1-1 0 0,0 0 0 0 0,0-1 1 0 0,0 1-1 0 0,0 0 0 0 0,0-1 1 0 0,0 1-1 0 0,1 0 0 0 0,-1-1 1 0 0,0 1-1 0 0,0 0 1 0 0,1-1-1 0 0,-1 1 0 0 0,0 0 1 0 0,1-1-1 0 0,-1 1 0 0 0,1-1 1 0 0,-1 1-1 0 0,1 0 0 0 0,13 9 1254 0 0,-7-4-1046 0 0,1 0 0 0 0,15 8 0 0 0,-20-12-487 0 0,1-1 1 0 0,0 1 0 0 0,-1-1-1 0 0,1 0 1 0 0,0 0-1 0 0,0 0 1 0 0,0-1-1 0 0,-1 1 1 0 0,1-1-1 0 0,5 0 1 0 0,8-1-6 0 0,0-1 1 0 0,-1 0-1 0 0,0-2 1 0 0,1 0-1 0 0,-1 0 0 0 0,-1-1 1 0 0,1-1-1 0 0,-1-1 1 0 0,0 0-1 0 0,0-1 1 0 0,-1-1-1 0 0,0 0 0 0 0,-1-1 1 0 0,0 0-1 0 0,0-1 1 0 0,-1 0-1 0 0,0-1 0 0 0,-1-1 1 0 0,13-19-1 0 0,-5 2-34 0 0,-2-1 0 0 0,16-37 0 0 0,-26 48 0 0 0,-1-1 0 0 0,0 0 0 0 0,2-24 0 0 0,-7 34-11 0 0,0-1 0 0 0,0 0 0 0 0,-1 1 0 0 0,-1-1 0 0 0,0 0 0 0 0,0 1 0 0 0,-2-1 0 0 0,1 1 0 0 0,-1 0 0 0 0,-1-1 0 0 0,0 2 0 0 0,-8-17 1 0 0,5 14-9 0 0,-1 0 0 0 0,0 1 0 0 0,-1 0 0 0 0,0 1 0 0 0,-1-1 1 0 0,0 2-1 0 0,-1-1 0 0 0,0 2 0 0 0,-17-13 0 0 0,-34-18-51 0 0,-74-37-1 0 0,128 74 71 0 0,1 0 0 0 0,-1 1 0 0 0,1 0 0 0 0,-1 0 0 0 0,0 1 0 0 0,0 0 0 0 0,0 0 0 0 0,0 1 0 0 0,0 0 0 0 0,0 0 0 0 0,-10 2 0 0 0,5-1 0 0 0,-34 0 0 0 0,28-1 0 0 0,-24 3 0 0 0,36-2 0 0 0,0 0 0 0 0,0 1 0 0 0,0 0 0 0 0,0 0 0 0 0,0 1 0 0 0,1 0 0 0 0,-7 3 0 0 0,-62 46 0 0 0,24-14 0 0 0,46-35 1 0 0,0 1 1 0 0,1 0-1 0 0,-1 0 0 0 0,1 0 0 0 0,0 0 0 0 0,0 1 1 0 0,1-1-1 0 0,-1 1 0 0 0,1 0 0 0 0,0 0 1 0 0,0 1-1 0 0,1-1 0 0 0,0 1 0 0 0,-1-1 1 0 0,2 1-1 0 0,-1 0 0 0 0,1-1 0 0 0,0 1 0 0 0,0 0 1 0 0,0 10-1 0 0,2 7 6 0 0,1 0 0 0 0,0 0 0 0 0,2 0 0 0 0,6 23 0 0 0,-2-9-4 0 0,-5-23-40 0 0,1 0-1 0 0,0 0 1 0 0,0-1 0 0 0,2 0-1 0 0,-1 0 1 0 0,2 0 0 0 0,0 0-1 0 0,14 18 1 0 0,28 32 37 0 0,35 50 0 0 0,-83-112 0 0 0,29 42 0 0 0,-27-39 0 0 0,0 0 0 0 0,1-1 0 0 0,-1 1 0 0 0,1-1 0 0 0,0 0 0 0 0,-1 0 0 0 0,1 0 0 0 0,7 3 0 0 0,-8-5 12 0 0,0-1 0 0 0,0 1 0 0 0,0-1 0 0 0,1 0 0 0 0,-1 0 0 0 0,0 0 0 0 0,0 0 0 0 0,0 0 0 0 0,1-1 0 0 0,-1 0 0 0 0,0 1 0 0 0,0-1 0 0 0,0 0 0 0 0,0 0 0 0 0,0-1 0 0 0,3-1 0 0 0,-4 1 242 0 0,-3 1-361 0 0,1 1 0 0 0,0-1 0 0 0,0 1 0 0 0,0 0-1 0 0,-1-1 1 0 0,1 1 0 0 0,0 0 0 0 0,0-1 0 0 0,-1 1 0 0 0,1 0 0 0 0,0-1-1 0 0,-1 1 1 0 0,1 0 0 0 0,0 0 0 0 0,-1-1 0 0 0,1 1 0 0 0,-1 0 0 0 0,1 0-1 0 0,0 0 1 0 0,-1-1 0 0 0,0 1 0 0 0,-15-7-7668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29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9365 0 920 0 0,'7'5'13270'0'0,"-11"2"-11846"0"0,0-1-3676 0 0,-10 12 2644 0 0,-1 0 1 0 0,-27 26 0 0 0,10-12 86 0 0,-203 196 689 0 0,187-187-1127 0 0,-1-2 0 0 0,-81 47 0 0 0,101-66-6 0 0,0 1 0 0 0,-30 29 0 0 0,-48 54 96 0 0,66-62-113 0 0,16-17-17 0 0,-170 156 51 0 0,78-94 296 0 0,-135 75 0 0 0,-90 37-273 0 0,-3-14-90 0 0,137-73-311 0 0,-26 13-646 0 0,-80 21 153 0 0,-8-19 700 0 0,128-52-2 0 0,-74 24-30 0 0,150-63 125 0 0,3 5 0 0 0,-216 109 0 0 0,63 7 50 0 0,7-4 378 0 0,37-18 323 0 0,-11 5 277 0 0,-25-25 137 0 0,167-77-589 0 0,-130 39 584 0 0,141-51-654 0 0,-128 58 0 0 0,74-12-192 0 0,-38 19-86 0 0,-8 2 292 0 0,-21 10-28 0 0,139-74-400 0 0,-221 113 396 0 0,195-89-394 0 0,-135 58 0 0 0,-13-5-4 0 0,183-83-64 0 0,-63 19 0 0 0,90-32 0 0 0,-28 8 5 0 0,-73 26 30 0 0,100-32-27 0 0,1 1 0 0 0,-38 24 0 0 0,-104 77-8 0 0,140-94-29 0 0,0-2 0 0 0,-2-2 0 0 0,0 0 1 0 0,-62 19-1 0 0,68-27 41 0 0,0 1 0 0 0,-50 25 0 0 0,-42 38 24 0 0,-34 19-36 0 0,135-83 51 0 0,-1-1 0 0 0,-26 7 0 0 0,28-10-9 0 0,1 1 0 0 0,0 0 0 0 0,0 2 0 0 0,-16 8 0 0 0,-175 127 416 0 0,201-138-444 0 0,4-3-10 0 0,0 0 0 0 0,0 0 1 0 0,0 0-1 0 0,-1 0 0 0 0,1 0 0 0 0,0 0 0 0 0,-1 0 0 0 0,1 0 0 0 0,-1-1 0 0 0,1 1 0 0 0,-1-1 0 0 0,1 1 0 0 0,-1-1 0 0 0,-2 1 0 0 0,3-1-9 0 0,5-3 63 0 0,11-6-204 0 0,0 1-1 0 0,-1-2 0 0 0,0 0 0 0 0,12-12 1 0 0,7-10-6624 0 0,-18 17-255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0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250 173 5985 0 0,'10'-16'3847'0'0,"-7"11"206"0"0,-6 16-1310 0 0,-4 7-1522 0 0,1-1 0 0 0,-2 0 0 0 0,-19 32 1 0 0,-13 14-1053 0 0,2 3 0 0 0,3 1 0 0 0,-31 85 0 0 0,34-78-169 0 0,88-81-696 0 0,-53 7 708 0 0,0-1 1 0 0,1 1 0 0 0,-1-1 0 0 0,1 1-1 0 0,-1 0 1 0 0,0 0 0 0 0,1 0 0 0 0,-1 1-1 0 0,0-1 1 0 0,1 1 0 0 0,-1 0 0 0 0,0 0 0 0 0,0 0-1 0 0,0 0 1 0 0,1 1 0 0 0,-1-1 0 0 0,0 1-1 0 0,-1 0 1 0 0,5 3 0 0 0,5 5 28 0 0,-1 0 0 0 0,0 1-1 0 0,12 14 1 0 0,10 10-51 0 0,-28-30 10 0 0,1-1 0 0 0,0 1 0 0 0,0-1 0 0 0,1 0 0 0 0,-1-1 0 0 0,1 1 0 0 0,0-1 0 0 0,0-1 0 0 0,0 1 0 0 0,0-1 0 0 0,0 0 0 0 0,8 0 0 0 0,-2-1 0 0 0,-1-1 0 0 0,1 0 0 0 0,-1 0 0 0 0,1-2 0 0 0,-1 1 0 0 0,17-6 0 0 0,13-3 0 0 0,0-2 0 0 0,58-25 0 0 0,-68 16 0 0 0,-32 21 0 0 0,0 0-1 0 0,0 0 1 0 0,0 0 0 0 0,0 0 0 0 0,0 0 0 0 0,0 0 0 0 0,0 0 0 0 0,1 0 0 0 0,-1 0 0 0 0,0 0-1 0 0,0 0 1 0 0,0 0 0 0 0,0 0 0 0 0,0 0 0 0 0,0 0 0 0 0,0 0 0 0 0,0 0 0 0 0,0 0 0 0 0,0 0-1 0 0,0 0 1 0 0,1 0 0 0 0,-1 0 0 0 0,0 0 0 0 0,0 0 0 0 0,0 0 0 0 0,0 0 0 0 0,0 1 0 0 0,0-1-1 0 0,0 0 1 0 0,0 0 0 0 0,0 0 0 0 0,0 0 0 0 0,0 0 0 0 0,0 0 0 0 0,0 0 0 0 0,0 0-1 0 0,0 0 1 0 0,0 0 0 0 0,0 0 0 0 0,0 1 0 0 0,0-1 0 0 0,0 0 0 0 0,0 0 0 0 0,0 0 0 0 0,0 0-1 0 0,0 0 1 0 0,0 0 0 0 0,0 0 0 0 0,0 0 0 0 0,0 0 0 0 0,0 0 0 0 0,0 1 0 0 0,0-1 0 0 0,0 0-1 0 0,0 0 1 0 0,-7 14 79 0 0,7-13-78 0 0,-10 10 82 0 0,10-11-82 0 0,0 1 0 0 0,-1-1 0 0 0,1 0 0 0 0,0 0 0 0 0,-1 0 1 0 0,1 0-1 0 0,0 0 0 0 0,-1 0 0 0 0,1 1 0 0 0,0-1 0 0 0,-1 0 1 0 0,1 0-1 0 0,0 0 0 0 0,-1 0 0 0 0,1 0 0 0 0,-1 0 0 0 0,1 0 1 0 0,0-1-1 0 0,-1 1 0 0 0,1 0 0 0 0,0 0 0 0 0,-1 0 0 0 0,1 0 0 0 0,0 0 1 0 0,-1 0-1 0 0,1-1 0 0 0,0 1 0 0 0,0 0 0 0 0,-1 0 0 0 0,1 0 1 0 0,0-1-1 0 0,-1 1 0 0 0,1 0 0 0 0,0-1 0 0 0,0 1 0 0 0,0 0 0 0 0,-1 0 1 0 0,1-1-1 0 0,0 1 0 0 0,0 0 0 0 0,0-1 0 0 0,0 1 0 0 0,0 0 1 0 0,-1-1-1 0 0,-3-7-1 0 0,-1 1 0 0 0,0 0 0 0 0,-10-10 0 0 0,-6-9 0 0 0,8 4 0 0 0,0 0 0 0 0,1-2 0 0 0,2 1 0 0 0,0-1 0 0 0,-8-35 0 0 0,-13-28-342 0 0,18 51-331 0 0,0 0 0 0 0,-8-44 0 0 0,15 36 114 0 0,-10-42-607 0 0,13 78 1019 0 0,0-1 0 0 0,0 1 0 0 0,0 0 0 0 0,-1 0 0 0 0,0 0-1 0 0,0 0 1 0 0,-10-11 0 0 0,11 16 135 0 0,0-1 0 0 0,0 1 0 0 0,0 1 0 0 0,0-1 0 0 0,-1 0 0 0 0,1 1 0 0 0,-1 0 0 0 0,1 0 0 0 0,-1 0 0 0 0,0 0 0 0 0,0 0 0 0 0,0 1 0 0 0,0 0 0 0 0,0-1 0 0 0,0 2 0 0 0,0-1 0 0 0,-6 0 0 0 0,10 1 16 0 0,0 0-1 0 0,0 0 1 0 0,0 0 0 0 0,-1 0-1 0 0,1 0 1 0 0,0 0 0 0 0,0 0-1 0 0,0 0 1 0 0,0 0 0 0 0,0 0-1 0 0,-1 0 1 0 0,1 0-1 0 0,0 0 1 0 0,0 0 0 0 0,0 0-1 0 0,0 0 1 0 0,0 0 0 0 0,0 0-1 0 0,-1 0 1 0 0,1-1-1 0 0,0 1 1 0 0,0 0 0 0 0,0 0-1 0 0,0 0 1 0 0,0 0 0 0 0,0 0-1 0 0,0 0 1 0 0,0 0 0 0 0,-1 0-1 0 0,1-1 1 0 0,0 1-1 0 0,0 0 1 0 0,0 0 0 0 0,0 0-1 0 0,0 0 1 0 0,0 0 0 0 0,0 0-1 0 0,0-1 1 0 0,0 1-1 0 0,3-6 53 0 0,6-5-51 0 0,5-4-51 0 0,-6 6-180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09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 6913 0 0,'7'-1'8364'0'0,"-12"11"-7543"0"0,1 1 0 0 0,0-1 0 0 0,0 1 0 0 0,1 0 0 0 0,-3 18 0 0 0,-4 15 89 0 0,-41 99 568 0 0,-7 25-824 0 0,57-167-641 0 0,0 4 59 0 0,-1 1 1 0 0,1-1-1 0 0,0 0 1 0 0,0 1-1 0 0,1-1 1 0 0,-1 0-1 0 0,1 1 0 0 0,0-1 1 0 0,2 10-1 0 0,5-39 727 0 0,-6 21-1039 0 0,-1-1-1 0 0,0 1 0 0 0,-1 0 1 0 0,1-1-1 0 0,0 1 0 0 0,-1-1 1 0 0,0 1-1 0 0,-2-6 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10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431 964 4633 0 0,'11'17'15364'0'0,"-8"-10"-11714"0"0,0-2-5302 0 0,26 37 3844 0 0,-23-31-1847 0 0,1-1-1 0 0,1 1 1 0 0,16 17 0 0 0,-21-25-289 0 0,1-1 1 0 0,-1 1 0 0 0,1 0 0 0 0,-1-1-1 0 0,1 0 1 0 0,0 0 0 0 0,0 0 0 0 0,0-1-1 0 0,0 1 1 0 0,0-1 0 0 0,0 0 0 0 0,0 0-1 0 0,0 0 1 0 0,1-1 0 0 0,7 1 0 0 0,24-3 45 0 0,-1-1 0 0 0,1-2 0 0 0,-1-1 0 0 0,-1-2 0 0 0,41-14 0 0 0,-58 16-102 0 0,-1-1 0 0 0,-1-1 0 0 0,1 0 0 0 0,-1-1 0 0 0,-1-1 0 0 0,1 0 0 0 0,-2-1 0 0 0,17-16 0 0 0,-12 7 0 0 0,0 0 0 0 0,-1-1 0 0 0,-1-1 0 0 0,22-40 0 0 0,-30 44-8 0 0,0 0 0 0 0,0-1 0 0 0,-2 0 0 0 0,0 0 0 0 0,-2 0 0 0 0,0-1 0 0 0,2-30 0 0 0,-4 15-8 0 0,-2 0 0 0 0,-1 0 0 0 0,-9-51 0 0 0,6 65 3 0 0,0-1 0 0 0,-1 1 0 0 0,-2 1 1 0 0,-17-40-1 0 0,18 48 6 0 0,-1 0 1 0 0,0 1 0 0 0,0 0-1 0 0,-2 0 1 0 0,1 1-1 0 0,-1 0 1 0 0,-1 0 0 0 0,0 1-1 0 0,-13-9 1 0 0,-156-91-57 0 0,161 99 62 0 0,-11-6 1 0 0,-62-31 0 0 0,80 43 0 0 0,1 0 0 0 0,-1 1 0 0 0,0 0 0 0 0,0 1 0 0 0,0 0 0 0 0,0 0 0 0 0,-12 1 0 0 0,-146 7 349 0 0,151-6-299 0 0,1 1-1 0 0,0 1 1 0 0,0 0-1 0 0,0 1 1 0 0,0 1 0 0 0,-19 8-1 0 0,25-8-9 0 0,1 0-1 0 0,-1 1 1 0 0,1 1-1 0 0,1-1 1 0 0,-1 2-1 0 0,1-1 1 0 0,0 1-1 0 0,0 1 1 0 0,1 0-1 0 0,-10 11 1 0 0,-94 131 141 0 0,109-145-181 0 0,0 0 0 0 0,0 1 0 0 0,1-1 0 0 0,-1 0 0 0 0,1 1 0 0 0,-2 10 0 0 0,-4 38 0 0 0,4-27 0 0 0,-5 26-679 0 0,-1 83-1 0 0,10-120 528 0 0,2 0-1 0 0,-1-1 1 0 0,2 1-1 0 0,0-1 1 0 0,1 0 0 0 0,9 21-1 0 0,2 0-54 0 0,27 46-1 0 0,-32-65 146 0 0,1 0 0 0 0,0-1 0 0 0,2 0 0 0 0,-1-1 0 0 0,2-1 0 0 0,0 0 0 0 0,1 0 0 0 0,0-2 0 0 0,1 0 0 0 0,27 16 0 0 0,-17-11-31 0 0,0 1 0 0 0,-2 1 0 0 0,0 1 0 0 0,27 29 0 0 0,-45-44 51 0 0,-1 0 0 0 0,2 0-1 0 0,-1 0 1 0 0,8 3 0 0 0,-12-6-18 0 0,1-1 0 0 0,0 1 1 0 0,-1-1-1 0 0,1 0 0 0 0,0 0 1 0 0,-1 0-1 0 0,1-1 0 0 0,0 1 1 0 0,0-1-1 0 0,0 1 0 0 0,0-1 1 0 0,-1 0-1 0 0,1 0 0 0 0,4 0 1 0 0,-7-1-271 0 0,3 1-130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12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5 291 9218 0 0,'0'-2'12381'0'0,"-3"-5"-13454"0"0,1 1 2240 0 0,3 4-1094 0 0,0 0 0 0 0,0 0 0 0 0,0 1 1 0 0,0-1-1 0 0,0 0 0 0 0,0 0 0 0 0,0 1 1 0 0,1-1-1 0 0,-1 1 0 0 0,0-1 0 0 0,1 1 1 0 0,2-2-1 0 0,8-7-68 0 0,2 0 0 0 0,-1 2 0 0 0,27-13-1 0 0,13-9-7 0 0,-29 15 33 0 0,1 2-1 0 0,1 0 1 0 0,0 2 0 0 0,0 1-1 0 0,1 1 1 0 0,36-8 0 0 0,217-41 66 0 0,-200 46-48 0 0,123-3 0 0 0,270 16-123 0 0,-356-3 27 0 0,431 12-397 0 0,-194 28 725 0 0,-4 31 0 0 0,-146-6-248 0 0,-154-44-16 0 0,93 51 0 0 0,-84-36-16 0 0,116 48 0 0 0,-144-71 16 0 0,-1 2 1 0 0,0 1-1 0 0,-1 2 0 0 0,-1 0 0 0 0,0 2 1 0 0,-2 1-1 0 0,0 1 0 0 0,45 46 1 0 0,-55-49 10 0 0,5 7 18 0 0,45 38 0 0 0,-54-53-46 0 0,21 11-1 0 0,-25-16 57 0 0,0 1-1 0 0,0-1 1 0 0,-1 1-1 0 0,0 1 1 0 0,0-1 0 0 0,0 1-1 0 0,-1 0 1 0 0,8 10-1 0 0,0 4 9 0 0,-3-4-27 0 0,19 22 0 0 0,-25-33-27 0 0,0 0 0 0 0,0-1 1 0 0,1 1-1 0 0,-1-1 0 0 0,1-1 1 0 0,0 1-1 0 0,0-1 0 0 0,7 3 1 0 0,-7-2 60 0 0,-15-10-15 0 0,-53-34-1913 0 0,55 36 1012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13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1 456 0 0,'-1'5'1798'0'0,"1"-3"-658"0"0,-1 0 0 0 0,1-1 0 0 0,0 1 0 0 0,0 0 0 0 0,0 0 0 0 0,0-1 0 0 0,1 1 0 0 0,-1 0 0 0 0,1 3 0 0 0,5 6 1121 0 0,31 35 801 0 0,-24-30-2284 0 0,-1 0 0 0 0,22 35 0 0 0,-19-22-605 0 0,-2 2-1 0 0,0-1 0 0 0,-2 2 0 0 0,13 59 1 0 0,-23-87-172 0 0,-1 0 0 0 0,1 0 0 0 0,-1 1 0 0 0,0-1-1 0 0,0 0 1 0 0,-1 0 0 0 0,1 1 0 0 0,-1-1 0 0 0,0 0 0 0 0,0 0 0 0 0,0 0 0 0 0,0 0 0 0 0,-1 0 0 0 0,0 0 0 0 0,0 0 0 0 0,0-1 0 0 0,0 1 0 0 0,-1-1 0 0 0,1 1 0 0 0,-1-1 0 0 0,0 0-1 0 0,0 0 1 0 0,0 0 0 0 0,0 0 0 0 0,0-1 0 0 0,-1 1 0 0 0,1-1 0 0 0,-1 0 0 0 0,0 0 0 0 0,0 0 0 0 0,0 0 0 0 0,0-1 0 0 0,0 0 0 0 0,0 0 0 0 0,0 0 0 0 0,0 0 0 0 0,0 0 0 0 0,0-1 0 0 0,-1 0-1 0 0,-3 0 1 0 0,2 0-16 0 0,1-1 0 0 0,0 0 0 0 0,0 0 0 0 0,0-1 0 0 0,0 1 0 0 0,0-1 0 0 0,0 0 0 0 0,0 0-1 0 0,-7-5 1 0 0,7 4 3 0 0,1 0-1 0 0,-1 1 0 0 0,0 0 0 0 0,0 0 0 0 0,0 0 1 0 0,0 0-1 0 0,0 1 0 0 0,-1 0 0 0 0,-8-1 1 0 0,-10 2 12 0 0,1 1 0 0 0,-36 7 0 0 0,49-6 0 0 0,0 0 0 0 0,0 1 0 0 0,0 0 0 0 0,1 1 0 0 0,-1 0 0 0 0,1 1 0 0 0,0 0 0 0 0,-10 7 0 0 0,14-5 384 0 0,5-6-111 0 0,2-5-130 0 0,-1 4-107 0 0,-1-3-258 0 0,0-8-1399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7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57 109 9218 0 0,'-28'2'8194'0'0,"-1"0"-3652"0"0,29-2-4516 0 0,0 0 0 0 0,1 1 0 0 0,-1-1 0 0 0,0 0 0 0 0,0 0-1 0 0,0 0 1 0 0,0 0 0 0 0,0 0 0 0 0,0 0 0 0 0,1 0 0 0 0,-1 0 0 0 0,0 0 0 0 0,0 0 0 0 0,0 0 0 0 0,0 1 0 0 0,0-1-1 0 0,0 0 1 0 0,0 0 0 0 0,0 0 0 0 0,0 0 0 0 0,0 0 0 0 0,1 0 0 0 0,-1 1 0 0 0,0-1 0 0 0,0 0 0 0 0,0 0 0 0 0,0 0-1 0 0,0 0 1 0 0,0 0 0 0 0,0 1 0 0 0,0-1 0 0 0,0 0 0 0 0,0 0 0 0 0,0 0 0 0 0,0 0 0 0 0,0 0 0 0 0,0 1 0 0 0,0-1-1 0 0,0 0 1 0 0,-1 0 0 0 0,1 0 0 0 0,0 0 0 0 0,0 0 0 0 0,0 0 0 0 0,0 1 0 0 0,0-1 0 0 0,0 0 0 0 0,0 0 0 0 0,0 0-1 0 0,0 0 1 0 0,0 0 0 0 0,-1 0 0 0 0,1 0 0 0 0,0 0 0 0 0,0 1 0 0 0,9 0 50 0 0,0 0 1 0 0,0 0-1 0 0,0-1 1 0 0,0 0-1 0 0,0 0 1 0 0,-1-1-1 0 0,1 0 1 0 0,0-1-1 0 0,15-4 1 0 0,11-5 9 0 0,35-18-1 0 0,-35 14-39 0 0,66-27-96 0 0,-85 31-89 0 0,-14 7-239 0 0,-12 5-214 0 0,7 0 366 0 0,0 0 0 0 0,1 0 0 0 0,-1 0-1 0 0,1 0 1 0 0,-1 0 0 0 0,1 1 0 0 0,0-1 0 0 0,-3 3 0 0 0,-6 4-1899 0 0,1-2-4860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7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1840 0 0,'12'6'14734'0'0,"-13"71"-11600"0"0,1 5-1982 0 0,-38 171-399 0 0,37-246-759 0 0,-2 6 15 0 0,11-25-115 0 0,-5 6-565 0 0,-1-1 0 0 0,1 0 0 0 0,-1 0 0 0 0,2-12 0 0 0,-2 10-5914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7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1376 0 0,'0'-14'15124'0'0,"6"11"-14495"0"0,-1 0 0 0 0,1 0 0 0 0,0 1 0 0 0,0 0 0 0 0,0 0 0 0 0,1 0 0 0 0,10-1 0 0 0,-8 2-392 0 0,0-1 1 0 0,0-1-1 0 0,-1 1 1 0 0,13-7 0 0 0,-19 9-237 0 0,41-21 47 0 0,-40 20-46 0 0,0 0 1 0 0,0 0-1 0 0,1 0 0 0 0,-1 0 1 0 0,1 0-1 0 0,-1 1 0 0 0,1 0 1 0 0,-1 0-1 0 0,1 0 0 0 0,-1 0 1 0 0,5 1-1 0 0,-1 7-5309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8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3225 0 0,'11'7'19835'0'0,"-5"-10"-17525"0"0,3-1-5597 0 0,26-9 4137 0 0,1-1-610 0 0,0 2 1 0 0,0 1-1 0 0,39-6 0 0 0,-49 16-658 0 0,-16 1-2842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8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3745 0 0,'2'0'523'0'0,"-1"-1"1"0"0,1 1-1 0 0,-1-1 1 0 0,1 1-1 0 0,-1 0 0 0 0,1-1 1 0 0,0 1-1 0 0,-1 0 1 0 0,1 0-1 0 0,-1 0 1 0 0,1 0-1 0 0,0 0 1 0 0,-1 1-1 0 0,1-1 1 0 0,-1 0-1 0 0,1 1 0 0 0,-1-1 1 0 0,1 1-1 0 0,-1 0 1 0 0,1-1-1 0 0,-1 1 1 0 0,1 0-1 0 0,-1 0 1 0 0,0 0-1 0 0,2 1 0 0 0,4 4 658 0 0,-1 1 0 0 0,0-1 0 0 0,9 12 0 0 0,-2-1-937 0 0,-11-16-236 0 0,15 17 270 0 0,19 17 0 0 0,-30-30-225 0 0,0-1 0 0 0,0 0 0 0 0,1 1-1 0 0,-1-2 1 0 0,1 1 0 0 0,0-1 0 0 0,13 4 0 0 0,-19-7-73 0 0,-1 1 0 0 0,1-1 0 0 0,0 0 1 0 0,0 1-1 0 0,0-1 0 0 0,0 0 0 0 0,-1 0 0 0 0,1 0 0 0 0,0 0 0 0 0,0 0 0 0 0,0 0 1 0 0,0 0-1 0 0,0 0 0 0 0,-1 0 0 0 0,1-1 0 0 0,0 1 0 0 0,0 0 0 0 0,0 0 1 0 0,0-1-1 0 0,-1 1 0 0 0,1 0 0 0 0,0-1 0 0 0,0 1 0 0 0,-1-1 0 0 0,1 1 1 0 0,0-1-1 0 0,-1 0 0 0 0,1 1 0 0 0,0-1 0 0 0,0-1 0 0 0,-1 1-79 0 0,0 1-1 0 0,1-1 0 0 0,-1 0 1 0 0,0 0-1 0 0,0 0 0 0 0,0 0 1 0 0,0 0-1 0 0,0 0 0 0 0,0 0 1 0 0,0 0-1 0 0,-1 0 0 0 0,1 0 1 0 0,0 1-1 0 0,0-1 0 0 0,-1 0 1 0 0,1 0-1 0 0,-1 0 0 0 0,1 0 1 0 0,-1 1-1 0 0,1-1 0 0 0,-1 0 1 0 0,1 0-1 0 0,-1 1 0 0 0,1-1 1 0 0,-1 0-1 0 0,0 1 0 0 0,0-1 1 0 0,0 0-1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8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30 3681 0 0,'2'-2'560'0'0,"0"1"0"0"0,-1-1 0 0 0,1 0 0 0 0,-1 0 0 0 0,0 0 1 0 0,0 0-1 0 0,0 0 0 0 0,0 0 0 0 0,0 0 0 0 0,0-1 0 0 0,0 1 0 0 0,0-3 0 0 0,-1 5-491 0 0,0 0-1 0 0,0 0 0 0 0,0 0 0 0 0,0 0 0 0 0,-1 0 0 0 0,1 0 1 0 0,0 0-1 0 0,0 0 0 0 0,0 0 0 0 0,0 0 0 0 0,0-1 0 0 0,0 1 1 0 0,0 0-1 0 0,-1 0 0 0 0,1 0 0 0 0,0 0 0 0 0,0 0 0 0 0,0 0 1 0 0,0 0-1 0 0,0 0 0 0 0,0 0 0 0 0,-1 0 0 0 0,1 0 1 0 0,0 0-1 0 0,0 0 0 0 0,0 0 0 0 0,0 0 0 0 0,0 0 0 0 0,0 1 1 0 0,0-1-1 0 0,-1 0 0 0 0,1 0 0 0 0,0 0 0 0 0,0 0 0 0 0,0 0 1 0 0,0 0-1 0 0,0 0 0 0 0,0 0 0 0 0,0 0 0 0 0,0 0 1 0 0,0 0-1 0 0,-1 1 0 0 0,1-1 0 0 0,0 0 0 0 0,0 0 0 0 0,0 0 1 0 0,0 0-1 0 0,0 0 0 0 0,0 0 0 0 0,0 0 0 0 0,0 0 0 0 0,0 1 1 0 0,0-1-1 0 0,-7 6 885 0 0,-57 80 2813 0 0,-19 25-2829 0 0,79-106-1458 0 0,-10 12 1573 0 0,9-7-2562 0 0,4-3-3711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9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3225 0 0,'8'0'8879'0'0,"16"206"-1084"0"0,-19-119-6655 0 0,-9 146-1 0 0,2-207-1087 0 0,1-8 21 0 0,1-16-13 0 0,0-8 22 0 0,2-29-395 0 0,-1 28-79 0 0,-1 0 0 0 0,0-1 0 0 0,0-7 0 0 0,-2 3-672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39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4145 0 0,'7'-6'677'0'0,"-1"1"0"0"0,1-1 0 0 0,1 1 0 0 0,-1 1 1 0 0,0-1-1 0 0,1 1 0 0 0,0 0 0 0 0,0 1 0 0 0,0 0 0 0 0,1 0 0 0 0,12-2 0 0 0,-17 5-385 0 0,0-1 0 0 0,1 1 0 0 0,-1 0 0 0 0,0 0 0 0 0,0 0 0 0 0,0 1 0 0 0,1-1 0 0 0,-1 1 0 0 0,0 0 0 0 0,0 0 0 0 0,5 2 0 0 0,-6-1-139 0 0,0-1-1 0 0,0 1 1 0 0,-1 0 0 0 0,1 0 0 0 0,0 0 0 0 0,-1 0-1 0 0,0 1 1 0 0,1-1 0 0 0,-1 1 0 0 0,0-1 0 0 0,0 1-1 0 0,0 0 1 0 0,-1 0 0 0 0,1-1 0 0 0,2 7 0 0 0,-3-4-42 0 0,1-1-1 0 0,-1 0 1 0 0,0 0 0 0 0,0 0 0 0 0,-1 1 0 0 0,1-1 0 0 0,-1 0 0 0 0,0 1 0 0 0,0-1 0 0 0,-1 0 0 0 0,1 1 0 0 0,-1-1 0 0 0,0 0 0 0 0,0 0 0 0 0,0 1 0 0 0,-1-1 0 0 0,1 0 0 0 0,-1 0 0 0 0,0 0 0 0 0,0-1 0 0 0,0 1 0 0 0,-1 0 0 0 0,1-1 0 0 0,-1 0 0 0 0,-6 6 0 0 0,6-6-107 0 0,0-1 1 0 0,0 1 0 0 0,0-1 0 0 0,0 0 0 0 0,-1 0 0 0 0,1 0 0 0 0,-1 0 0 0 0,1-1 0 0 0,-1 1 0 0 0,0-1 0 0 0,0 0-1 0 0,1 0 1 0 0,-1-1 0 0 0,0 1 0 0 0,0-1 0 0 0,0 0 0 0 0,0 0 0 0 0,0 0 0 0 0,0 0 0 0 0,1 0 0 0 0,-1-1 0 0 0,0 0-1 0 0,0 0 1 0 0,0 0 0 0 0,1 0 0 0 0,-1-1 0 0 0,0 0 0 0 0,-5-3 0 0 0,-2-5-1052 0 0,7 1-4173 0 0,3 1-1221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0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1840 0 0,'1'0'261'0'0,"0"0"0"0"0,1 1 0 0 0,-1-1 0 0 0,0 1 0 0 0,0-1 0 0 0,0 1 0 0 0,0-1 0 0 0,0 1 0 0 0,0 0 0 0 0,0-1 0 0 0,0 1 0 0 0,-1 0 0 0 0,1 0 0 0 0,0-1 0 0 0,0 1 0 0 0,-1 0 0 0 0,1 0 0 0 0,0 0 0 0 0,-1 0 0 0 0,1 0 0 0 0,-1 0 0 0 0,1 0 0 0 0,-1 1 0 0 0,1-1 0 0 0,-1 1 0 0 0,2 3 440 0 0,-1-1 1 0 0,0 1-1 0 0,0 0 1 0 0,0-1-1 0 0,-1 7 1 0 0,-1 10 911 0 0,-1-1-1 0 0,-5 23 1 0 0,-2 10-215 0 0,3 19-607 0 0,3 0 1 0 0,4 0 0 0 0,2 0-1 0 0,14 74 1 0 0,-14-129-701 0 0,-1-2 45 0 0,2 27 0 0 0,-4-38-125 0 0,1-9-6 0 0,-1-9-27 0 0,-2-11 101 0 0,1 13-1341 0 0,-1-1-4792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0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56 456 0 0,'1'0'195'0'0,"0"-1"0"0"0,0 0 0 0 0,0 1 0 0 0,0-1 0 0 0,0 0 0 0 0,0 0 0 0 0,0 0 0 0 0,-1 0 0 0 0,1 0 0 0 0,0 0 0 0 0,0 0 0 0 0,-1 0 0 0 0,1-1 0 0 0,-1 1 0 0 0,1 0 0 0 0,-1 0 0 0 0,1 0 0 0 0,-1-1 0 0 0,0 1 0 0 0,0 0 0 0 0,1 0 0 0 0,-1-1 0 0 0,0 1 0 0 0,0 0 0 0 0,0-1 0 0 0,-1-1 0 0 0,1 2-47 0 0,0 0-1 0 0,0 0 1 0 0,0 0 0 0 0,0 0-1 0 0,0 0 1 0 0,0 0-1 0 0,0 1 1 0 0,0-1 0 0 0,0 0-1 0 0,-1 0 1 0 0,1 0 0 0 0,0 0-1 0 0,-1 0 1 0 0,1 0-1 0 0,-1 1 1 0 0,1-1 0 0 0,-1 0-1 0 0,1 0 1 0 0,-1 1-1 0 0,1-1 1 0 0,-1 0 0 0 0,0 1-1 0 0,1-1 1 0 0,-1 0-1 0 0,0 1 1 0 0,0-1 0 0 0,0 1-1 0 0,1-1 1 0 0,-1 1 0 0 0,0 0-1 0 0,0-1 1 0 0,0 1-1 0 0,0 0 1 0 0,0 0 0 0 0,0-1-1 0 0,0 1 1 0 0,-1 0-1 0 0,-1 0 139 0 0,1 1 0 0 0,-1-1 0 0 0,0 1 0 0 0,1 0 0 0 0,-1 0-1 0 0,1-1 1 0 0,0 2 0 0 0,-1-1 0 0 0,1 0 0 0 0,0 0 0 0 0,-1 1-1 0 0,1-1 1 0 0,0 1 0 0 0,0 0 0 0 0,0 0 0 0 0,0-1-1 0 0,1 1 1 0 0,-1 1 0 0 0,-2 2 0 0 0,2-1-131 0 0,0 1 1 0 0,0-1-1 0 0,1 1 1 0 0,-1 0-1 0 0,1-1 1 0 0,0 1-1 0 0,1 0 1 0 0,-1 0-1 0 0,1 0 1 0 0,0 4-1 0 0,0 4 202 0 0,1 1-1 0 0,0-1 1 0 0,4 20-1 0 0,-4-30-346 0 0,-1 0-1 0 0,1 0 1 0 0,0-1-1 0 0,0 1 0 0 0,0 0 1 0 0,0 0-1 0 0,1-1 1 0 0,-1 1-1 0 0,1 0 1 0 0,-1-1-1 0 0,1 0 1 0 0,0 1-1 0 0,0-1 0 0 0,0 0 1 0 0,0 0-1 0 0,0 0 1 0 0,1 0-1 0 0,-1 0 1 0 0,1-1-1 0 0,-1 1 1 0 0,6 2-1 0 0,-6-4 4 0 0,0 0 0 0 0,0 0-1 0 0,0 1 1 0 0,0-1 0 0 0,0 0 0 0 0,0-1-1 0 0,0 1 1 0 0,0 0 0 0 0,0-1 0 0 0,0 1-1 0 0,0-1 1 0 0,0 1 0 0 0,0-1 0 0 0,0 0-1 0 0,0 0 1 0 0,0 0 0 0 0,0 0 0 0 0,-1 0 0 0 0,1 0-1 0 0,0-1 1 0 0,-1 1 0 0 0,1-1 0 0 0,1-1-1 0 0,1-2 5 0 0,0 0-1 0 0,0 1 1 0 0,-1-1-1 0 0,0 0 1 0 0,0-1-1 0 0,5-9 0 0 0,-6 8-19 0 0,0 1-1 0 0,0-1 0 0 0,-1 0 0 0 0,0 1 0 0 0,1-11 1 0 0,-2 14-8 0 0,0 1 0 0 0,0 0 1 0 0,0 0-1 0 0,0 0 1 0 0,0 0-1 0 0,0 0 0 0 0,-1 0 1 0 0,1 0-1 0 0,-1 0 1 0 0,1 0-1 0 0,-1 0 0 0 0,0 0 1 0 0,0 0-1 0 0,0 0 1 0 0,0 1-1 0 0,0-1 0 0 0,0 0 1 0 0,-1 0-1 0 0,1 1 1 0 0,0-1-1 0 0,-4-2 0 0 0,4 4-136 0 0,-1 0-1 0 0,1 0 1 0 0,-1 0-1 0 0,1 0 1 0 0,0 0-1 0 0,-1 0 0 0 0,1 1 1 0 0,-1-1-1 0 0,1 0 1 0 0,-1 1-1 0 0,1-1 1 0 0,0 1-1 0 0,-1-1 0 0 0,1 1 1 0 0,0 0-1 0 0,0-1 1 0 0,-3 3-1 0 0,-1-1-1163 0 0,2 0 149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1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80 456 0 0,'2'-2'499'0'0,"1"0"0"0"0,0-1 1 0 0,-1 1-1 0 0,1-1 0 0 0,-1 1 0 0 0,0-1 0 0 0,0 0 0 0 0,0 0 0 0 0,0 0 1 0 0,0-1-1 0 0,-1 1 0 0 0,0 0 0 0 0,1-1 0 0 0,-1 1 0 0 0,0 0 0 0 0,0-5 1 0 0,4-9 720 0 0,-5 17-1156 0 0,0 0-1 0 0,0-1 1 0 0,0 1-1 0 0,0-1 1 0 0,0 1-1 0 0,1 0 1 0 0,-1-1-1 0 0,0 1 1 0 0,0-1-1 0 0,0 1 1 0 0,1 0-1 0 0,-1-1 1 0 0,0 1-1 0 0,0 0 1 0 0,1-1-1 0 0,-1 1 1 0 0,0 0-1 0 0,1 0 1 0 0,-1-1-1 0 0,0 1 1 0 0,1 0-1 0 0,-1 0 1 0 0,0 0-1 0 0,1-1 1 0 0,-1 1-1 0 0,1 0 1 0 0,-1 0-1 0 0,0 0 1 0 0,1 0-1 0 0,0 0 76 0 0,0 0 0 0 0,0 0 0 0 0,-1 1 0 0 0,1-1 0 0 0,0 0 0 0 0,0 1 0 0 0,-1-1 0 0 0,1 1 0 0 0,-1-1 0 0 0,1 0 0 0 0,0 1 0 0 0,-1 0 0 0 0,1-1 0 0 0,0 2 0 0 0,1 1 388 0 0,1 0 0 0 0,-1 0 1 0 0,0 0-1 0 0,0 1 0 0 0,2 4 1 0 0,36 134 2299 0 0,-35-119-2760 0 0,-1 0 0 0 0,-2 0-1 0 0,0 1 1 0 0,-2 28-1 0 0,-3-35 243 0 0,2-16 53 0 0,0-11-136 0 0,2-9-93 0 0,1-1 1 0 0,1 1 0 0 0,0-1 0 0 0,13-35 0 0 0,-12 44-129 0 0,0 1 0 0 0,1 0 0 0 0,0 1 0 0 0,1 0 0 0 0,0-1 0 0 0,1 2 0 0 0,0-1 0 0 0,0 1 0 0 0,0 0 0 0 0,1 0 0 0 0,1 1 0 0 0,-1 0 0 0 0,1 1 0 0 0,16-10 0 0 0,-24 16-1 0 0,-1 0 1 0 0,0 0-1 0 0,1-1 1 0 0,-1 1-1 0 0,0 0 0 0 0,0 0 1 0 0,1 0-1 0 0,-1 0 1 0 0,0-1-1 0 0,1 1 1 0 0,-1 0-1 0 0,0 0 1 0 0,1 0-1 0 0,-1 0 1 0 0,1 0-1 0 0,-1 0 1 0 0,0 0-1 0 0,1 0 0 0 0,-1 0 1 0 0,0 0-1 0 0,1 0 1 0 0,-1 0-1 0 0,0 0 1 0 0,1 0-1 0 0,-1 1 1 0 0,0-1-1 0 0,1 0 1 0 0,-1 0-1 0 0,0 0 0 0 0,1 0 1 0 0,-1 1-1 0 0,0-1 1 0 0,0 0-1 0 0,1 0 1 0 0,-1 0-1 0 0,0 1 1 0 0,0-1-1 0 0,1 0 1 0 0,-1 1-1 0 0,0-1 1 0 0,0 0-1 0 0,0 0 0 0 0,0 1 1 0 0,1-1-1 0 0,-1 0 1 0 0,0 1-1 0 0,0-1 1 0 0,0 0-1 0 0,0 1 1 0 0,0-1-1 0 0,0 0 1 0 0,0 1-1 0 0,0 0-254 0 0,0 1 1 0 0,0-1-1 0 0,0 0 0 0 0,0 0 1 0 0,0 0-1 0 0,0 0 1 0 0,-1 0-1 0 0,1 0 0 0 0,0 0 1 0 0,-1 0-1 0 0,1 0 0 0 0,-1 0 1 0 0,1 0-1 0 0,-1 0 0 0 0,1 0 1 0 0,-2 1-1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1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13 142 3225 0 0,'3'1'645'0'0,"0"1"0"0"0,0-1 1 0 0,0 0-1 0 0,1 0 1 0 0,-1 0-1 0 0,0 0 0 0 0,1-1 1 0 0,-1 1-1 0 0,0-1 0 0 0,4 0 1 0 0,16-3 5113 0 0,-7-2-4673 0 0,-15 5-1138 0 0,19-5 1046 0 0,-1 0-230 0 0,-1-1 0 0 0,21-8 0 0 0,-35 13-693 0 0,0-1 0 0 0,0 0 0 0 0,0 0 0 0 0,-1-1-1 0 0,1 1 1 0 0,-1-1 0 0 0,1 0 0 0 0,-1 0 0 0 0,0 0 0 0 0,0 0-1 0 0,0 0 1 0 0,0-1 0 0 0,-1 1 0 0 0,1-1 0 0 0,1-4 0 0 0,-3 7-74 0 0,-1-1 1 0 0,1 0 0 0 0,-1 1 0 0 0,1-1-1 0 0,-1 0 1 0 0,0 0 0 0 0,0 1 0 0 0,1-1-1 0 0,-1 0 1 0 0,0 0 0 0 0,-1 1 0 0 0,1-1-1 0 0,0 0 1 0 0,0 0 0 0 0,-1 1 0 0 0,1-1-1 0 0,-1 0 1 0 0,0 1 0 0 0,1-1 0 0 0,-1 0 0 0 0,0 1-1 0 0,0-1 1 0 0,0 1 0 0 0,0 0 0 0 0,0-1-1 0 0,0 1 1 0 0,0 0 0 0 0,-1-1 0 0 0,-2-1-1 0 0,2 2-97 0 0,0-1-1 0 0,-1 0 0 0 0,0 1 1 0 0,1 0-1 0 0,-1-1 0 0 0,0 1 1 0 0,0 0-1 0 0,1 1 0 0 0,-1-1 1 0 0,0 0-1 0 0,0 1 0 0 0,0 0 1 0 0,0-1-1 0 0,0 1 0 0 0,0 0 1 0 0,0 1-1 0 0,-3 0 1 0 0,-5 1-63 0 0,0 2 0 0 0,1-1 0 0 0,0 1 0 0 0,-1 1 0 0 0,2 0 0 0 0,-1 1 0 0 0,0 0 0 0 0,1 0 0 0 0,0 1 0 0 0,1 0 0 0 0,0 0 0 0 0,0 1 0 0 0,0 0 0 0 0,1 1 0 0 0,0-1 0 0 0,1 1 0 0 0,-7 13 0 0 0,11-18 351 0 0,0 1 0 0 0,1 0 0 0 0,-1 1 0 0 0,1-1 1 0 0,1 0-1 0 0,-1 0 0 0 0,1 0 0 0 0,0 1 0 0 0,0-1 1 0 0,0 0-1 0 0,2 7 0 0 0,-1-3 165 0 0,1-1 0 0 0,0 0 0 0 0,1 0 0 0 0,0 0 0 0 0,0-1 0 0 0,7 12 0 0 0,-8-16-309 0 0,0 0-1 0 0,0 0 1 0 0,1 0 0 0 0,-1 0 0 0 0,1 0 0 0 0,0 0 0 0 0,0-1 0 0 0,0 1 0 0 0,0-1 0 0 0,1 0 0 0 0,-1 0 0 0 0,1 0 0 0 0,-1 0 0 0 0,1-1 0 0 0,-1 1-1 0 0,1-1 1 0 0,0 0 0 0 0,0 0 0 0 0,0-1 0 0 0,0 1 0 0 0,0-1 0 0 0,-1 0 0 0 0,1 0 0 0 0,7 0 0 0 0,-5-1 15 0 0,1 0 0 0 0,-1-1 0 0 0,1 1 0 0 0,-1-1 0 0 0,0 0 0 0 0,0-1 0 0 0,0 1 0 0 0,0-1 1 0 0,-1 0-1 0 0,1-1 0 0 0,-1 0 0 0 0,0 1 0 0 0,0-2 0 0 0,6-5 0 0 0,-6 5-652 0 0,-1 1 0 0 0,0-1-1 0 0,-1 0 1 0 0,1-1 0 0 0,-1 1 0 0 0,0-1 0 0 0,0 1 0 0 0,-1-1-1 0 0,1 0 1 0 0,-1 0 0 0 0,-1 0 0 0 0,1 0 0 0 0,0-10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2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1840 0 0,'1'0'273'0'0,"1"0"-1"0"0,-1 0 1 0 0,1-1-1 0 0,-1 1 0 0 0,0-1 1 0 0,1 1-1 0 0,-1-1 1 0 0,0 1-1 0 0,1-1 0 0 0,-1 0 1 0 0,2-1-1 0 0,-2 1 166 0 0,0 1 0 0 0,0-1-1 0 0,0 0 1 0 0,0 1 0 0 0,0-1 0 0 0,0 1-1 0 0,0-1 1 0 0,1 1 0 0 0,-1 0 0 0 0,0-1-1 0 0,2 1 1 0 0,-4 15 2704 0 0,0 19-1627 0 0,2 0 0 0 0,9 64 0 0 0,0-2 848 0 0,-8-86-2031 0 0,-2-8-200 0 0,0 1 0 0 0,1-1 0 0 0,-1 1 0 0 0,0 0 0 0 0,0-1 0 0 0,0 1 0 0 0,0-1 1 0 0,-1 1-1 0 0,0 3 0 0 0,0-8-77 0 0,0 0 0 0 0,1 1 0 0 0,-1-1 0 0 0,0 0 0 0 0,1 0 0 0 0,-1 0 1 0 0,1 0-1 0 0,0-2 0 0 0,-1-7-39 0 0,1-1 0 0 0,0 1-1 0 0,0 0 1 0 0,2-1 0 0 0,-1 1 0 0 0,1 0 0 0 0,1 0 0 0 0,0 0 0 0 0,5-12-1 0 0,-4 16-15 0 0,-1 0 0 0 0,1 0 0 0 0,0 0 0 0 0,0 1 0 0 0,1 0 0 0 0,0 0 0 0 0,0 0 0 0 0,1 0 0 0 0,-1 1 1 0 0,1 0-1 0 0,0 0 0 0 0,1 0 0 0 0,-1 1 0 0 0,9-4 0 0 0,-6 3 5 0 0,0 1 1 0 0,0 1 0 0 0,1-1 0 0 0,-1 2 0 0 0,0-1 0 0 0,1 1 0 0 0,0 1 0 0 0,14-1 0 0 0,-24 2-11 0 0,0 0 1 0 0,0 0 0 0 0,0 0-1 0 0,0 0 1 0 0,0 0-1 0 0,0 0 1 0 0,0 0 0 0 0,0 1-1 0 0,0-1 1 0 0,0 0 0 0 0,0 0-1 0 0,0 0 1 0 0,0 0-1 0 0,0 0 1 0 0,0 0 0 0 0,0 1-1 0 0,0-1 1 0 0,0 0-1 0 0,0 0 1 0 0,0 0 0 0 0,0 0-1 0 0,0 0 1 0 0,0 0-1 0 0,0 1 1 0 0,0-1 0 0 0,0 0-1 0 0,0 0 1 0 0,0 0-1 0 0,0 0 1 0 0,0 0 0 0 0,0 0-1 0 0,0 0 1 0 0,0 0-1 0 0,-1 1 1 0 0,1-1 0 0 0,0 0-1 0 0,0 0 1 0 0,0 0-1 0 0,0 0 1 0 0,0 0 0 0 0,0 0-1 0 0,0 0 1 0 0,-1 0-1 0 0,1 0 1 0 0,0 0 0 0 0,0 0-1 0 0,0 0 1 0 0,0 0-1 0 0,-8 6-2486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4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0 120 5065 0 0,'3'9'9743'0'0,"5"-4"-3990"0"0,-5-4-5352 0 0,-1-1 0 0 0,1 1-1 0 0,0-1 1 0 0,-1 0 0 0 0,1 0 0 0 0,-1 0 0 0 0,5 0 0 0 0,7-3-954 0 0,26-7 1 0 0,-39 10 923 0 0,9-3-327 0 0,0 0-1 0 0,-1 0 1 0 0,1-1-1 0 0,-1 0 1 0 0,0-1-1 0 0,0 0 1 0 0,0 0-1 0 0,-1-1 1 0 0,11-9-1 0 0,8-14-997 0 0,-26 28 876 0 0,0-1 0 0 0,0 1-1 0 0,0 0 1 0 0,0-1-1 0 0,0 1 1 0 0,-1-1-1 0 0,1 0 1 0 0,0 1-1 0 0,-1-1 1 0 0,1 1-1 0 0,-1-1 1 0 0,1 0-1 0 0,-1 0 1 0 0,0 1-1 0 0,0-1 1 0 0,0 0-1 0 0,0 1 1 0 0,0-1-1 0 0,-1-3 1 0 0,-1 0-1208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5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1 920 0 0,'6'0'-720'0'0,"-5"0"1164"0"0,0 0 0 0 0,1 0 0 0 0,-1 0 0 0 0,1 0 1 0 0,-1 0-1 0 0,0 0 0 0 0,1 0 0 0 0,-1 1 0 0 0,0-1 1 0 0,1 1-1 0 0,0 0 0 0 0,-1-1-224 0 0,-1 1 0 0 0,0-1 0 0 0,1 1 1 0 0,-1 0-1 0 0,0-1 0 0 0,1 1 0 0 0,-1 0 0 0 0,0-1 0 0 0,0 1 1 0 0,0 0-1 0 0,0-1 0 0 0,0 1 0 0 0,0 0 0 0 0,0-1 0 0 0,0 1 1 0 0,0 0-1 0 0,0-1 0 0 0,0 1 0 0 0,0 0 0 0 0,0 0 0 0 0,-1-1 1 0 0,1 1-1 0 0,0-1 0 0 0,0 1 0 0 0,-1 0 0 0 0,0 0 0 0 0,-28 69 3960 0 0,-7 18-1399 0 0,35-85-2723 0 0,0 0 0 0 0,0 1 0 0 0,0-1 0 0 0,1 0 0 0 0,-1 1 0 0 0,1-1 0 0 0,0 0 1 0 0,0 1-1 0 0,0-1 0 0 0,1 0 0 0 0,-1 1 0 0 0,1-1 0 0 0,0 0 0 0 0,0 0 0 0 0,0 1 0 0 0,0-1 1 0 0,0 0-1 0 0,1 0 0 0 0,-1 0 0 0 0,1 0 0 0 0,0-1 0 0 0,0 1 0 0 0,0 0 0 0 0,0-1 0 0 0,0 1 1 0 0,1-1-1 0 0,-1 0 0 0 0,1 0 0 0 0,0 0 0 0 0,3 2 0 0 0,0 0-48 0 0,-1-1-1 0 0,1-1 1 0 0,-1 1-1 0 0,1-1 1 0 0,0 0-1 0 0,0 0 1 0 0,-1-1-1 0 0,1 0 1 0 0,1 0-1 0 0,-1 0 1 0 0,0-1-1 0 0,0 0 1 0 0,0 0-1 0 0,0 0 1 0 0,11-3-1 0 0,12-7-43 0 0,-24 7 0 0 0,0 1 0 0 0,1 0 0 0 0,-1 0 0 0 0,1 1 0 0 0,0-1 0 0 0,8 0 0 0 0,-12 2 24 0 0,-2-3-59 0 0,-1 3 60 0 0,1 0 0 0 0,-1 0 0 0 0,0 0 1 0 0,1 0-1 0 0,-1 0 0 0 0,1 0 1 0 0,-1 0-1 0 0,1 0 0 0 0,-1 0 0 0 0,0 0 1 0 0,1 0-1 0 0,-1 0 0 0 0,1 0 1 0 0,-1 1-1 0 0,1-1 0 0 0,-1 0 0 0 0,1 0 1 0 0,-2 1-1 0 0,-13 7 12 0 0,0 0 0 0 0,1 2 0 0 0,0-1 0 0 0,0 2 0 0 0,1-1 0 0 0,-21 24 0 0 0,32-32 87 0 0,0 1 0 0 0,0 0 0 0 0,1 0-1 0 0,-1 0 1 0 0,0 0 0 0 0,1 0 0 0 0,0 0 0 0 0,0 1-1 0 0,0-1 1 0 0,0 0 0 0 0,0 1 0 0 0,0 6 0 0 0,1-4 45 0 0,0 0 0 0 0,0 0 0 0 0,1 0 0 0 0,0 0 0 0 0,0 0 1 0 0,1 0-1 0 0,2 7 0 0 0,-2-6-44 0 0,1 0 0 0 0,0 0 0 0 0,1-1 0 0 0,-1 1 0 0 0,1-1 0 0 0,1 0 0 0 0,-1 0 1 0 0,1 0-1 0 0,0 0 0 0 0,1-1 0 0 0,-1 0 0 0 0,9 7 0 0 0,-11-11-68 0 0,0 1 0 0 0,0-1 0 0 0,0 0 1 0 0,0 0-1 0 0,0 0 0 0 0,0 0 0 0 0,0-1 0 0 0,0 1 0 0 0,0-1 0 0 0,1 0 1 0 0,-1 0-1 0 0,0 0 0 0 0,0 0 0 0 0,0 0 0 0 0,1-1 0 0 0,-1 0 0 0 0,6-1 1 0 0,-8 1-74 0 0,1 1 0 0 0,-1-1 0 0 0,1 0 0 0 0,-1 0 0 0 0,1 1 0 0 0,-1-1 1 0 0,0 0-1 0 0,0 0 0 0 0,1 0 0 0 0,-1-1 0 0 0,0 1 0 0 0,0 0 0 0 0,0 0 1 0 0,0 0-1 0 0,0-1 0 0 0,0 1 0 0 0,0-1 0 0 0,-1 1 0 0 0,1-1 0 0 0,-1 1 0 0 0,1-1 1 0 0,-1 1-1 0 0,1-1 0 0 0,-1 1 0 0 0,0-1 0 0 0,1 0 0 0 0,-1 1 0 0 0,0-1 1 0 0,0 1-1 0 0,0-1 0 0 0,-1 0 0 0 0,1 1 0 0 0,0-1 0 0 0,-1 1 0 0 0,1-1 1 0 0,-2-2-1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5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9218 0 0,'1'0'297'0'0,"0"0"0"0"0,0 0 0 0 0,0 1-1 0 0,0-1 1 0 0,0 0 0 0 0,0 1 0 0 0,0-1 0 0 0,-1 0 0 0 0,1 1 0 0 0,0-1 0 0 0,0 1-1 0 0,0 0 1 0 0,0-1 0 0 0,-1 1 0 0 0,1 0 0 0 0,0-1 0 0 0,-1 1 0 0 0,1 0 0 0 0,0 0-1 0 0,-1-1 1 0 0,1 1 0 0 0,-1 0 0 0 0,1 0 0 0 0,-1 0 0 0 0,0 0 0 0 0,1 0 0 0 0,-1 0-1 0 0,1 1 1 0 0,4 30 1889 0 0,-5-27-1819 0 0,12 96 1373 0 0,5 84-573 0 0,-16-155-1062 0 0,-1 1 0 0 0,-2-1-1 0 0,-1 0 1 0 0,-7 32-1 0 0,8-57-93 0 0,2-1 0 0 0,-1 0 1 0 0,0 0 0 0 0,0 0-1 0 0,0 0 1 0 0,0 0 0 0 0,-1-1-1 0 0,0 1 1 0 0,1 0 0 0 0,-1-1-1 0 0,-4 5 1 0 0,6-8-12 0 0,0 0 0 0 0,0 0 0 0 0,0 0 0 0 0,0 0 0 0 0,0 0 0 0 0,0 0 0 0 0,0 0 1 0 0,0 0-1 0 0,-1 0 0 0 0,1 0 0 0 0,0 1 0 0 0,0-1 0 0 0,0 0 0 0 0,0 0 0 0 0,0 0 0 0 0,0 0 0 0 0,0 0 0 0 0,0 0 0 0 0,0 0 0 0 0,-1 0 0 0 0,1 0 0 0 0,0 0 0 0 0,0 0 0 0 0,0 0 0 0 0,0 0 1 0 0,0 0-1 0 0,0-1 0 0 0,0 1 0 0 0,0 0 0 0 0,-1 0 0 0 0,1 0 0 0 0,0 0 0 0 0,0 0 0 0 0,0 0 0 0 0,0 0 0 0 0,0 0 0 0 0,0 0 0 0 0,0 0 0 0 0,0 0 0 0 0,0 0 0 0 0,0 0 0 0 0,0 0 0 0 0,0 0 1 0 0,0-1-1 0 0,-2-5-9 0 0,1-8-45 0 0,2-7-606 0 0,1-1 1 0 0,8-29-1 0 0,-9 46 207 0 0,4-21-7273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6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2 920 0 0,'5'-1'529'0'0,"-1"1"0"0"0,1 0-1 0 0,-1 0 1 0 0,0 0 0 0 0,1 1 0 0 0,-1 0-1 0 0,0-1 1 0 0,1 1 0 0 0,-1 1 0 0 0,0-1-1 0 0,0 1 1 0 0,0 0 0 0 0,0 0 0 0 0,0 0 0 0 0,0 0-1 0 0,-1 0 1 0 0,1 1 0 0 0,-1 0 0 0 0,1 0-1 0 0,-1 0 1 0 0,0 0 0 0 0,0 0 0 0 0,0 1-1 0 0,2 4 1 0 0,0 1-24 0 0,0-1 0 0 0,0 1 1 0 0,-1 1-1 0 0,-1-1 0 0 0,0 1 0 0 0,0-1 0 0 0,0 1 0 0 0,-2 0 1 0 0,3 17-1 0 0,-3-3-105 0 0,-1 26-1 0 0,0-43-338 0 0,-1 0 0 0 0,0 0 1 0 0,0 0-1 0 0,-1-1 0 0 0,1 1 0 0 0,-2 0 0 0 0,1-1 0 0 0,-5 10 0 0 0,6-14-41 0 0,-1 0 0 0 0,1-1 0 0 0,0 1 0 0 0,0-1-1 0 0,-1 1 1 0 0,1-1 0 0 0,-1 1 0 0 0,1-1-1 0 0,-1 0 1 0 0,0 0 0 0 0,1 0 0 0 0,-1 0 0 0 0,0 0-1 0 0,0 0 1 0 0,-3 1 0 0 0,1-2-9 0 0,0 1 1 0 0,0 0-1 0 0,0-1 0 0 0,0 1 1 0 0,0-1-1 0 0,0-1 1 0 0,-6 0-1 0 0,-2-1-13 0 0,0 0 1 0 0,0-2-1 0 0,1 1 1 0 0,-15-8-1 0 0,16 7 13 0 0,5 1-29 0 0,-1 0-1 0 0,-1 1 1 0 0,1-1 0 0 0,0 2-1 0 0,-1-1 1 0 0,1 0 0 0 0,-9 0-1 0 0,15 2 23 0 0,0 0 0 0 0,0 0 0 0 0,-1 0 0 0 0,1 0 0 0 0,0 0 1 0 0,0 0-1 0 0,0 0 0 0 0,0 0 0 0 0,0 0 0 0 0,0 0 0 0 0,-1-1 0 0 0,1 1 0 0 0,0 0 0 0 0,0 0 0 0 0,0 0 0 0 0,0 0 0 0 0,0 0 0 0 0,0 0 0 0 0,0-1 0 0 0,0 1 0 0 0,0 0 0 0 0,0 0 0 0 0,0 0 0 0 0,-1 0 0 0 0,1 0 0 0 0,0-1 0 0 0,0 1 0 0 0,0 0 0 0 0,0 0 0 0 0,0 0 0 0 0,0 0 0 0 0,0 0 0 0 0,0-1 0 0 0,0 1 0 0 0,0 0 0 0 0,1 0 0 0 0,-1 0 0 0 0,0 0 0 0 0,0-1 0 0 0,0 1 0 0 0,0 0 0 0 0,0 0 0 0 0,0 0 0 0 0,0 0 0 0 0,0 0 0 0 0,0 0 0 0 0,0-1 0 0 0,0 1 0 0 0,1 0 0 0 0,-1 0 0 0 0,0 0 0 0 0,0 0 0 0 0,0 0 0 0 0,0 0 0 0 0,9-11 1093 0 0,4-1-1040 0 0,0 1 0 0 0,1 1 1 0 0,0 0-1 0 0,1 0 0 0 0,0 2 0 0 0,0 0 0 0 0,31-11 0 0 0,-21 10 19 0 0,1 2-1 0 0,0 1 1 0 0,0 1-1 0 0,43-3 1 0 0,-2 8-74 0 0,-28 1-15 0 0,-34 0-12 0 0,-1 0 0 0 0,1 0-1 0 0,-1 0 1 0 0,0 1 0 0 0,0 0-1 0 0,0 0 1 0 0,0 0 0 0 0,0 0-1 0 0,6 5 1 0 0,-2-1 25 0 0,1 1 0 0 0,-1 0 0 0 0,-1 0 0 0 0,0 1 0 0 0,0 0 0 0 0,0 0 0 0 0,-1 1 0 0 0,0 0 0 0 0,-1 0 0 0 0,1 0 0 0 0,-2 1 0 0 0,0-1 0 0 0,4 12 0 0 0,2 15 0 0 0,-1 0 0 0 0,5 51 0 0 0,-9-56 0 0 0,-1 14 0 0 0,-1-1 0 0 0,-7 75 0 0 0,2-76 0 0 0,2-31 0 0 0,0-5 0 0 0,0 0 0 0 0,0 0 0 0 0,-1 0 0 0 0,0 0 0 0 0,0 0 0 0 0,-1 0 0 0 0,1-1 0 0 0,-2 1 0 0 0,-2 7 0 0 0,4-13-2 0 0,0 1 1 0 0,0-1-1 0 0,0 0 1 0 0,0 0-1 0 0,0 0 0 0 0,-1 0 1 0 0,1 0-1 0 0,0 0 1 0 0,-1-1-1 0 0,1 1 1 0 0,0 0-1 0 0,-1-1 0 0 0,1 1 1 0 0,-1-1-1 0 0,1 1 1 0 0,-1-1-1 0 0,1 1 1 0 0,-1-1-1 0 0,1 0 0 0 0,-1 0 1 0 0,1 0-1 0 0,-2 0 1 0 0,-5-1-18 0 0,0 0 0 0 0,0 0 1 0 0,-10-4-1 0 0,1 1-14 0 0,4 2-828 0 0,-6-2-4557 0 0,2 0-1570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7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1 141 456 0 0,'0'0'123'0'0,"1"0"1"0"0,0-1-1 0 0,0 1 0 0 0,0 0 1 0 0,-1 0-1 0 0,1-1 0 0 0,0 1 0 0 0,0-1 1 0 0,-1 1-1 0 0,1 0 0 0 0,0-1 1 0 0,-1 1-1 0 0,1-1 0 0 0,-1 0 1 0 0,1 1-1 0 0,0-1 0 0 0,-1 1 0 0 0,0-1 1 0 0,1 0-1 0 0,-1 1 0 0 0,1-1 1 0 0,-1 0-1 0 0,0 0 0 0 0,1-1 0 0 0,8-27 5717 0 0,-2 5-2354 0 0,-6 22-3200 0 0,1 0 0 0 0,-1 1 0 0 0,1-1 0 0 0,-1 1 1 0 0,1-1-1 0 0,-1 1 0 0 0,1-1 0 0 0,0 1 0 0 0,0 0 0 0 0,0-1 0 0 0,0 1 0 0 0,0 0 0 0 0,0 1 0 0 0,0-1 0 0 0,0 0 0 0 0,0 0 1 0 0,0 1-1 0 0,0 0 0 0 0,3-1 0 0 0,5 0 555 0 0,1 0 0 0 0,19 3 0 0 0,-9-2-299 0 0,-3 0-450 0 0,1 0-1 0 0,-1-2 0 0 0,0-1 1 0 0,0 0-1 0 0,0-1 0 0 0,0-1 1 0 0,-1 0-1 0 0,1-2 0 0 0,19-10 1 0 0,-29 13-207 0 0,-13 4-3018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7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5065 0 0,'8'14'13030'0'0,"-7"-16"-12758"0"0,1 0 0 0 0,0 0 1 0 0,0 0-1 0 0,0 1 0 0 0,0-1 1 0 0,0 1-1 0 0,0 0 0 0 0,1-1 1 0 0,-1 1-1 0 0,0 0 0 0 0,5-1 1 0 0,31-6 39 0 0,-20 4-38 0 0,41-8-88 0 0,-21 5-438 0 0,-1-2-1 0 0,59-22 1 0 0,-96 31 158 0 0,0 0 1 0 0,0 0 0 0 0,0 0-1 0 0,1 0 1 0 0,-1 0-1 0 0,0 0 1 0 0,0 0 0 0 0,1 0-1 0 0,-1 0 1 0 0,0-1-1 0 0,0 1 1 0 0,0 0-1 0 0,0 0 1 0 0,1 0 0 0 0,-1 0-1 0 0,0 0 1 0 0,0-1-1 0 0,0 1 1 0 0,0 0 0 0 0,0 0-1 0 0,1 0 1 0 0,-1 0-1 0 0,0-1 1 0 0,0 1-1 0 0,0 0 1 0 0,0 0 0 0 0,0 0-1 0 0,0-1 1 0 0,0 1-1 0 0,0 0 1 0 0,0 0 0 0 0,0-1-1 0 0,0 1 1 0 0,0 0-1 0 0,0 0 1 0 0,0 0-1 0 0,0-1 1 0 0,0 1 0 0 0,0 0-1 0 0,0-1 1 0 0,-9-6-2036 0 0,8 6 2074 0 0,-1 0-1 0 0,1 0 1 0 0,-1 1 0 0 0,1-1 0 0 0,-1 0 0 0 0,1 1 0 0 0,-1-1 0 0 0,1 1 0 0 0,-1 0 0 0 0,0-1 0 0 0,-2 1 0 0 0,0 3-28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7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4145 0 0,'11'-1'873'0'0,"-11"1"-617"0"0,1 0 0 0 0,0 0 0 0 0,-1 0-1 0 0,1 0 1 0 0,0 0 0 0 0,-1 0 0 0 0,1 0 0 0 0,-1 1-1 0 0,1-1 1 0 0,-1 0 0 0 0,1 0 0 0 0,0 1-1 0 0,-1-1 1 0 0,1 0 0 0 0,-1 1 0 0 0,1-1 0 0 0,-1 1-1 0 0,0-1 1 0 0,1 1 0 0 0,-1-1 0 0 0,1 1 0 0 0,-1-1-1 0 0,0 1 1 0 0,1-1 0 0 0,-1 1 0 0 0,0-1-1 0 0,1 1 1 0 0,-1-1 0 0 0,0 1 0 0 0,0 0 0 0 0,0-1-1 0 0,0 1 1 0 0,0 0 0 0 0,4 16 1335 0 0,-1 0 1 0 0,1 31-1 0 0,0-3-964 0 0,-3-31-508 0 0,-1-11-93 0 0,0 1 1 0 0,0-1-1 0 0,0 1 1 0 0,1-1-1 0 0,0 0 1 0 0,1 7-1 0 0,-3-30-2857 0 0,0 9-3220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8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1376 0 0,'1'0'146'0'0,"0"0"0"0"0,1 1-1 0 0,-1-1 1 0 0,0 0 0 0 0,0 1 0 0 0,1-1-1 0 0,-1 1 1 0 0,0-1 0 0 0,0 1 0 0 0,0-1-1 0 0,0 1 1 0 0,0 0 0 0 0,0 0 0 0 0,0 0-1 0 0,0-1 1 0 0,0 1 0 0 0,0 0-1 0 0,0 0 1 0 0,0 0 0 0 0,1 2 0 0 0,-2-1 251 0 0,1 0 1 0 0,0 1-1 0 0,-1-1 1 0 0,1 0 0 0 0,-1 1-1 0 0,1-1 1 0 0,-1 0-1 0 0,0 1 1 0 0,0-1-1 0 0,-1 5 1 0 0,1 19 1003 0 0,0 0-1 0 0,2 1 1 0 0,9 44 0 0 0,-8-53-903 0 0,-3-16-468 0 0,2 9 249 0 0,0 0 1 0 0,0 0-1 0 0,1 0 0 0 0,6 14 0 0 0,-9-25-283 0 0,0 0 0 0 0,0 0 0 0 0,1 0 0 0 0,-1 0 0 0 0,0 0 0 0 0,0 0 0 0 0,0 0 0 0 0,0 0 0 0 0,0 0 0 0 0,0 0 0 0 0,0-1 0 0 0,0 1 0 0 0,0 0 0 0 0,0 0 0 0 0,0 0 0 0 0,0 0 0 0 0,0 0 0 0 0,0 0 0 0 0,0 0 0 0 0,0 0 0 0 0,0 0 0 0 0,0 0 0 0 0,0 0-1 0 0,0 0 1 0 0,0 0 0 0 0,0 0 0 0 0,0 0 0 0 0,0 0 0 0 0,0 0 0 0 0,0 0 0 0 0,0 0 0 0 0,0 0 0 0 0,0 0 0 0 0,0 0 0 0 0,1 0 0 0 0,-1 0 0 0 0,0 0 0 0 0,0 0 0 0 0,0 0 0 0 0,0 0 0 0 0,0 0 0 0 0,0 0 0 0 0,0-5-1286 0 0,-2-2-4062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39:49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1 8290 0 0,'5'0'1223'0'0,"14"1"5803"0"0,-18-1-6938 0 0,-1 1 0 0 0,0-1 0 0 0,0 0 1 0 0,0 0-1 0 0,0 0 0 0 0,0 0 0 0 0,1 0 0 0 0,-1 0 0 0 0,0 0 1 0 0,0 0-1 0 0,0 1 0 0 0,0-1 0 0 0,0 0 0 0 0,0 0 1 0 0,0 0-1 0 0,1 0 0 0 0,-1 0 0 0 0,0 1 0 0 0,0-1 0 0 0,0 0 1 0 0,0 0-1 0 0,0 0 0 0 0,0 0 0 0 0,0 1 0 0 0,0-1 0 0 0,0 0 1 0 0,0 0-1 0 0,0 0 0 0 0,0 0 0 0 0,0 1 0 0 0,0-1 1 0 0,0 0-1 0 0,-7 10 1121 0 0,-41 33-565 0 0,-2-2 1 0 0,-86 54 0 0 0,119-84-624 0 0,12-7-16 0 0,0 0-1 0 0,0 0 1 0 0,0 0 0 0 0,0 1 0 0 0,-7 10 0 0 0,11-14-3 0 0,0 1 0 0 0,0-1 0 0 0,0 1 0 0 0,0-1 0 0 0,1 1 0 0 0,-1 0 0 0 0,0-1 0 0 0,1 1 1 0 0,-1 0-1 0 0,1-1 0 0 0,0 5 0 0 0,0-5-1 0 0,0 0 0 0 0,0 0 0 0 0,0 0 0 0 0,0 0 0 0 0,1 0 0 0 0,-1 0 0 0 0,1 0 0 0 0,-1 0 0 0 0,0 0 0 0 0,1 0 1 0 0,0 0-1 0 0,-1 0 0 0 0,1 0 0 0 0,0 0 0 0 0,-1-1 0 0 0,1 1 0 0 0,0 0 0 0 0,0 0 0 0 0,0-1 0 0 0,-1 1 0 0 0,2 0 0 0 0,6 4 79 0 0,0-1-1 0 0,1-1 1 0 0,16 6-1 0 0,6 2 67 0 0,9 6 11 0 0,-3-2 83 0 0,-1 1-1 0 0,50 31 0 0 0,-82-44-201 0 0,0-1 1 0 0,0 1-1 0 0,0-1 1 0 0,0-1-1 0 0,8 4 0 0 0,-12-5-34 0 0,1 0 0 0 0,-1 0 0 0 0,1 0 0 0 0,-1 0 0 0 0,1 0 0 0 0,0 0 0 0 0,-1 0 1 0 0,1 0-1 0 0,-1 0 0 0 0,1 0 0 0 0,-1 0 0 0 0,1 0 0 0 0,-1 0 0 0 0,1 0 0 0 0,0-1 0 0 0,-1 1 0 0 0,1 0 0 0 0,-1 0 0 0 0,1-1 0 0 0,-1 1 0 0 0,1-1 0 0 0,0 0-3 0 0,-1 1 0 0 0,0-1 0 0 0,1 0 0 0 0,-1 0-1 0 0,0 0 1 0 0,1 1 0 0 0,-1-1 0 0 0,0 0 0 0 0,0 0 0 0 0,0 0 0 0 0,0 0 0 0 0,0 0 0 0 0,0 0 0 0 0,0 0 0 0 0,0 1-1 0 0,0-1 1 0 0,0 0 0 0 0,-1-2 0 0 0,0-2-61 0 0,-1-1 0 0 0,0 1 0 0 0,0 0 0 0 0,-1-1 0 0 0,1 1 0 0 0,-1 0 0 0 0,-7-9 0 0 0,5 9-268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2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51 8290 0 0,'-3'-5'15008'0'0,"4"4"-14969"0"0,0 0 0 0 0,0 0 1 0 0,1 0-1 0 0,-1 0 0 0 0,0 1 0 0 0,0-1 0 0 0,1 0 0 0 0,-1 1 0 0 0,0-1 0 0 0,1 1 0 0 0,-1-1 0 0 0,1 1 0 0 0,-1 0 0 0 0,1-1 1 0 0,-1 1-1 0 0,1 0 0 0 0,-1 0 0 0 0,1 0 0 0 0,-1 0 0 0 0,1 1 0 0 0,-1-1 0 0 0,2 1 0 0 0,7 1 64 0 0,-1 0 0 0 0,1-1-1 0 0,-1 0 1 0 0,1 0 0 0 0,-1-1-1 0 0,1 0 1 0 0,-1-1 0 0 0,1 0-1 0 0,-1 0 1 0 0,1-1 0 0 0,-1 0-1 0 0,0-1 1 0 0,9-3 0 0 0,-17 5-219 0 0,0 1 1 0 0,0-1 0 0 0,0 1-1 0 0,0-1 1 0 0,0 1 0 0 0,0-1-1 0 0,0 0 1 0 0,0 1 0 0 0,-1-1-1 0 0,1 0 1 0 0,0 1 0 0 0,-1-1-1 0 0,1 0 1 0 0,0 0-1 0 0,-1 0 1 0 0,1 0 0 0 0,-1 0-1 0 0,1 0 1 0 0,-1 0 0 0 0,0 0-1 0 0,1 0 1 0 0,-1 0 0 0 0,0 0-1 0 0,0 0 1 0 0,0 0 0 0 0,1 0-1 0 0,-1 0 1 0 0,0 0-1 0 0,-1 0 1 0 0,1 0 0 0 0,0-2-1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30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63 3225 0 0,'0'2'299'0'0,"0"-1"0"0"0,0 0 1 0 0,0 1-1 0 0,1-1 1 0 0,-2 0-1 0 0,1 1 1 0 0,0-1-1 0 0,0 0 0 0 0,0 1 1 0 0,-1-1-1 0 0,1 0 1 0 0,-1 2-1 0 0,1-2-59 0 0,-1-1 0 0 0,1 1 0 0 0,0-1 0 0 0,-1 1 0 0 0,1-1 0 0 0,0 1 0 0 0,0-1 0 0 0,-1 1 0 0 0,1-1 0 0 0,0 1 0 0 0,0-1-1 0 0,0 1 1 0 0,0-1 0 0 0,0 1 0 0 0,0-1 0 0 0,0 1 0 0 0,0 0 0 0 0,0-1 0 0 0,0 1 0 0 0,0-1 0 0 0,0 1 0 0 0,1-1 0 0 0,-1 1 0 0 0,0-1 0 0 0,0 1 0 0 0,0-1 0 0 0,1 1 0 0 0,-1-1 0 0 0,0 1 0 0 0,1-1 0 0 0,-1 1 0 0 0,0-1 0 0 0,1 0 0 0 0,-1 1 0 0 0,1-1 0 0 0,-1 1 0 0 0,0-1-1 0 0,1 0 1 0 0,-1 0 0 0 0,1 1 0 0 0,-1-1 0 0 0,1 0 0 0 0,-1 0 0 0 0,1 1 0 0 0,-1-1 0 0 0,1 0 0 0 0,0 0 0 0 0,-1 0 0 0 0,1 0 0 0 0,-1 0 0 0 0,1 0 0 0 0,0 0 0 0 0,10 2 1002 0 0,-1 1 0 0 0,12 4 0 0 0,-16-4-1082 0 0,0-1-1 0 0,0 0 1 0 0,1 0-1 0 0,-1-1 1 0 0,1 0 0 0 0,0 0-1 0 0,-1 0 1 0 0,12-1-1 0 0,-11-1-103 0 0,-1 0-1 0 0,1-1 1 0 0,0 0-1 0 0,-1 0 1 0 0,1 0-1 0 0,-1-1 0 0 0,0 0 1 0 0,0 0-1 0 0,0 0 1 0 0,0-1-1 0 0,9-8 1 0 0,2-3-474 0 0,-2-1 1 0 0,18-23-1 0 0,-21 25-339 0 0,-9 11-78 0 0,0 0-162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31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59 9674 0 0,'12'-2'4939'0'0,"4"-1"-399"0"0,-15 3-4429 0 0,-1 0-1 0 0,1 0 1 0 0,-1 0 0 0 0,1 1-1 0 0,-1-1 1 0 0,1 0-1 0 0,-1 0 1 0 0,1 0 0 0 0,-1 1-1 0 0,1-1 1 0 0,-1 0-1 0 0,1 1 1 0 0,-1-1 0 0 0,1 0-1 0 0,-1 1 1 0 0,1-1-1 0 0,-1 1 1 0 0,0-1 0 0 0,1 0-1 0 0,-1 1 1 0 0,0-1-1 0 0,1 1 1 0 0,-1-1 0 0 0,0 1-1 0 0,1 0 1 0 0,3 12 0 0 0,0 0 1 0 0,-1 0-1 0 0,0 0 1 0 0,2 23-1 0 0,-3 55 430 0 0,-2-74-519 0 0,0-14-19 0 0,0 0 0 0 0,-1 0 0 0 0,1-1 0 0 0,0 1-1 0 0,-1 0 1 0 0,0 0 0 0 0,0-1 0 0 0,0 1 0 0 0,0 0 0 0 0,-2 3 0 0 0,3-5-2 0 0,-1-1 0 0 0,1 1-1 0 0,-1 0 1 0 0,1-1 0 0 0,-1 1 0 0 0,0-1-1 0 0,1 1 1 0 0,-1-1 0 0 0,0 1 0 0 0,1-1 0 0 0,-1 1-1 0 0,0-1 1 0 0,1 0 0 0 0,-1 1 0 0 0,0-1-1 0 0,0 0 1 0 0,1 0 0 0 0,-1 1 0 0 0,0-1 0 0 0,0 0-1 0 0,0 0 1 0 0,1 0 0 0 0,-1 0 0 0 0,0 0-1 0 0,0 0 1 0 0,0 0 0 0 0,1 0 0 0 0,-1-1 0 0 0,0 1-1 0 0,0 0 1 0 0,1 0 0 0 0,-1-1 0 0 0,0 1-1 0 0,0 0 1 0 0,1-1 0 0 0,-1 1 0 0 0,0-1 0 0 0,1 1-1 0 0,-1-1 1 0 0,-1 0 0 0 0,-2-3 12 0 0,-1 0-1 0 0,1 0 1 0 0,0 0-1 0 0,-4-7 1 0 0,4 7-1 0 0,1-1 0 0 0,-1 1 0 0 0,1 1 1 0 0,-1-1-1 0 0,-8-5 0 0 0,11 8-12 0 0,-1 0 0 0 0,0 0 0 0 0,0 1 0 0 0,0-1 0 0 0,0 0 0 0 0,0 1 0 0 0,0 0 0 0 0,0-1 0 0 0,1 1 0 0 0,-1 0 0 0 0,0 0 0 0 0,0 0 0 0 0,0 0 0 0 0,-4 1 0 0 0,3 0 0 0 0,1-1 0 0 0,-1 0 0 0 0,1 0 0 0 0,-1 0 0 0 0,1 0 0 0 0,-5-1 0 0 0,7 1 0 0 0,0 0 0 0 0,-1 0 0 0 0,1-1 0 0 0,0 1 0 0 0,-1 0 0 0 0,1-1 0 0 0,0 1 0 0 0,0 0 0 0 0,-1-1 0 0 0,1 1 0 0 0,0 0 0 0 0,0-1 0 0 0,-1 1 0 0 0,1-1 0 0 0,0 1 0 0 0,0-1 0 0 0,0 1 0 0 0,0 0 0 0 0,0-1 0 0 0,0 1 0 0 0,0-1 0 0 0,0 1 0 0 0,0-1 0 0 0,0 1 0 0 0,0-1 0 0 0,1-17 0 0 0,0 11 0 0 0,5-41 200 0 0,-6 44-187 0 0,1 1-1 0 0,-1 0 1 0 0,0 0 0 0 0,1-1 0 0 0,-1 1-1 0 0,1 0 1 0 0,0 0 0 0 0,0 0-1 0 0,1 0 1 0 0,-1 0 0 0 0,2-4 0 0 0,2 1-4 0 0,0 0 0 0 0,0 0 1 0 0,8-7-1 0 0,-9 9 21 0 0,0 0-1 0 0,1 0 0 0 0,0 1 0 0 0,0 0 0 0 0,0 0-1 0 0,1 0 1 0 0,-1 0 0 0 0,1 1 0 0 0,-1 0 0 0 0,1 0 0 0 0,0 1 0 0 0,7-2 0 0 0,25-8 76 0 0,-14 1-105 0 0,-15 6 0 0 0,0 1 0 0 0,0-1 0 0 0,1 1 0 0 0,-1 1 0 0 0,13-2 0 0 0,-19 3 0 0 0,0 1 0 0 0,0 0 0 0 0,0 0 0 0 0,0 1 0 0 0,0-1 0 0 0,0 1 0 0 0,0 0 0 0 0,-1-1 0 0 0,1 1 0 0 0,0 0 0 0 0,0 1 0 0 0,-1-1 0 0 0,1 0 0 0 0,0 1 0 0 0,-1-1 0 0 0,0 1 0 0 0,1 0 0 0 0,-1 0 0 0 0,0 0 0 0 0,0 0 0 0 0,4 5 0 0 0,-3-4 0 0 0,0 0 0 0 0,0 0 0 0 0,1 0 0 0 0,0 0 0 0 0,-1 0 0 0 0,8 3 0 0 0,-7-4 0 0 0,0 0 0 0 0,0 1 0 0 0,0 0 0 0 0,-1 0 0 0 0,1 0 0 0 0,5 6 0 0 0,-5-4 39 0 0,0 1-1 0 0,-1 0 0 0 0,0-1 1 0 0,0 2-1 0 0,0-1 0 0 0,-1 0 1 0 0,3 10-1 0 0,0-2-9 0 0,-4-8-164 0 0,0-1 0 0 0,0 1 0 0 0,0 0 0 0 0,0-1 0 0 0,-1 1 0 0 0,0 0 0 0 0,0 0-1 0 0,-1-1 1 0 0,1 1 0 0 0,-1 0 0 0 0,-1-1 0 0 0,1 1 0 0 0,-4 9 0 0 0,0-3-766 0 0,-1-1 1 0 0,0 0 0 0 0,0 0-1 0 0,-1 0 1 0 0,-11 12 0 0 0,9-11-6530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6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76 10138 0 0,'-2'-1'639'0'0,"1"0"-1"0"0,0-1 0 0 0,0 1 1 0 0,0 0-1 0 0,0-1 0 0 0,0 1 1 0 0,1 0-1 0 0,-1-1 1 0 0,0 1-1 0 0,0-3 0 0 0,-2 0 2133 0 0,3 3-2706 0 0,0 1-1 0 0,0 0 1 0 0,0 0 0 0 0,0 0 0 0 0,0 0-1 0 0,-1 0 1 0 0,1-1 0 0 0,0 1 0 0 0,0 0-1 0 0,0 0 1 0 0,0 0 0 0 0,0 0 0 0 0,0-1-1 0 0,0 1 1 0 0,-1 0 0 0 0,1 0 0 0 0,0 0-1 0 0,0-1 1 0 0,0 1 0 0 0,0 0 0 0 0,0 0-1 0 0,0 0 1 0 0,0-1 0 0 0,0 1 0 0 0,0 0-1 0 0,0 0 1 0 0,0 0 0 0 0,0-1 0 0 0,0 1-1 0 0,1 0 1 0 0,-1 0 0 0 0,0 0 0 0 0,0-1-1 0 0,0 1 1 0 0,0 0 0 0 0,0 0 0 0 0,0 0-1 0 0,0-1 1 0 0,0 1 0 0 0,1 0 0 0 0,-1 0 0 0 0,0 0-1 0 0,0 0 1 0 0,0 0 0 0 0,0 0 0 0 0,1-1-1 0 0,-1 1 1 0 0,0 0 0 0 0,0 0 0 0 0,0 0-1 0 0,1 0 1 0 0,-1 0 0 0 0,0 0 0 0 0,0 0-1 0 0,1 0 441 0 0,3-1-361 0 0,20-3 196 0 0,35-10 0 0 0,-44 9-342 0 0,1 0 0 0 0,0 1 1 0 0,-1 1-1 0 0,1 0 0 0 0,1 1 0 0 0,-1 1 0 0 0,0 0 0 0 0,19 3 0 0 0,-29-2-80 0 0,0 0-1 0 0,1 0 1 0 0,-1 0-1 0 0,0-1 1 0 0,10-2-1 0 0,-15 3 71 0 0,-1 0 1 0 0,1 0-1 0 0,0 0 0 0 0,-1 0 0 0 0,1 0 0 0 0,0 0 0 0 0,0 0 0 0 0,-1 0 1 0 0,1 1-1 0 0,0-1 0 0 0,-1 0 0 0 0,1 0 0 0 0,0 1 0 0 0,-1-1 1 0 0,1 0-1 0 0,0 1 0 0 0,-1-1 0 0 0,1 0 0 0 0,-1 1 0 0 0,1-1 0 0 0,-1 1 1 0 0,1 0-1 0 0,11 16-329 0 0,-3-3 218 0 0,-9-14 131 0 0,1 1 0 0 0,-1-1 0 0 0,0 1 0 0 0,1 0 0 0 0,-1-1 0 0 0,0 1 0 0 0,1 0 0 0 0,-1 0 0 0 0,0-1 0 0 0,0 1 0 0 0,0 0 0 0 0,1 0 0 0 0,-1-1 0 0 0,0 1 0 0 0,0 0 0 0 0,0 1 0 0 0,0-2-83 0 0,0 3 17 0 0,-1 1 47 0 0,1-3 11 0 0,0 0 0 0 0,0 0 0 0 0,-1 0 0 0 0,1 0 0 0 0,0 0 0 0 0,0 0 0 0 0,1 0 0 0 0,-1 1 0 0 0,0-1 0 0 0,0 0 0 0 0,0 0 0 0 0,1 0 0 0 0,0 1 0 0 0,9 1 0 0 0,-11 7 9 0 0,-1 0 0 0 0,0-1 0 0 0,-1 1 0 0 0,0-1 0 0 0,0 0 0 0 0,-5 9 0 0 0,-32 60 94 0 0,16-35-77 0 0,16-27-4 0 0,-87 189 20 0 0,84-179-42 0 0,12-47 0 0 0,2 3-169 0 0,2-1 1 0 0,0 1-1 0 0,9-20 0 0 0,-9 25-268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6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10594 0 0,'3'-2'8978'0'0,"1"-4"-5623"0"0,-3 3-3379 0 0,1 1 1 0 0,-1-1-1 0 0,1 1 1 0 0,0 0 0 0 0,0 0-1 0 0,0 0 1 0 0,0 0 0 0 0,0 0-1 0 0,4-3 1 0 0,3 3 84 0 0,0-1 1 0 0,0 1 0 0 0,-1 1-1 0 0,1-1 1 0 0,1 2-1 0 0,-1-1 1 0 0,0 1-1 0 0,14 2 1 0 0,-7-1 49 0 0,24-2 0 0 0,9-6-1169 0 0,-55 11-2466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6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0 920 0 0,'0'1'313'0'0,"1"-1"-1"0"0,0 0 1 0 0,0 1-1 0 0,-1-1 1 0 0,1 0-1 0 0,0 1 1 0 0,-1-1-1 0 0,1 1 1 0 0,0-1-1 0 0,-1 1 1 0 0,1-1-1 0 0,-1 1 1 0 0,1 0 0 0 0,-1-1-1 0 0,1 1 1 0 0,-1 0-1 0 0,0-1 1 0 0,1 3-1 0 0,6 12 2341 0 0,24 151 2533 0 0,-27-134-4644 0 0,-2 1-1 0 0,-1 0 1 0 0,-5 36 0 0 0,4-62-504 0 0,-1-1 0 0 0,0 0 0 0 0,0 1 0 0 0,0-1 0 0 0,-1 0 0 0 0,0 0 0 0 0,0 0 0 0 0,-1 0 0 0 0,-6 10 0 0 0,9-16-89 0 0,0-1 1 0 0,0 1-1 0 0,0 0 0 0 0,0 0 1 0 0,0 0-1 0 0,0 0 1 0 0,0 0-1 0 0,0-1 1 0 0,0 1-1 0 0,0 0 1 0 0,0 0-1 0 0,0 0 1 0 0,0 0-1 0 0,0 0 0 0 0,0 0 1 0 0,0-1-1 0 0,0 1 1 0 0,0 0-1 0 0,0 0 1 0 0,0 0-1 0 0,-1 0 1 0 0,1 0-1 0 0,0 0 0 0 0,0 0 1 0 0,0 0-1 0 0,0-1 1 0 0,0 1-1 0 0,0 0 1 0 0,0 0-1 0 0,-1 0 1 0 0,1 0-1 0 0,0 0 1 0 0,0 0-1 0 0,0 0 0 0 0,0 0 1 0 0,0 0-1 0 0,-1 0 1 0 0,1 0-1 0 0,0 0 1 0 0,0 0-1 0 0,0 0 1 0 0,0 0-1 0 0,0 0 0 0 0,-1 0 1 0 0,1 0-1 0 0,0 0 1 0 0,0 0-1 0 0,0 0 1 0 0,0 0-1 0 0,0 0 1 0 0,0 0-1 0 0,-1 1 1 0 0,1-1-1 0 0,0 0 0 0 0,0 0 1 0 0,0 0-1 0 0,2-17-2573 0 0,-2 13 1951 0 0,0-4-294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7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28 5497 0 0,'0'0'25'0'0,"1"0"-1"0"0,-1 0 1 0 0,0 0 0 0 0,1 0-1 0 0,-1 0 1 0 0,0 0 0 0 0,1 0-1 0 0,-1 0 1 0 0,0-1 0 0 0,1 1-1 0 0,-1 0 1 0 0,0 0 0 0 0,1 0-1 0 0,-1 0 1 0 0,0-1 0 0 0,0 1-1 0 0,1 0 1 0 0,-1 0 0 0 0,0-1-1 0 0,0 1 1 0 0,1 0 0 0 0,-1 0-1 0 0,0-1 1 0 0,0 1-1 0 0,0 0 1 0 0,0-1 0 0 0,1 1-1 0 0,-1 0 1 0 0,0-1 0 0 0,0 1-1 0 0,0 0 1 0 0,0-1 0 0 0,0 1-1 0 0,0 0 1 0 0,0-1 0 0 0,0 1-1 0 0,0 0 1 0 0,0-1 0 0 0,0 1-1 0 0,0-1 1 0 0,0 1 0 0 0,0 0-1 0 0,0-1 1 0 0,-1 1-1 0 0,1 0 1 0 0,0 0 0 0 0,0-1-1 0 0,0 1 1 0 0,0 0 0 0 0,-1-1-1 0 0,1 1 1 0 0,0 0 0 0 0,0 0-1 0 0,-1-1 1 0 0,1 1 0 0 0,0 0-1 0 0,0 0 1 0 0,-1-1 0 0 0,1 1-1 0 0,0 0 1 0 0,-1 0 0 0 0,-1-2 186 0 0,1 1 0 0 0,-1 0 0 0 0,1 0 0 0 0,-1 0 1 0 0,1 0-1 0 0,-1 0 0 0 0,0 0 0 0 0,0 0 0 0 0,0 0 0 0 0,-2 0 1 0 0,0 1 81 0 0,0 0 1 0 0,0 0-1 0 0,0 1 1 0 0,0 0-1 0 0,0 0 0 0 0,1 0 1 0 0,-1 0-1 0 0,0 0 1 0 0,1 1-1 0 0,-1-1 1 0 0,1 1-1 0 0,-7 4 1 0 0,-3 3 491 0 0,-20 21 1 0 0,22-21-342 0 0,-2 5 150 0 0,12-13-681 0 0,0 0 0 0 0,1 0 1 0 0,-1-1-1 0 0,1 1 0 0 0,0 0 0 0 0,-1 0 0 0 0,1-1 0 0 0,-1 1 1 0 0,1 0-1 0 0,0 0 0 0 0,0 0 0 0 0,0 0 0 0 0,-1-1 0 0 0,1 1 1 0 0,0 0-1 0 0,0 0 0 0 0,0 0 0 0 0,0 0 0 0 0,1 1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5 10138 0 0,'1'-1'290'0'0,"0"1"-1"0"0,-1-1 1 0 0,1 1-1 0 0,0-1 1 0 0,1 1-1 0 0,-1 0 1 0 0,0-1-1 0 0,0 1 1 0 0,0 0-1 0 0,0 0 1 0 0,0 0-1 0 0,0 0 1 0 0,0 0-1 0 0,0 0 1 0 0,0 0-1 0 0,0 0 1 0 0,0 0-1 0 0,2 1 1 0 0,-2-1-92 0 0,0 1-1 0 0,-1-1 1 0 0,1 1-1 0 0,0-1 1 0 0,-1 1 0 0 0,1-1-1 0 0,-1 1 1 0 0,1 0-1 0 0,-1-1 1 0 0,1 1 0 0 0,-1 0-1 0 0,1-1 1 0 0,-1 1-1 0 0,0 0 1 0 0,1 0 0 0 0,-1 0-1 0 0,0-1 1 0 0,1 3-1 0 0,-1 1 65 0 0,1 0-1 0 0,-1 0 1 0 0,0 0-1 0 0,0 0 0 0 0,0 0 1 0 0,-1 0-1 0 0,1 0 1 0 0,-3 6-1 0 0,-25 83 224 0 0,-12 43 233 0 0,38-122-2751 0 0,3-8-264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7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5985 0 0,'1'0'148'0'0,"0"1"0"0"0,0-1 0 0 0,0 0 0 0 0,0 0 0 0 0,0 1 0 0 0,0-1 0 0 0,-1 1 0 0 0,1-1 0 0 0,0 1 0 0 0,0-1 0 0 0,0 1 0 0 0,0-1 0 0 0,-1 1 0 0 0,1 0 0 0 0,0-1 0 0 0,-1 1 0 0 0,1 0 0 0 0,-1 0 0 0 0,1-1 0 0 0,-1 1 0 0 0,1 0 0 0 0,-1 0 0 0 0,1 1 0 0 0,-1 0 288 0 0,0 0 0 0 0,0 0 0 0 0,0 0 0 0 0,-1 0 0 0 0,1 0 0 0 0,-1 0-1 0 0,1 0 1 0 0,-1 0 0 0 0,0 0 0 0 0,-1 3 0 0 0,-3 8 198 0 0,0 1-1 0 0,0 1 1 0 0,2-1-1 0 0,0 0 1 0 0,-2 21-1 0 0,4-25-304 0 0,1-1 0 0 0,0 1-1 0 0,1 0 1 0 0,0 0-1 0 0,1-1 1 0 0,0 1-1 0 0,0-1 1 0 0,1 1 0 0 0,4 10-1 0 0,-6-18-310 0 0,0 1-1 0 0,1 0 0 0 0,-1 0 0 0 0,1 0 1 0 0,0-1-1 0 0,0 1 0 0 0,0-1 1 0 0,0 1-1 0 0,0-1 0 0 0,1 0 1 0 0,-1 0-1 0 0,0 0 0 0 0,1 0 0 0 0,0 0 1 0 0,-1-1-1 0 0,1 1 0 0 0,5 1 1 0 0,-3-1 23 0 0,-1-1 1 0 0,1-1 0 0 0,-1 1-1 0 0,1-1 1 0 0,-1 1 0 0 0,1-1 0 0 0,-1-1-1 0 0,1 1 1 0 0,0-1 0 0 0,-1 1-1 0 0,5-3 1 0 0,8-2 70 0 0,-1-1-1 0 0,-1-1 1 0 0,1 0 0 0 0,-1-1-1 0 0,19-14 1 0 0,-22 15-112 0 0,-9 5 0 0 0,0 0 0 0 0,0 1 0 0 0,0-1 0 0 0,0-1 0 0 0,0 1 0 0 0,0 0 0 0 0,0-1 0 0 0,-1 1 0 0 0,1-1 0 0 0,1-3 0 0 0,-4 6 0 0 0,-1 0 3 0 0,-5 3-39 0 0,-4 2-131 0 0,-9 4-324 0 0,7-3-6184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8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2 7370 0 0,'4'-1'480'0'0,"0"1"-1"0"0,1 0 1 0 0,-1 0 0 0 0,0 0 0 0 0,8 1 0 0 0,-12-1-292 0 0,1 0 1 0 0,0 1-1 0 0,-1-1 0 0 0,1 0 0 0 0,-1 0 1 0 0,1 0-1 0 0,-1 1 0 0 0,1-1 0 0 0,-1 0 1 0 0,1 1-1 0 0,-1-1 0 0 0,1 0 0 0 0,-1 1 0 0 0,0-1 1 0 0,1 1-1 0 0,-1-1 0 0 0,1 1 0 0 0,-1-1 1 0 0,0 1-1 0 0,1 0 0 0 0,-1 0 34 0 0,0 0 0 0 0,0 0 0 0 0,0 0 0 0 0,0 0 1 0 0,0 0-1 0 0,0 0 0 0 0,0-1 0 0 0,0 1 0 0 0,0 0 0 0 0,-1 0 0 0 0,1 0 0 0 0,0 0 0 0 0,-1 0 0 0 0,1 0 1 0 0,0 0-1 0 0,-1-1 0 0 0,0 2 0 0 0,-12 18 720 0 0,-1-1-1 0 0,-26 28 1 0 0,-12 17-882 0 0,45-51-975 0 0,10-12-264 0 0,6-6 560 0 0,15-10-796 0 0,30-14 0 0 0,70-24 1308 0 0,-119 52 190 0 0,-1-1 0 0 0,0 1 1 0 0,1-1-1 0 0,-1 1 0 0 0,1 0 0 0 0,9 0 0 0 0,-13 1-41 0 0,0 0 1 0 0,0 0-1 0 0,0 0 1 0 0,0 1-1 0 0,0-1 1 0 0,0 0 0 0 0,0 1-1 0 0,0-1 1 0 0,0 0-1 0 0,0 1 1 0 0,0-1-1 0 0,0 1 1 0 0,0-1-1 0 0,0 1 1 0 0,0 0-1 0 0,0-1 1 0 0,-1 1-1 0 0,1 0 1 0 0,0 0-1 0 0,0 0 1 0 0,-1-1-1 0 0,1 1 1 0 0,-1 0-1 0 0,1 0 1 0 0,-1 0-1 0 0,1 0 1 0 0,-1 0 0 0 0,1 0-1 0 0,-1 0 1 0 0,0 0-1 0 0,0 0 1 0 0,1 0-1 0 0,-1 0 1 0 0,0 0-1 0 0,0 2 1 0 0,0 29 281 0 0,0 1 1 0 0,-2-1-1 0 0,-9 42 1 0 0,7-41 41 0 0,-1 3-41 0 0,-2 0 0 0 0,0 0 0 0 0,-3-1 0 0 0,-24 61-1 0 0,32-93-317 0 0,0 1 0 0 0,0 0 0 0 0,0-1 0 0 0,0 0 0 0 0,-1 1-1 0 0,1-1 1 0 0,-5 4 0 0 0,6-6-27 0 0,0-1 1 0 0,0 1-1 0 0,0 0 0 0 0,1-1 0 0 0,-1 1 1 0 0,0-1-1 0 0,0 1 0 0 0,0-1 0 0 0,0 0 1 0 0,0 1-1 0 0,-1-1 0 0 0,1 0 0 0 0,0 0 1 0 0,0 1-1 0 0,0-1 0 0 0,0 0 0 0 0,0 0 1 0 0,0 0-1 0 0,0-1 0 0 0,0 1 0 0 0,0 0 1 0 0,0 0-1 0 0,-1 0 0 0 0,1-1 0 0 0,0 1 1 0 0,0-1-1 0 0,0 1 0 0 0,0-1 0 0 0,1 1 0 0 0,-1-1 1 0 0,-2-1-1 0 0,-7-6-1238 0 0,-17-18 1 0 0,17 16-622 0 0,2 2-3944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8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5065 0 0,'0'-1'373'0'0,"1"1"0"0"0,0-1 0 0 0,-1 0-1 0 0,1 0 1 0 0,0 0 0 0 0,-1 0 0 0 0,1 0 0 0 0,-1 1-1 0 0,1-1 1 0 0,-1 0 0 0 0,0 0 0 0 0,1 0 0 0 0,-1 0-1 0 0,0-2 1 0 0,7-12 5103 0 0,-4 13-5295 0 0,-1 1 1 0 0,0-1-1 0 0,1 1 1 0 0,0-1-1 0 0,-1 1 0 0 0,1 0 1 0 0,0 0-1 0 0,-1 0 1 0 0,1 0-1 0 0,0 1 1 0 0,0-1-1 0 0,0 1 0 0 0,0-1 1 0 0,0 1-1 0 0,0 0 1 0 0,0 0-1 0 0,4 1 1 0 0,8 1 828 0 0,0 1 1 0 0,16 5 0 0 0,-21-6-885 0 0,115 35-4987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9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11058 0 0,'2'-1'373'0'0,"0"0"-1"0"0,0 1 0 0 0,0-1 0 0 0,0 0 1 0 0,0 0-1 0 0,0 0 0 0 0,-1-1 1 0 0,1 1-1 0 0,3-3 0 0 0,-4 3 265 0 0,1 0 1 0 0,0-1-1 0 0,-1 1 0 0 0,1 0 0 0 0,0 0 0 0 0,-1 0 1 0 0,1 0-1 0 0,3 0 0 0 0,-4 0-588 0 0,0 1 0 0 0,1 0 0 0 0,-1 0 0 0 0,0 0 0 0 0,1 0-1 0 0,-1 0 1 0 0,0 0 0 0 0,1 0 0 0 0,-1 1 0 0 0,2 0 0 0 0,68 15-3319 0 0,-59-12-3232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49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10138 0 0,'1'0'597'0'0,"0"0"0"0"0,0 0-1 0 0,0 1 1 0 0,0-1 0 0 0,0 0-1 0 0,0 0 1 0 0,0 0 0 0 0,0 0 0 0 0,0-1-1 0 0,0 1 1 0 0,0 0 0 0 0,0 0-1 0 0,1-1 1 0 0,12-6 2969 0 0,0 0-3573 0 0,5 2-291 0 0,0 0-1 0 0,0 1 1 0 0,0 1-1 0 0,1 1 1 0 0,23 1-1 0 0,-24 0-6998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1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36 112 10138 0 0,'-36'-46'13039'0'0,"42"45"-12483"0"0,-4 1-196 0 0,64-11-132 0 0,-28 5 2 0 0,51-13 0 0 0,-79 16-232 0 0,12-4-36 0 0,1 1 0 0 0,30-5-1 0 0,-47 11 33 0 0,0-1-1 0 0,-1 1 0 0 0,1-1 1 0 0,0 2-1 0 0,0-1 1 0 0,0 1-1 0 0,-1 0 0 0 0,1 0 1 0 0,0 0-1 0 0,-1 1 1 0 0,1 0-1 0 0,-1 0 0 0 0,1 0 1 0 0,8 6-1 0 0,-12-6-17 0 0,0 0 0 0 0,-1 0 0 0 0,1 0 0 0 0,-1 0 0 0 0,1 0-1 0 0,-1 0 1 0 0,0 0 0 0 0,0 1 0 0 0,0-1 0 0 0,0 0 0 0 0,0 1 0 0 0,0-1-1 0 0,-1 1 1 0 0,1-1 0 0 0,-1 1 0 0 0,0-1 0 0 0,0 6 0 0 0,1-2-33 0 0,-1 1 0 0 0,-1 0 0 0 0,0-1 0 0 0,0 1 0 0 0,-3 11 0 0 0,-1-4-282 0 0,0-1 0 0 0,-14 24 0 0 0,2-12-6448 0 0,11-15-100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1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3225 0 0,'2'0'240'0'0,"-1"0"-52"0"0,2 1 1487 0 0,1-1 1 0 0,-1 0-1 0 0,1 1 1 0 0,-1 0-1 0 0,7 2 1 0 0,16 10 2407 0 0,-11-3-2726 0 0,17 14 0 0 0,-26-19-1226 0 0,0-1 0 0 0,-1 1 0 0 0,0 0-1 0 0,1 1 1 0 0,-2-1 0 0 0,1 1 0 0 0,-1 0 0 0 0,1 1 0 0 0,-2-1 0 0 0,1 1 0 0 0,-1-1-1 0 0,0 1 1 0 0,0 0 0 0 0,-1 0 0 0 0,3 14 0 0 0,-4-13-98 0 0,0-1 1 0 0,-1 0 0 0 0,0 0-1 0 0,0 1 1 0 0,0-1-1 0 0,-1 0 1 0 0,-4 14-1 0 0,4-16-293 0 0,-1 0-1 0 0,0-1 1 0 0,1 1-1 0 0,-2-1 0 0 0,1 0 1 0 0,-1 1-1 0 0,1-1 1 0 0,-1 0-1 0 0,0 0 0 0 0,0-1 1 0 0,-1 1-1 0 0,-6 5 0 0 0,1-4-6821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30 6449 0 0,'21'-11'1204'0'0,"-15"7"794"0"0,0 1 0 0 0,1 0 0 0 0,0 0 1 0 0,10-2-1 0 0,-17 5-1951 0 0,0 0 1 0 0,0 0-1 0 0,0 0 1 0 0,0 0-1 0 0,0 0 1 0 0,0 0-1 0 0,1 0 1 0 0,-1 0-1 0 0,0 0 1 0 0,0 0-1 0 0,0 0 1 0 0,0 0-1 0 0,0 0 1 0 0,0 0-1 0 0,0 0 1 0 0,0 0-1 0 0,1 0 0 0 0,-1 0 1 0 0,0 0-1 0 0,0 0 1 0 0,0 0-1 0 0,0 0 1 0 0,0 0-1 0 0,0 0 1 0 0,0 0-1 0 0,0 0 1 0 0,0 0-1 0 0,1 0 1 0 0,-1 0-1 0 0,0 0 1 0 0,0 0-1 0 0,0 0 1 0 0,0 0-1 0 0,0 1 1 0 0,0-1-1 0 0,0 0 1 0 0,0 0-1 0 0,0 0 1 0 0,0 0-1 0 0,0 0 1 0 0,0 0-1 0 0,0 0 1 0 0,0 0-1 0 0,0 0 1 0 0,0 1-1 0 0,0-1 1 0 0,0 0-1 0 0,0 0 1 0 0,0 0-1 0 0,0 0 0 0 0,0 0 1 0 0,-3 8 760 0 0,-6 5-316 0 0,-12 11-159 0 0,-1-2 0 0 0,-1 0 0 0 0,-26 18 1 0 0,-81 50-640 0 0,102-71 133 0 0,-2 5-2147 0 0,19-14-3653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2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3225 0 0,'2'0'280'0'0,"0"-1"1"0"0,0 1 0 0 0,0 0 0 0 0,0 0-1 0 0,0 0 1 0 0,0 1 0 0 0,0-1 0 0 0,0 0 0 0 0,-1 1-1 0 0,1-1 1 0 0,0 1 0 0 0,0 0 0 0 0,0-1-1 0 0,0 1 1 0 0,0 0 0 0 0,-1 0 0 0 0,1 0-1 0 0,0 1 1 0 0,-1-1 0 0 0,1 0 0 0 0,-1 1-1 0 0,0-1 1 0 0,1 1 0 0 0,-1-1 0 0 0,0 1-1 0 0,0-1 1 0 0,0 1 0 0 0,0 0 0 0 0,0 0-1 0 0,1 2 1 0 0,2 7 631 0 0,0-1-1 0 0,-1 1 1 0 0,0 0-1 0 0,1 15 1 0 0,-2-16-836 0 0,5 35 750 0 0,3 85-1 0 0,-11-124-2931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3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7834 0 0,'23'5'1668'0'0,"17"1"7035"0"0,-21-6-7545 0 0,5-1-787 0 0,1 1 1 0 0,-1 1-1 0 0,1 1 1 0 0,44 10 0 0 0,-66-11-394 0 0,0-1 0 0 0,1 1 1 0 0,-1 0-1 0 0,0 0 0 0 0,0 1 1 0 0,0-1-1 0 0,0 0 0 0 0,0 1 0 0 0,0 0 1 0 0,0 0-1 0 0,3 3 0 0 0,-4-3 5 0 0,0 0 0 0 0,0 0-1 0 0,-1 1 1 0 0,1-1 0 0 0,-1 0-1 0 0,0 1 1 0 0,0-1 0 0 0,0 1-1 0 0,0 0 1 0 0,0-1 0 0 0,0 1-1 0 0,-1 0 1 0 0,1-1 0 0 0,-1 5-1 0 0,8 79-91 0 0,15 113-278 0 0,-22-186 178 0 0,-1-10 6 0 0,-2-9-10 0 0,-7-22-3079 0 0,4 17-2689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3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3681 0 0,'0'0'284'0'0,"6"-17"6027"0"0,-4 14-5494 0 0,-1 0 0 0 0,0 0 0 0 0,1 0 0 0 0,0 1 0 0 0,-1-1 1 0 0,1 0-1 0 0,0 1 0 0 0,1-1 0 0 0,1-1 0 0 0,-2 3-610 0 0,-1 0 0 0 0,1 0 0 0 0,0 0 0 0 0,-1 0 0 0 0,1 1 0 0 0,0-1 0 0 0,-1 1 0 0 0,1-1 0 0 0,0 1 0 0 0,0 0 0 0 0,0-1 0 0 0,-1 1 0 0 0,1 0 0 0 0,0 0 0 0 0,0 0 0 0 0,0 1 0 0 0,-1-1-1 0 0,4 1 1 0 0,10 2 50 0 0,0-2-1 0 0,0 1 0 0 0,31-3 1 0 0,45-10-1308 0 0,-84 10 871 0 0,6 0-709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3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6913 0 0,'3'1'989'0'0,"0"-1"0"0"0,0 1 0 0 0,1 0 0 0 0,-1-1 0 0 0,0 0 0 0 0,1 0-1 0 0,-1 0 1 0 0,0 0 0 0 0,0 0 0 0 0,7-2 0 0 0,10-1 727 0 0,-12 4-1572 0 0,1-1 0 0 0,-1 1 1 0 0,1 1-1 0 0,-1 0 0 0 0,0 0 0 0 0,1 0 1 0 0,-1 1-1 0 0,0 0 0 0 0,-1 1 1 0 0,13 7-1 0 0,-10 1-556 0 0,-7-2-5380 0 0,-3-2-608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3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5985 0 0,'2'1'243'0'0,"1"-1"1"0"0,-1 1-1 0 0,0-1 0 0 0,0 1 0 0 0,0-1 0 0 0,1 0 1 0 0,-1 0-1 0 0,0 0 0 0 0,0 0 0 0 0,0-1 0 0 0,1 1 0 0 0,-1-1 1 0 0,4 0-1 0 0,29-15 4303 0 0,-15 6-3063 0 0,-4 4-278 0 0,0 0 0 0 0,1 1 0 0 0,18-3 0 0 0,51-3-174 0 0,-26 3-1677 0 0,-38 4-230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4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57 13827 0 0,'0'0'1431'0'0,"-1"0"-1292"0"0,1 0-28 0 0,0 0 1 0 0,0 0 0 0 0,0 0-1 0 0,-1 0 1 0 0,1 0 0 0 0,0 0-1 0 0,0 0 1 0 0,0 0 0 0 0,0 0-1 0 0,0 0 1 0 0,-1 0-1 0 0,1 0 1 0 0,-1-1 1005 0 0,1 1-1006 0 0,0 0 1 0 0,0 0 0 0 0,0-1-1 0 0,-1 1 1 0 0,1 0 0 0 0,0 0-1 0 0,0 0 1 0 0,0 0 0 0 0,0 0-1 0 0,0-1 1 0 0,0 1 0 0 0,0 0-1 0 0,0 0 1 0 0,0 0 0 0 0,0 0-1 0 0,0-1 1 0 0,0 1-1 0 0,0 0 1 0 0,0 0 0 0 0,0 0-1 0 0,0 0 1 0 0,0-1 0 0 0,0 1-1 0 0,0 0 1 0 0,0 0 0 0 0,1-1 1004 0 0,0 1-1004 0 0,-1-1 0 0 0,0 1-1 0 0,0 0 1 0 0,0 0 0 0 0,1 0-1 0 0,1-3-59 0 0,0 1 0 0 0,0-1 0 0 0,1 1 0 0 0,-1 0 0 0 0,1 0 0 0 0,-1 0 0 0 0,1 0 0 0 0,0 0 0 0 0,0 0 0 0 0,0 1-1 0 0,0-1 1 0 0,0 1 0 0 0,0 0 0 0 0,1 0 0 0 0,-1 0 0 0 0,0 1 0 0 0,5-1 0 0 0,13 0 144 0 0,1 1 0 0 0,-1 1 0 0 0,0 1 0 0 0,29 6 0 0 0,-29-3-20 0 0,1-2-1 0 0,0-1 0 0 0,-1 0 0 0 0,26-3 0 0 0,-36 1-216 0 0,-7 0 9 0 0,0 0-1 0 0,-1 0 0 0 0,1 0 1 0 0,0-1-1 0 0,-1 1 0 0 0,1-1 0 0 0,-1 0 1 0 0,1 0-1 0 0,-1 0 0 0 0,1-1 1 0 0,3-1-1 0 0,-7 2 3 0 0,1 1-1 0 0,-1-1 1 0 0,0 1 0 0 0,0-1-1 0 0,0 1 1 0 0,0-1-1 0 0,0 1 1 0 0,0-1 0 0 0,0 0-1 0 0,0 1 1 0 0,0-1-1 0 0,0 1 1 0 0,0-1 0 0 0,0 1-1 0 0,0-1 1 0 0,0 1 0 0 0,0-1-1 0 0,0 1 1 0 0,0-1-1 0 0,-1 1 1 0 0,1-1 0 0 0,0 1-1 0 0,-1-1 1 0 0,1 1 0 0 0,0-1-1 0 0,0 1 1 0 0,-1-1-1 0 0,1 1 1 0 0,-1 0 0 0 0,1-1-1 0 0,0 1 1 0 0,-2-1 0 0 0,1 0-76 0 0,-1-1 0 0 0,1 1 1 0 0,-1-1-1 0 0,0 1 1 0 0,1 0-1 0 0,-1 0 1 0 0,-3-2-1 0 0,2 3-188 0 0,1-1 1 0 0,-1 1-1 0 0,1 0 0 0 0,-1 0 0 0 0,1 0 1 0 0,-1 0-1 0 0,0 0 0 0 0,1 1 0 0 0,-1-1 1 0 0,1 1-1 0 0,-4 1 0 0 0,-4 2-6863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5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3681 0 0,'12'1'1237'0'0,"-1"2"5241"0"0,-11-3-6142 0 0,1 0 0 0 0,-1 1 1 0 0,1-1-1 0 0,-1 1 0 0 0,0-1 0 0 0,1 1 1 0 0,-1-1-1 0 0,0 1 0 0 0,1-1 1 0 0,-1 1-1 0 0,0-1 0 0 0,0 1 1 0 0,1-1-1 0 0,-1 1 0 0 0,0-1 0 0 0,0 1 1 0 0,0 0-1 0 0,0 12 146 0 0,-3 8 585 0 0,-1 1 1 0 0,-1-1 0 0 0,-11 28 0 0 0,8-26-909 0 0,1 0 1 0 0,-5 33-1 0 0,11-51-133 0 0,1-1 0 0 0,-1 1 1 0 0,1 0-1 0 0,0 0 0 0 0,1-1 1 0 0,-1 1-1 0 0,1 0 0 0 0,0-1 1 0 0,0 1-1 0 0,0 0 0 0 0,3 4 1 0 0,-3-6-6 0 0,1 0 0 0 0,-1-1 1 0 0,1 0-1 0 0,0 1 0 0 0,0-1 0 0 0,0 0 1 0 0,0 0-1 0 0,0 0 0 0 0,0 0 0 0 0,0 0 1 0 0,1 0-1 0 0,-1-1 0 0 0,1 1 0 0 0,-1-1 1 0 0,1 0-1 0 0,0 0 0 0 0,-1 0 0 0 0,7 2 1 0 0,1-2 24 0 0,1 1 1 0 0,-1-1 0 0 0,1-1-1 0 0,17-1 1 0 0,-14 0 95 0 0,24 2 0 0 0,-34 0-128 0 0,2-1-1 0 0,-1 1 1 0 0,1 0 0 0 0,-1 0 0 0 0,9 4-1 0 0,-13-5-16 0 0,0 0 0 0 0,0 1 0 0 0,0-1 0 0 0,0 0-1 0 0,-1 1 1 0 0,1 0 0 0 0,0-1 0 0 0,0 1-1 0 0,0-1 1 0 0,-1 1 0 0 0,1 0 0 0 0,0-1 0 0 0,-1 1-1 0 0,1 0 1 0 0,-1 0 0 0 0,1 0 0 0 0,0 0-1 0 0,-1-1 1 0 0,0 1 0 0 0,1 0 0 0 0,-1 0 0 0 0,0 0-1 0 0,1 0 1 0 0,-1 0 0 0 0,0 0 0 0 0,0 0-1 0 0,0 0 1 0 0,0 0 0 0 0,0 0 0 0 0,0 0 0 0 0,0 0-1 0 0,0 2 1 0 0,0-3-11 0 0,-1 1 0 0 0,1-1 0 0 0,0 1 0 0 0,0-1-1 0 0,0 1 1 0 0,-1-1 0 0 0,1 0 0 0 0,0 1 0 0 0,0-1 0 0 0,-1 1 0 0 0,1-1-1 0 0,0 0 1 0 0,-1 1 0 0 0,1-1 0 0 0,0 0 0 0 0,-1 1 0 0 0,1-1 0 0 0,-1 0-1 0 0,1 1 1 0 0,0-1 0 0 0,-1 0 0 0 0,1 0 0 0 0,-1 0 0 0 0,1 0 0 0 0,-1 1-1 0 0,1-1 1 0 0,-1 0 0 0 0,1 0 0 0 0,-1 0 0 0 0,1 0 0 0 0,-1 0 0 0 0,1 0-1 0 0,-1 0 1 0 0,1 0 0 0 0,-1 0 0 0 0,1 0 0 0 0,-1-1 0 0 0,1 1 0 0 0,-1 0-1 0 0,-22-10-3542 0 0,18 8-572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0:55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35 2304 0 0,'2'-1'405'0'0,"-1"1"0"0"0,0-1 0 0 0,0 1 0 0 0,0-1 0 0 0,0 0 0 0 0,0 1 0 0 0,1-1 0 0 0,-1 0 0 0 0,-1 0 0 0 0,1 0 0 0 0,0 0 0 0 0,0 0 0 0 0,0 0 0 0 0,0 0 0 0 0,-1 0 0 0 0,1 0 0 0 0,0 0 0 0 0,-1 0 0 0 0,1-2 0 0 0,0 3-302 0 0,-1-1-1 0 0,0 1 0 0 0,0 0 1 0 0,1-1-1 0 0,-1 1 0 0 0,0 0 0 0 0,0-1 1 0 0,0 1-1 0 0,0 0 0 0 0,1-1 1 0 0,-1 1-1 0 0,0 0 0 0 0,0-1 1 0 0,0 1-1 0 0,0-1 0 0 0,0 1 0 0 0,0 0 1 0 0,0-1-1 0 0,0 1 0 0 0,0-1 1 0 0,0 1-1 0 0,0 0 0 0 0,0-1 0 0 0,0 1 1 0 0,-1 0-1 0 0,1-1 0 0 0,0 1 1 0 0,0-1-1 0 0,0 1 0 0 0,0 0 0 0 0,-1-1 1 0 0,1 1-1 0 0,0 0 0 0 0,0 0 1 0 0,-1-1-1 0 0,1 1 0 0 0,0 0 1 0 0,0 0-1 0 0,-1-1 0 0 0,1 1 0 0 0,0 0 1 0 0,-1 0-1 0 0,1 0 0 0 0,0-1 1 0 0,-1 1-1 0 0,1 0 0 0 0,-1 0 0 0 0,1 0 1 0 0,0 0-1 0 0,-1 0 0 0 0,1 0 1 0 0,0 0-1 0 0,-1 0 0 0 0,1 0 0 0 0,-1 0 1 0 0,1 0-1 0 0,0 0 0 0 0,-1 0 1 0 0,1 0-1 0 0,-1 0 0 0 0,1 0 1 0 0,0 0-1 0 0,-1 1 0 0 0,1-1 0 0 0,-1 0 1 0 0,-2 2 145 0 0,-1-1 1 0 0,0 1-1 0 0,1 0 1 0 0,0 0-1 0 0,-1 0 1 0 0,1 0-1 0 0,0 0 1 0 0,0 1-1 0 0,0 0 1 0 0,-3 3-1 0 0,-23 31 505 0 0,23-28-716 0 0,1 0 0 0 0,1 0 0 0 0,-1 0 0 0 0,2 0 0 0 0,-1 1 0 0 0,1-1 0 0 0,1 1 1 0 0,-3 17-1 0 0,4-22 38 0 0,1 0-1 0 0,-1 1 1 0 0,1-1 0 0 0,0 0 0 0 0,1 0-1 0 0,-1 1 1 0 0,1-1 0 0 0,0 0 0 0 0,0 0 0 0 0,1 0-1 0 0,-1 0 1 0 0,1 0 0 0 0,0 0 0 0 0,1-1 0 0 0,-1 1-1 0 0,1 0 1 0 0,0-1 0 0 0,5 6 0 0 0,-5-7-20 0 0,0 0 0 0 0,1-1 1 0 0,-1 0-1 0 0,1 1 0 0 0,0-1 1 0 0,0-1-1 0 0,0 1 1 0 0,-1-1-1 0 0,2 1 0 0 0,-1-1 1 0 0,6 1-1 0 0,2-1 37 0 0,-1 0 0 0 0,0 0 0 0 0,13-1 0 0 0,-7-1-34 0 0,0-1 0 0 0,-1 0 0 0 0,31-9 0 0 0,-34 5-69 0 0,-15 4-736 0 0,-5 1-1436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0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18 12443 0 0,'4'-14'5695'0'0,"-1"11"-3448"0"0,1 10-1221 0 0,-2 8-549 0 0,0 1-1 0 0,-1 26 1 0 0,2 12-88 0 0,2-15-186 0 0,-2 0 0 0 0,-1 0 0 0 0,-2 0 0 0 0,-2 0 0 0 0,-1 0 0 0 0,-12 51 0 0 0,15-90-200 0 0,-1 4 10 0 0,1 0 0 0 0,-1 0 0 0 0,-1 0 0 0 0,1-1 0 0 0,-1 1 0 0 0,1 0 0 0 0,-1-1 0 0 0,-4 7 0 0 0,3-11 0 0 0,2-6-26 0 0,2-7-207 0 0,2-1-351 0 0,1 0 1 0 0,0 0 0 0 0,1 1 0 0 0,1 0 0 0 0,13-24 0 0 0,-8 15-7069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1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9674 0 0,'3'2'270'0'0,"0"-1"1"0"0,0 1-1 0 0,0 0 1 0 0,0 0-1 0 0,-1 0 0 0 0,1 0 1 0 0,-1 0-1 0 0,1 1 1 0 0,-1-1-1 0 0,0 1 0 0 0,0-1 1 0 0,0 1-1 0 0,0 0 1 0 0,-1 0-1 0 0,1 0 0 0 0,-1 0 1 0 0,0 0-1 0 0,0 0 1 0 0,1 4-1 0 0,1 3 673 0 0,0 0 0 0 0,-1 1 0 0 0,-1-1-1 0 0,1 20 1 0 0,-4-5-557 0 0,-1 0-1 0 0,-1 0 0 0 0,-1 0 1 0 0,-1-1-1 0 0,-2 0 1 0 0,-10 24-1 0 0,16-43-356 0 0,0 0-1 0 0,0 0 1 0 0,0-1-1 0 0,-1 1 1 0 0,0-1-1 0 0,0 1 1 0 0,0-1-1 0 0,-1 0 1 0 0,0 0-1 0 0,-6 6 1 0 0,8-9-29 0 0,0 0-1 0 0,0 1 1 0 0,0-1 0 0 0,0 0 0 0 0,0-1-1 0 0,0 1 1 0 0,0 0 0 0 0,0 0 0 0 0,0-1-1 0 0,0 1 1 0 0,0-1 0 0 0,0 0 0 0 0,0 0-1 0 0,0 0 1 0 0,0 0 0 0 0,-1 0 0 0 0,1 0 0 0 0,0 0-1 0 0,0-1 1 0 0,0 1 0 0 0,0-1 0 0 0,0 0-1 0 0,0 1 1 0 0,0-1 0 0 0,0 0 0 0 0,0 0-1 0 0,0 0 1 0 0,-3-3 0 0 0,-4-2-113 0 0,0-1-1 0 0,1 0 1 0 0,0 0-1 0 0,0-1 1 0 0,-13-16 0 0 0,21 23 82 0 0,0 1 1 0 0,-1-1 0 0 0,1 0 0 0 0,0 1-1 0 0,0-1 1 0 0,0 0 0 0 0,0 0-1 0 0,0 1 1 0 0,-1-1 0 0 0,1 0 0 0 0,1 1-1 0 0,-1-1 1 0 0,0 0 0 0 0,0 0 0 0 0,0 1-1 0 0,0-1 1 0 0,0 0 0 0 0,1 1-1 0 0,-1-1 1 0 0,0 0 0 0 0,1 1 0 0 0,-1-1-1 0 0,0 0 1 0 0,2 0 0 0 0,13-18 378 0 0,-7 10 14 0 0,-7 7-313 0 0,0 1 0 0 0,0-1 0 0 0,0 1 0 0 0,1-1 0 0 0,-1 1 0 0 0,0 0 0 0 0,1-1-1 0 0,-1 1 1 0 0,1 0 0 0 0,-1 0 0 0 0,1 0 0 0 0,-1 0 0 0 0,1 0 0 0 0,2 0 0 0 0,-2 1-36 0 0,-1-1 1 0 0,1 1-1 0 0,0 0 1 0 0,-1 1-1 0 0,1-1 1 0 0,0 0-1 0 0,-1 0 1 0 0,1 1-1 0 0,0-1 1 0 0,-1 1-1 0 0,1-1 1 0 0,-1 1-1 0 0,1 0 1 0 0,0 0-1 0 0,1 1 1 0 0,4 1-2 0 0,1-1 0 0 0,-1 1 1 0 0,1-1-1 0 0,0 0 0 0 0,0-1 1 0 0,0 0-1 0 0,0 0 1 0 0,0-1-1 0 0,0 0 0 0 0,13-2 1 0 0,20 2 16 0 0,-19 1-29 0 0,-1-1 0 0 0,1 0 0 0 0,-1-2 0 0 0,39-7 0 0 0,-59 8-40 0 0,0 1 0 0 0,1-1 0 0 0,-1 1 1 0 0,0 0-1 0 0,0 0 0 0 0,0 0 0 0 0,0 0 0 0 0,0 0 0 0 0,0 0 1 0 0,0 0-1 0 0,1 0 0 0 0,-1 0 0 0 0,0 0 0 0 0,0 1 0 0 0,0-1 1 0 0,0 0-1 0 0,0 1 0 0 0,0-1 0 0 0,1 1 0 0 0,0 1-84 0 0,-1-1 1 0 0,0 0-1 0 0,0 1 0 0 0,0-1 0 0 0,0 1 0 0 0,0-1 0 0 0,0 1 1 0 0,-1-1-1 0 0,2 4 0 0 0,3 6-120 0 0,-5-11 230 0 0,1 1 1 0 0,-1-1-1 0 0,1 1 0 0 0,-1-1 1 0 0,1 0-1 0 0,-1 1 1 0 0,1-1-1 0 0,-1 0 1 0 0,1 1-1 0 0,0-1 0 0 0,-1 0 1 0 0,1 0-1 0 0,0 1 1 0 0,-1-1-1 0 0,1 0 0 0 0,-1 0 1 0 0,1 0-1 0 0,0 0 1 0 0,-1 0-1 0 0,1 0 0 0 0,0 0 1 0 0,-1 0-1 0 0,1 0 1 0 0,1 0-1 0 0,-1-1 7 0 0,0 1 0 0 0,0 0-1 0 0,0 0 1 0 0,1 0 0 0 0,-1 0-1 0 0,0 1 1 0 0,0-1 0 0 0,1 0 0 0 0,-1 0-1 0 0,0 1 1 0 0,0-1 0 0 0,0 1 0 0 0,2 0-1 0 0,0 2 78 0 0,1 1-1 0 0,0-1 1 0 0,-1 1-1 0 0,0 0 1 0 0,0 0 0 0 0,0 0-1 0 0,-1 0 1 0 0,1 1-1 0 0,-1-1 1 0 0,0 1-1 0 0,0-1 1 0 0,-1 1-1 0 0,3 7 1 0 0,0 8 126 0 0,-1 0 0 0 0,1 22 1 0 0,-2-13-210 0 0,3 22 83 0 0,25 188-813 0 0,-30-237 672 0 0,-2-7-59 0 0,-5-17-276 0 0,-6-15-518 0 0,-5-3-1885 0 0,9 27-3386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1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88 5529 0 0,'-4'-5'843'0'0,"1"-1"0"0"0,0 1 0 0 0,0-1 0 0 0,0 1 0 0 0,0-1 0 0 0,1 0 0 0 0,0 0 0 0 0,0 0 0 0 0,-1-9 0 0 0,3 14-709 0 0,0 1 0 0 0,0-1 0 0 0,0 0 0 0 0,0 0 1 0 0,0 0-1 0 0,0 1 0 0 0,0-1 0 0 0,1 0 0 0 0,-1 0 0 0 0,0 1 0 0 0,0-1 1 0 0,1 0-1 0 0,-1 0 0 0 0,0 1 0 0 0,1-1 0 0 0,-1 0 0 0 0,0 1 0 0 0,1-1 0 0 0,-1 0 1 0 0,1 1-1 0 0,-1-1 0 0 0,1 1 0 0 0,0-1 0 0 0,-1 1 0 0 0,1-1 0 0 0,-1 1 0 0 0,1-1 1 0 0,0 1-1 0 0,0 0 0 0 0,-1-1 0 0 0,1 1 0 0 0,0 0 0 0 0,0 0 0 0 0,-1-1 0 0 0,1 1 1 0 0,0 0-1 0 0,0 0 0 0 0,-1 0 0 0 0,3 0 0 0 0,3 0 304 0 0,1 0 0 0 0,-1 0 0 0 0,1 1-1 0 0,6 1 1 0 0,-2 0-56 0 0,52 9 312 0 0,-38-7-593 0 0,31 3 1 0 0,-47-7-240 0 0,0 0 1 0 0,0 0-1 0 0,0-1 0 0 0,0 0 1 0 0,0-1-1 0 0,0 0 1 0 0,10-3-1 0 0,5-4-3763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2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8754 0 0,'3'-10'5706'0'0,"9"-10"-2227"0"0,-8 18-3244 0 0,-1-1 0 0 0,1 1 0 0 0,0 0 0 0 0,0 1 0 0 0,0-1 0 0 0,0 1 0 0 0,0-1 0 0 0,0 1 0 0 0,0 0 1 0 0,8 0-1 0 0,44-2 464 0 0,-51 3-558 0 0,47 1 250 0 0,-13 0-567 0 0,54-5 1 0 0,-75 0-85 0 0,-10-1-1429 0 0,-5-2-4324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6913 0 0,'11'5'5994'0'0,"-11"-4"-5685"0"0,0-1 1 0 0,0 0 0 0 0,1 1 0 0 0,-1-1-1 0 0,0 1 1 0 0,0-1 0 0 0,0 0 0 0 0,0 1 0 0 0,0-1-1 0 0,0 1 1 0 0,0-1 0 0 0,0 0 0 0 0,0 1-1 0 0,0-1 1 0 0,0 1 0 0 0,0-1 0 0 0,-1 2 1548 0 0,0-1-1548 0 0,0 5-2266 0 0,-3 22 2601 0 0,2 1-1 0 0,2 39 1 0 0,1-28-362 0 0,-1-39-492 0 0,0 8 528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2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6913 0 0,'0'0'106'0'0,"1"0"-1"0"0,0 0 0 0 0,0 1 0 0 0,0-1 0 0 0,0 0 0 0 0,0 1 0 0 0,0-1 1 0 0,-1 1-1 0 0,1-1 0 0 0,0 1 0 0 0,0-1 0 0 0,-1 1 0 0 0,1 0 0 0 0,0-1 0 0 0,-1 1 1 0 0,1 0-1 0 0,-1-1 0 0 0,1 1 0 0 0,-1 0 0 0 0,1 0 0 0 0,-1 0 0 0 0,1-1 0 0 0,-1 1 1 0 0,0 0-1 0 0,0 0 0 0 0,1 0 0 0 0,-1 0 0 0 0,0 0 0 0 0,0 0 0 0 0,0 0 0 0 0,0 0 1 0 0,0 1-1 0 0,0 36 2956 0 0,0-32-2502 0 0,0 0-405 0 0,-3 66 2214 0 0,5-24-7264 0 0,-1-39-100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9674 0 0,'9'4'3813'0'0,"12"8"3892"0"0,-19-11-7544 0 0,-1 1-1 0 0,1 0 1 0 0,0 0-1 0 0,0 0 1 0 0,-1 0-1 0 0,1 0 1 0 0,-1 0-1 0 0,2 4 1 0 0,10 27 251 0 0,-11-26-397 0 0,0 0 1 0 0,1 0-1 0 0,0 0 0 0 0,5 9 0 0 0,-8-16-70 0 0,0 0-1 0 0,0 0 1 0 0,1 0 0 0 0,-1 0 0 0 0,0 0-1 0 0,0 1 1 0 0,0-1 0 0 0,0 0-1 0 0,0 0 1 0 0,0 0 0 0 0,0 0 0 0 0,0 0-1 0 0,0 0 1 0 0,0 0 0 0 0,0 0-1 0 0,0 0 1 0 0,0 0 0 0 0,1 0 0 0 0,-1 0-1 0 0,0 0 1 0 0,0 0 0 0 0,0 0 0 0 0,0 0-1 0 0,0 0 1 0 0,0 0 0 0 0,0 0-1 0 0,0 0 1 0 0,1 0 0 0 0,-1 0 0 0 0,0 0-1 0 0,0 0 1 0 0,0 0 0 0 0,0 0-1 0 0,0 0 1 0 0,0 0 0 0 0,0 0 0 0 0,0 0-1 0 0,0 0 1 0 0,0 0 0 0 0,1 0-1 0 0,-1 0 1 0 0,0 0 0 0 0,0 0 0 0 0,0 0-1 0 0,0 0 1 0 0,0 0 0 0 0,0 0 0 0 0,0-1-1 0 0,0 1 1 0 0,0 0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3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12467 0 0,'7'0'603'0'0,"1"1"0"0"0,0 0 1 0 0,0 0-1 0 0,0 1 1 0 0,-1 0-1 0 0,1 0 0 0 0,8 5 1 0 0,-12-5-276 0 0,1 0 0 0 0,-1 0 0 0 0,1 1 0 0 0,-1-1 0 0 0,0 1 1 0 0,0 0-1 0 0,0 0 0 0 0,-1 1 0 0 0,1-1 0 0 0,-1 1 0 0 0,0 0 0 0 0,4 5 0 0 0,-4-2-1919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3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 7834 0 0,'2'-1'495'0'0,"-1"0"1"0"0,1 0-1 0 0,0 0 1 0 0,-1 0 0 0 0,1 0-1 0 0,-1 0 1 0 0,1 0 0 0 0,-1-1-1 0 0,0 1 1 0 0,0-1-1 0 0,1 1 1 0 0,-1-1 0 0 0,0 1-1 0 0,1-3 1 0 0,-1 2 311 0 0,1-1 1 0 0,0 1-1 0 0,0-1 0 0 0,0 1 1 0 0,4-4-1 0 0,8-2-427 0 0,0 0-1 0 0,0 1 1 0 0,1 1 0 0 0,0 0-1 0 0,0 1 1 0 0,0 1-1 0 0,21-3 1 0 0,-13 5-2248 0 0,-22 2 1670 0 0,0 0-1 0 0,-1 0 1 0 0,1 0 0 0 0,0 0 0 0 0,0 0 0 0 0,0 0 0 0 0,-1 0 0 0 0,1 0 0 0 0,0 1 0 0 0,0-1 0 0 0,0 0 0 0 0,-1 0 0 0 0,1 1 0 0 0,0-1 0 0 0,-1 1 0 0 0,1-1 0 0 0,0 0 0 0 0,-1 1 0 0 0,1-1 0 0 0,0 1 0 0 0,-1 0 0 0 0,1-1 0 0 0,-1 1 0 0 0,1-1-1 0 0,0 2 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4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3225 0 0,'13'3'15715'0'0,"-16"4"-12948"0"0,-1 5-5367 0 0,-15 60 4231 0 0,-12 111 0 0 0,30-177-1627 0 0,0 7-2 0 0,-1-1-1 0 0,2 0 1 0 0,0 1-1 0 0,2 22 1 0 0,-2-34-126 0 0,0-1 1 0 0,0 0 0 0 0,1 1-1 0 0,-1-1 1 0 0,0 0-1 0 0,0 1 1 0 0,0-1-1 0 0,0 0 1 0 0,0 1 0 0 0,0-1-1 0 0,0 0 1 0 0,1 1-1 0 0,-1-1 1 0 0,0 0-1 0 0,0 1 1 0 0,0-1 0 0 0,1 0-1 0 0,-1 0 1 0 0,0 0-1 0 0,0 1 1 0 0,1-1-1 0 0,-1 0 1 0 0,0 0 0 0 0,1 0-1 0 0,-1 1 1 0 0,0-1-1 0 0,1 0 1 0 0,-1 0-1 0 0,0 0 1 0 0,1 0 0 0 0,-1 0-1 0 0,0 0 1 0 0,1 0-1 0 0,-1 0 1 0 0,0 0-1 0 0,1 0 1 0 0,-1 0 0 0 0,0 0-1 0 0,1 0 1 0 0,-1 0-1 0 0,0 0 1 0 0,1 0-1 0 0,-1 0 1 0 0,0 0 0 0 0,1 0-1 0 0,-1-1 1 0 0,0 1-1 0 0,1 0 1 0 0,-1 0-1 0 0,0 0 1 0 0,0 0 0 0 0,1-1-1 0 0,-1 1 1 0 0,0 0-1 0 0,0 0 1 0 0,1-1-1 0 0,-1 1 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4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9674 0 0,'6'0'1824'0'0,"1"-1"0"0"0,-1 0 0 0 0,11-3 0 0 0,-11 2-592 0 0,0 0 0 0 0,1 1 1 0 0,12-1-1 0 0,8 1-523 0 0,-13 1-787 0 0,1 0-1 0 0,21 3 1 0 0,-36-3-6 0 0,0 0 0 0 0,1 0 1 0 0,-1 0-1 0 0,0 0 0 0 0,1 0 0 0 0,-1 1 0 0 0,0-1 1 0 0,1 0-1 0 0,-1 0 0 0 0,0 1 0 0 0,1-1 1 0 0,-1 0-1 0 0,0 0 0 0 0,0 1 0 0 0,1-1 1 0 0,-1 0-1 0 0,0 1 0 0 0,0-1 0 0 0,0 0 1 0 0,1 1-1 0 0,-1-1 0 0 0,0 0 0 0 0,0 1 1 0 0,0-1-1 0 0,0 1 0 0 0,0-1 0 0 0,0 0 1 0 0,0 1-1 0 0,0-1 0 0 0,0 0 0 0 0,0 1 1 0 0,0-1-1 0 0,0 1 0 0 0,0-1 0 0 0,0 0 1 0 0,0 1-1 0 0,0-1 0 0 0,0 0 0 0 0,0 1 0 0 0,-1 0 1 0 0,-1 5-1092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4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5065 0 0,'3'1'566'0'0,"-1"0"0"0"0,0-1 0 0 0,1 1 0 0 0,-1-1 0 0 0,1 1-1 0 0,0-1 1 0 0,-1 0 0 0 0,1 0 0 0 0,-1 0 0 0 0,1 0 0 0 0,3-1 0 0 0,30-7 2853 0 0,-24 5-2025 0 0,26-8 1334 0 0,-27 7-2650 0 0,0 0 1 0 0,1 1-1 0 0,-1 0 0 0 0,1 1 0 0 0,-1 1 0 0 0,19-1 0 0 0,-22 4-146 0 0,-2 1 68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5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18436 0 0,'2'0'195'0'0,"0"0"-1"0"0,1-1 1 0 0,-1 1 0 0 0,0-1-1 0 0,1 0 1 0 0,-1 1 0 0 0,0-1 0 0 0,0 0-1 0 0,0-1 1 0 0,0 1 0 0 0,0 0-1 0 0,0-1 1 0 0,0 1 0 0 0,0-1 0 0 0,0 1-1 0 0,-1-1 1 0 0,1 0 0 0 0,2-3-1 0 0,-2 2-7 0 0,0 0-1 0 0,1 1 1 0 0,-1-1-1 0 0,1 1 0 0 0,0 0 1 0 0,0 0-1 0 0,-1 0 1 0 0,5-2-1 0 0,-2 2-177 0 0,1 1-1 0 0,0-1 0 0 0,-1 1 1 0 0,1 1-1 0 0,0-1 1 0 0,-1 1-1 0 0,1 0 0 0 0,0 0 1 0 0,-1 1-1 0 0,9 1 1 0 0,-5-1 6 0 0,-1 0 0 0 0,0-1 0 0 0,0 0 0 0 0,9-1 0 0 0,5-2 27 0 0,1 1-1 0 0,-1 1 1 0 0,1 1 0 0 0,24 2-1 0 0,-45-1-43 0 0,24 4-294 0 0,-26-5 285 0 0,1 0 0 0 0,0 1-1 0 0,0-1 1 0 0,0 0 0 0 0,0 1 0 0 0,-1-1 0 0 0,1 0 0 0 0,0 1 0 0 0,0-1 0 0 0,-1 1 0 0 0,1-1 0 0 0,0 1 0 0 0,-1-1-1 0 0,1 1 1 0 0,0-1 0 0 0,-1 1 0 0 0,1 0 0 0 0,-1 0 0 0 0,1-1 0 0 0,-1 1 0 0 0,1 0 0 0 0,-1 0 0 0 0,0-1 0 0 0,1 1-1 0 0,-1 1 1 0 0,0 2-56 0 0,-1 0 0 0 0,0 0 0 0 0,0 0 0 0 0,0 0 0 0 0,-3 6 0 0 0,-2 11 36 0 0,2-3 4 0 0,-5 25 52 0 0,-20 58 0 0 0,22-83-228 0 0,0 0 0 0 0,-1-1 1 0 0,-1 0-1 0 0,-1 0 0 0 0,0 0 0 0 0,-1-2 1 0 0,-1 1-1 0 0,0-1 0 0 0,-15 13 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6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6449 0 0,'3'1'1282'0'0,"0"-1"0"0"0,-1 0 0 0 0,1 0 0 0 0,0 0 0 0 0,0 0 0 0 0,4-1 0 0 0,17-5 3672 0 0,10-1-2577 0 0,36 4-1719 0 0,-41 3-559 0 0,0-1 1 0 0,0-2 0 0 0,54-12-1 0 0,-76 12-2258 0 0,-17 6-1509 0 0,4-1 2048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6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5985 0 0,'15'2'1171'0'0,"-14"-2"-609"0"0,1 0 1 0 0,-1 0-1 0 0,1 0 0 0 0,-1 1 1 0 0,1-1-1 0 0,-1 0 1 0 0,1 0-1 0 0,-1 1 1 0 0,1-1-1 0 0,-1 1 1 0 0,0 0-1 0 0,1-1 0 0 0,-1 1 1 0 0,0 0-1 0 0,2 1 1 0 0,4 11 363 0 0,-5 0-179 0 0,1 0 1 0 0,0 22-1 0 0,1 10-578 0 0,6 3-208 0 0,-6-29-350 0 0,0 0 0 0 0,-1 0 0 0 0,-1 0 0 0 0,-1 21 0 0 0,-4-23-1442 0 0,0-11 477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5065 0 0,'7'7'703'0'0,"-6"-7"-369"0"0,-1 1-1 0 0,0-1 0 0 0,1 0 0 0 0,-1 1 1 0 0,0-1-1 0 0,0 1 0 0 0,0-1 0 0 0,0 1 0 0 0,1-1 1 0 0,-1 1-1 0 0,0-1 0 0 0,0 1 0 0 0,0-1 0 0 0,0 1 1 0 0,0-1-1 0 0,0 1 0 0 0,0-1 0 0 0,-1 2 1 0 0,-5 7 5665 0 0,-2-3-5886 0 0,-23 15 2505 0 0,17-13-2400 0 0,1 1-1 0 0,0 1 1 0 0,-13 12 0 0 0,24-20-377 0 0,0 0 1 0 0,1 0-1 0 0,-1-1 1 0 0,0 1-1 0 0,-1-1 1 0 0,-2 2-1 0 0,5-4-708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7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7 11979 0 0,'7'-2'202'0'0,"-4"1"293"0"0,0 0 1 0 0,1 0 0 0 0,0 1 0 0 0,-1-1-1 0 0,1 1 1 0 0,3 0 0 0 0,-7 0-391 0 0,1 0 1 0 0,-1 0-1 0 0,1 0 0 0 0,-1 0 0 0 0,1 0 1 0 0,-1 0-1 0 0,0 0 0 0 0,1 0 0 0 0,-1 1 1 0 0,1-1-1 0 0,-1 0 0 0 0,0 0 0 0 0,1 1 1 0 0,-1-1-1 0 0,0 0 0 0 0,1 0 0 0 0,-1 1 1 0 0,0-1-1 0 0,1 0 0 0 0,-1 1 0 0 0,0-1 1 0 0,1 1-1 0 0,-1 0 40 0 0,0 0 1 0 0,0 0 0 0 0,0 0-1 0 0,0 0 1 0 0,0 0-1 0 0,0 0 1 0 0,0 0-1 0 0,0 0 1 0 0,0 0-1 0 0,0 0 1 0 0,0-1-1 0 0,0 1 1 0 0,-1 0-1 0 0,0 2 1 0 0,-56 122 2123 0 0,25-61-2040 0 0,28-56-242 0 0,-11 27 147 0 0,14-33-199 0 0,0 1 0 0 0,0 0 0 0 0,1-1-1 0 0,-1 1 1 0 0,1 0 0 0 0,0 0 0 0 0,0-1-1 0 0,0 1 1 0 0,0 0 0 0 0,0 4 0 0 0,1-5-861 0 0,1-2-269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6449 0 0,'0'0'174'0'0,"0"0"0"0"0,1 0-1 0 0,-1 1 1 0 0,1-1-1 0 0,-1 0 1 0 0,0 0 0 0 0,1 1-1 0 0,-1-1 1 0 0,0 0-1 0 0,1 1 1 0 0,-1-1 0 0 0,0 0-1 0 0,0 1 1 0 0,1-1-1 0 0,-1 1 1 0 0,0-1 0 0 0,0 0-1 0 0,0 1 1 0 0,1-1-1 0 0,-1 1 1 0 0,0-1 0 0 0,0 0-1 0 0,0 1 1 0 0,0-1 0 0 0,0 1-1 0 0,0-1 1 0 0,0 1-1 0 0,0-1 1 0 0,0 1 0 0 0,0-1-1 0 0,0 1 1 0 0,0-1-1 0 0,0 0 1 0 0,0 1 0 0 0,-1 0-1 0 0,-6 16 4153 0 0,6-14-5254 0 0,-1 5 1450 0 0,1 1 0 0 0,0-1 1 0 0,0 1-1 0 0,1 0 0 0 0,0-1 1 0 0,0 1-1 0 0,1 0 0 0 0,4 16 1 0 0,-2-7 64 0 0,5 51 681 0 0,5 32-596 0 0,-13-99-662 0 0,1-1 0 0 0,-1 1 0 0 0,1 0 0 0 0,-1 0 0 0 0,1 0 0 0 0,0 0 0 0 0,0-1 0 0 0,0 1 0 0 0,0 0 0 0 0,0-1 0 0 0,0 1 0 0 0,0 0 0 0 0,1-1 0 0 0,-1 0 0 0 0,0 1 0 0 0,1-1 0 0 0,-1 0 0 0 0,1 0 0 0 0,2 2 0 0 0,-2-2 6 0 0,1 0 0 0 0,0 0 0 0 0,-1-1 0 0 0,1 1 0 0 0,0-1 0 0 0,0 1 0 0 0,-1-1 1 0 0,1 0-1 0 0,0 0 0 0 0,0 0 0 0 0,-1 0 0 0 0,4-1 0 0 0,5-2 15 0 0,-1 0 0 0 0,0 0-1 0 0,0-1 1 0 0,0 0 0 0 0,-1-1-1 0 0,10-5 1 0 0,-4 1-27 0 0,2-2 11 0 0,1 0 0 0 0,1 2 0 0 0,23-9 0 0 0,-39 17-80 0 0,-2 2-111 0 0,-8 5-387 0 0,-15 5-569 0 0,10-10-1541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8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15 9218 0 0,'17'-6'548'0'0,"7"-2"676"0"0,-11 7 3857 0 0,-13 2-4969 0 0,0-1 0 0 0,0 0 0 0 0,0 0-1 0 0,0 1 1 0 0,0-1 0 0 0,1 0 0 0 0,-1 0 0 0 0,0 1-1 0 0,0-1 1 0 0,0 0 0 0 0,0 0 0 0 0,0 1-1 0 0,0-1 1 0 0,0 0 0 0 0,0 0 0 0 0,0 1-1 0 0,0-1 1 0 0,0 0 0 0 0,0 0 0 0 0,0 1-1 0 0,0-1 1 0 0,-1 0 0 0 0,1 0 0 0 0,0 1-1 0 0,0-1 1 0 0,0 0 0 0 0,0 0 0 0 0,0 1-1 0 0,0-1 1 0 0,-1 0 0 0 0,1 0 0 0 0,0 0-1 0 0,0 1 1 0 0,0-1 0 0 0,-1 0 0 0 0,1 0-1 0 0,0 0 1 0 0,-1 0 0 0 0,-8 12 435 0 0,8-11-317 0 0,-25 26 623 0 0,0 1-739 0 0,-43 58-1 0 0,90-97-1828 0 0,-7 3 1103 0 0,-1 0 0 0 0,1 2 1 0 0,0 0-1 0 0,1 0 0 0 0,27-6 0 0 0,-31 9 540 0 0,0 1 1 0 0,1 1 0 0 0,-1 0 0 0 0,0 1-1 0 0,0 0 1 0 0,0 0 0 0 0,1 1 0 0 0,19 4-1 0 0,-30-4 93 0 0,1-1 0 0 0,-1 1 0 0 0,1-1 0 0 0,-1 1 0 0 0,1 0 0 0 0,-1-1 0 0 0,0 1 0 0 0,1 0 0 0 0,-1 0 0 0 0,0 0 0 0 0,1 0 0 0 0,-1 0 0 0 0,0 0 0 0 0,0 0 0 0 0,0 1 0 0 0,0-1 0 0 0,0 0 0 0 0,0 1 0 0 0,-1-1 0 0 0,1 0 0 0 0,0 1 0 0 0,-1-1 0 0 0,1 1 0 0 0,-1-1 0 0 0,1 1 0 0 0,-1 0 0 0 0,0-1 0 0 0,0 1 0 0 0,1-1 0 0 0,-1 3 0 0 0,-1 5 115 0 0,0-1 0 0 0,0 1 0 0 0,0-1 1 0 0,-5 15-1 0 0,0-1-161 0 0,-30 139 226 0 0,27-131-415 0 0,-1 0 1 0 0,-1 0-1 0 0,-19 33 0 0 0,29-61 61 0 0,-4 6-796 0 0,5-8 894 0 0,0 0 0 0 0,-1 1 0 0 0,1-1 0 0 0,0 0 0 0 0,0 0 0 0 0,0 0 0 0 0,0 0 0 0 0,0 0 0 0 0,-1 0 0 0 0,1 0 0 0 0,0 0 0 0 0,0 0 0 0 0,0 1 0 0 0,0-1 1 0 0,-1 0-1 0 0,1 0 0 0 0,0 0 0 0 0,0 0 0 0 0,0 0 0 0 0,0 0 0 0 0,-1 0 0 0 0,1 0 0 0 0,0 0 0 0 0,0 0 0 0 0,0 0 0 0 0,0 0 0 0 0,-1 0 0 0 0,1 0 0 0 0,0-1 1 0 0,0 1-1 0 0,0 0 0 0 0,0 0 0 0 0,-1 0 0 0 0,1 0 0 0 0,0 0 0 0 0,0 0 0 0 0,0 0 0 0 0,0 0 0 0 0,0 0 0 0 0,-1-1 0 0 0,1 1 0 0 0,0 0 0 0 0,0 0 0 0 0,0 0 1 0 0,-3-5-929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8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5065 0 0,'19'-5'8386'0'0,"-8"1"-5706"0"0,1 2-465 0 0,0 0-1 0 0,24 0 1 0 0,56 8-3120 0 0,-80-4-4411 0 0,-2 0-1804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8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5065 0 0,'2'-1'-435'0'0,"13"-2"795"0"0,-13 3 602 0 0,1-1 1 0 0,-1 1-1 0 0,1 0 0 0 0,-1 0 0 0 0,1 0 0 0 0,-1 1 1 0 0,1-1-1 0 0,-1 0 0 0 0,0 1 0 0 0,1 0 1 0 0,3 1-1 0 0,33 13 4028 0 0,1-2-6722 0 0,-28-10-5380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8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10138 0 0,'0'0'778'0'0,"8"-15"4208"0"0,-5 7-3697 0 0,-2 5-772 0 0,1-1 1 0 0,-1 1-1 0 0,1 0 0 0 0,-1-1 1 0 0,5-4-1 0 0,-6 7-441 0 0,1 0-1 0 0,0 0 1 0 0,0 0-1 0 0,1 1 1 0 0,-1-1-1 0 0,0 0 1 0 0,0 0-1 0 0,0 1 0 0 0,0-1 1 0 0,1 1-1 0 0,-1-1 1 0 0,0 1-1 0 0,1-1 1 0 0,-1 1-1 0 0,0 0 1 0 0,1-1-1 0 0,-1 1 1 0 0,0 0-1 0 0,3 0 1 0 0,86 7 1010 0 0,-58-3-2761 0 0,0-2-3570 0 0,-9 0-1620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9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6 2761 0 0,'15'-5'12457'0'0,"-19"12"-11177"0"0,0 3-736 0 0,0 0 0 0 0,1 0 0 0 0,0 0 0 0 0,0 0 0 0 0,2 1 0 0 0,-1-1 0 0 0,0 21-1 0 0,8 76-340 0 0,-4-90-90 0 0,1 9-107 0 0,1-3-656 0 0,-4-7-2562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9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6449 0 0,'22'-2'1725'0'0,"29"3"10469"0"0,-32 0-12910 0 0,-8 0 616 0 0,1-1 1 0 0,0 0-1 0 0,-1-1 0 0 0,1 0 0 0 0,-1-1 1 0 0,0 0-1 0 0,1-1 0 0 0,-1 0 0 0 0,17-8 1 0 0,-27 10-258 0 0,5-1-623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09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5065 0 0,'1'1'299'0'0,"1"0"-1"0"0,-1 0 1 0 0,1 0 0 0 0,-1-1 0 0 0,1 1-1 0 0,0 0 1 0 0,0-1 0 0 0,-1 1-1 0 0,1-1 1 0 0,0 0 0 0 0,0 1-1 0 0,-1-1 1 0 0,1 0 0 0 0,0 0 0 0 0,0 0-1 0 0,2-1 1 0 0,30-5 2542 0 0,-33 6-2773 0 0,-1 0-57 0 0,91-20 4903 0 0,-73 18-4957 0 0,0 0 0 0 0,0 1 0 0 0,22 1 0 0 0,-21 2-4288 0 0,-1 0-1461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26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381 429 12899 0 0,'1'1'342'0'0,"0"-1"1"0"0,0 1-1 0 0,0-1 1 0 0,0 1-1 0 0,0 0 1 0 0,0-1 0 0 0,0 1-1 0 0,0 0 1 0 0,0 0-1 0 0,0 0 1 0 0,0 0-1 0 0,-1 0 1 0 0,1 0-1 0 0,0 0 1 0 0,0 1-1 0 0,-1-1-211 0 0,1-1-1 0 0,-1 0 0 0 0,0 1 0 0 0,0-1 0 0 0,0 0 1 0 0,0 0-1 0 0,0 1 0 0 0,-1-1 0 0 0,1 0 0 0 0,0 0 1 0 0,0 1-1 0 0,0-1 0 0 0,0 0 0 0 0,0 0 0 0 0,0 1 1 0 0,0-1-1 0 0,0 0 0 0 0,-1 0 0 0 0,1 1 0 0 0,0-1 1 0 0,0 0-1 0 0,0 0 0 0 0,0 0 0 0 0,-1 1 0 0 0,1-1 1 0 0,0 0-1 0 0,-13 4 416 0 0,6-3-512 0 0,1 0 0 0 0,-1-1 0 0 0,1 0-1 0 0,-1 0 1 0 0,1-1 0 0 0,-1 0 0 0 0,1 0 0 0 0,0-1 0 0 0,-1 1 0 0 0,1-1 0 0 0,-9-5 0 0 0,-3-2 122 0 0,0-1 0 0 0,-21-17 0 0 0,5 4-83 0 0,24 15-73 0 0,0 0 0 0 0,1 0 0 0 0,0-1 0 0 0,0 0 0 0 0,-8-13 0 0 0,-6-4 0 0 0,20 23 4 0 0,-1 0 0 0 0,0-1 1 0 0,0 1-1 0 0,0 1 0 0 0,-5-4 0 0 0,6 4 0 0 0,0 1-1 0 0,0-1 1 0 0,0 0-1 0 0,0-1 1 0 0,0 1-1 0 0,0 0 1 0 0,0-1-1 0 0,1 0 1 0 0,-1 0 0 0 0,-2-5-1 0 0,1 0-3 0 0,0-1 0 0 0,1 0 0 0 0,0 0 0 0 0,1 0 0 0 0,-3-18 0 0 0,2 14 0 0 0,1 1 0 0 0,-6-15 0 0 0,7 24 0 0 0,1 1 0 0 0,-1 0 0 0 0,1 0 0 0 0,0 0 0 0 0,0 0 0 0 0,0-1 0 0 0,0 1 0 0 0,0 0 0 0 0,0 0 0 0 0,0 0 0 0 0,1 0 0 0 0,-1 0 0 0 0,1-1 0 0 0,0 1 0 0 0,-1 0 0 0 0,1 0 0 0 0,0 0 0 0 0,0 0 0 0 0,0 1 0 0 0,1-1 0 0 0,1-2 0 0 0,3-4 0 0 0,1 0 0 0 0,1 0 0 0 0,9-8 0 0 0,-1 2 0 0 0,-16 13 0 0 0,1 1 0 0 0,-1 0 0 0 0,0-1 0 0 0,1 1 0 0 0,-1 0 0 0 0,1-1 0 0 0,-1 1 0 0 0,0 0 0 0 0,1-1 0 0 0,-1 1 0 0 0,1 0 0 0 0,-1 0 0 0 0,1 0 0 0 0,-1-1 0 0 0,1 1 1 0 0,-1 0-1 0 0,1 0 0 0 0,-1 0 0 0 0,1 0 0 0 0,-1 0 0 0 0,1 0 0 0 0,-1 0 0 0 0,1 0 0 0 0,-1 0 0 0 0,1 0 0 0 0,-1 0 0 0 0,1 1 0 0 0,-1-1 0 0 0,1 0 0 0 0,-1 0 0 0 0,1 0 0 0 0,-1 1 0 0 0,0-1 0 0 0,1 0 0 0 0,-1 0 0 0 0,1 1 0 0 0,-1-1 0 0 0,0 0 0 0 0,1 1 0 0 0,-1-1 0 0 0,0 1 0 0 0,1 0 0 0 0,14 24-5 0 0,-7-10-63 0 0,-6-13 47 0 0,0 1 1 0 0,-1-1-1 0 0,1 0 1 0 0,0 1-1 0 0,-1 0 1 0 0,1-1-1 0 0,-1 1 0 0 0,0 0 1 0 0,0 0-1 0 0,0 0 1 0 0,0-1-1 0 0,0 1 1 0 0,-1 0-1 0 0,0 0 0 0 0,1 0 1 0 0,-1 0-1 0 0,0 0 1 0 0,0 0-1 0 0,0 0 0 0 0,-2 5 1 0 0,-1 6-6 0 0,0-1 0 0 0,-2 1 0 0 0,1-1 0 0 0,-2 0 0 0 0,0 0 0 0 0,0-1 0 0 0,-11 16 0 0 0,0-1 26 0 0,2 1 0 0 0,2 1 0 0 0,-12 32 0 0 0,25-59 9 0 0,-1 0 1 0 0,1-1-1 0 0,-1 1 0 0 0,1 0 1 0 0,-1 0-1 0 0,1 0 0 0 0,0 0 1 0 0,0 0-1 0 0,0-1 0 0 0,0 1 1 0 0,1 0-1 0 0,-1 0 0 0 0,0 0 1 0 0,1 2-1 0 0,0-3-2 0 0,0 0-1 0 0,-1 0 1 0 0,1 0 0 0 0,0 0-1 0 0,0 0 1 0 0,-1 0 0 0 0,1 0-1 0 0,0 0 1 0 0,0 0 0 0 0,0 0-1 0 0,0 0 1 0 0,0-1 0 0 0,0 1-1 0 0,1 0 1 0 0,-1-1 0 0 0,0 1-1 0 0,0-1 1 0 0,0 1 0 0 0,1-1-1 0 0,0 1 1 0 0,2 0-7 0 0,9 2 11 0 0,0 0 1 0 0,16 1-1 0 0,-25-4-9 0 0,0 0 0 0 0,0 0 1 0 0,0 0-1 0 0,-1 0 0 0 0,1-1 1 0 0,0 0-1 0 0,0 1 0 0 0,0-2 1 0 0,-1 1-1 0 0,1 0 0 0 0,-1-1 1 0 0,5-2-1 0 0,15-11-40 0 0,25-23 1 0 0,13-9-24 0 0,-53 41 70 0 0,0-1 1 0 0,0 0-1 0 0,0 0 0 0 0,-1-1 1 0 0,0 1-1 0 0,-1-2 0 0 0,7-9 1 0 0,-9 13 65 0 0,-3 4-45 0 0,0 1 0 0 0,0-1 0 0 0,0 0-1 0 0,-1 0 1 0 0,1 1 0 0 0,0-1-1 0 0,-1 0 1 0 0,1 0 0 0 0,-1 0 0 0 0,1 0-1 0 0,-1 0 1 0 0,0 0 0 0 0,1 0-1 0 0,-1-2 1 0 0,0 3 46 0 0,0-1-32 0 0,0 1-109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28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2761 0 0,'0'0'207'0'0,"0"0"1"0"0,1 0 0 0 0,-1 0-1 0 0,1 0 1 0 0,-1-1-1 0 0,1 1 1 0 0,-1 0 0 0 0,1 0-1 0 0,-1 0 1 0 0,0 0 0 0 0,1-1-1 0 0,-1 1 1 0 0,1 0 0 0 0,-1 0-1 0 0,0-1 1 0 0,1 1 0 0 0,-1 0-1 0 0,0-1 1 0 0,1 1 0 0 0,-1 0-1 0 0,0-1 1 0 0,0 1-1 0 0,1 0 1 0 0,-1-1 0 0 0,0 1-1 0 0,0-1 1 0 0,0 1 0 0 0,1 0-1 0 0,-1-1 1 0 0,0 1 0 0 0,0-1-1 0 0,0 1 1 0 0,0-1 0 0 0,0 1-1 0 0,0-1 1 0 0,0 1-1 0 0,0 0 1 0 0,0-1 0 0 0,4-11 3711 0 0,-3 13-3501 0 0,0 0 1 0 0,0 1-1 0 0,-1-1 1 0 0,1 0-1 0 0,0 0 1 0 0,-1 1-1 0 0,1-1 0 0 0,-1 0 1 0 0,0 1-1 0 0,1-1 1 0 0,-1 0-1 0 0,0 2 1 0 0,8 59 1105 0 0,-1 69 0 0 0,-3-23-1397 0 0,-3-95-115 0 0,1 3 17 0 0,-1-1-1 0 0,-1 0 1 0 0,0 0-1 0 0,-1 0 1 0 0,-1 0-1 0 0,-3 17 1 0 0,5-31-33 0 0,0-1 0 0 0,0 0 0 0 0,0 0 0 0 0,0 1 0 0 0,0-1-1 0 0,0 0 1 0 0,0 1 0 0 0,0-1 0 0 0,0 0 0 0 0,-1 0 0 0 0,1 1 0 0 0,0-1 0 0 0,0 0 0 0 0,0 0-1 0 0,0 1 1 0 0,0-1 0 0 0,0 0 0 0 0,-1 0 0 0 0,1 0 0 0 0,0 1 0 0 0,0-1 0 0 0,0 0 0 0 0,-1 0 0 0 0,1 0-1 0 0,0 0 1 0 0,0 1 0 0 0,0-1 0 0 0,-1 0 0 0 0,1 0 0 0 0,0 0 0 0 0,0 0 0 0 0,-1 0 0 0 0,1 0 0 0 0,0 0-1 0 0,-1 0 1 0 0,1 0 0 0 0,0 0 0 0 0,-1 0 0 0 0,1 0-6 0 0,0 0 0 0 0,0 0 0 0 0,-1-1 0 0 0,1 1 0 0 0,0 0 0 0 0,0-1 0 0 0,0 1 0 0 0,-1-1 0 0 0,1 1 0 0 0,0 0 0 0 0,0-1 0 0 0,0 1 0 0 0,0-1 0 0 0,0 1 0 0 0,0 0 0 0 0,0-1 0 0 0,0 1 0 0 0,0-1 0 0 0,0 1 0 0 0,0 0 0 0 0,0-1 0 0 0,0 1 0 0 0,0-1 0 0 0,0 0-219 0 0,4-12-773 0 0,-1 4-1161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28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10594 0 0,'11'-4'11134'0'0,"-10"3"-10578"0"0,7-5 169 0 0,2 5-453 0 0,0 0 0 0 0,-1 0 0 0 0,1 0 0 0 0,0 1 0 0 0,-1 1 0 0 0,11 1-1 0 0,9 1-1981 0 0,0-4-4514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28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10594 0 0,'14'9'7828'0'0,"-3"1"-3304"0"0,-6-4-4097 0 0,-5-6-449 0 0,0 0 0 0 0,0 0 0 0 0,0 0 0 0 0,0 1 0 0 0,1-1 0 0 0,-1 0 0 0 0,0 0 0 0 0,0 0 0 0 0,0 0 0 0 0,0 0 0 0 0,0 0 0 0 0,0 1 0 0 0,1-1 0 0 0,-1 0 0 0 0,0 0 0 0 0,0 0 0 0 0,0 0 0 0 0,0 0 0 0 0,1 0 0 0 0,-1 0 0 0 0,0 0 0 0 0,0 0 0 0 0,0 0 0 0 0,0 0 0 0 0,1 0 0 0 0,-1 0 0 0 0,0 0 0 0 0,0 0 0 0 0,0 0 0 0 0,0 0 0 0 0,1 0 0 0 0,-1 0 0 0 0,0 0 0 0 0,0 0 0 0 0,0 0 0 0 0,0 0 0 0 0,1 0 0 0 0,-1 0 0 0 0,0 0 0 0 0,0 0 0 0 0,0 0 0 0 0,0-1 0 0 0,0 1 0 0 0,1 0 0 0 0,-1 0 0 0 0,0 0 0 0 0,0 0 0 0 0,0 0 0 0 0,0 0 0 0 0,0-1 0 0 0,0 1 0 0 0,0 0 0 0 0,0 0 0 0 0,1 0 0 0 0,-1 0 0 0 0,0-1 0 0 0,0 1 0 0 0,0 0 0 0 0,0 0 0 0 0,0 0 0 0 0,0 0 0 0 0,0-1 0 0 0,1-1-1009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29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6913 0 0,'1'0'445'0'0,"0"0"0"0"0,0 0 0 0 0,0 0-1 0 0,0 0 1 0 0,0 0 0 0 0,0 1-1 0 0,-1-1 1 0 0,1 0 0 0 0,0 0-1 0 0,0 1 1 0 0,0-1 0 0 0,0 1-1 0 0,-1-1 1 0 0,1 0 0 0 0,0 1-1 0 0,0-1 1 0 0,-1 1 0 0 0,1 0-1 0 0,-1-1 1 0 0,1 1 0 0 0,0 0-1 0 0,-1-1 1 0 0,1 1 0 0 0,-1 0-1 0 0,1-1 1 0 0,-1 1 0 0 0,0 0-1 0 0,1 1 1 0 0,0 7 210 0 0,-5 0-4017 0 0,4-7 2988 0 0,0 1 258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29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9218 0 0,'4'-3'3367'0'0,"-4"2"-2886"0"0,1 1 0 0 0,0 0 0 0 0,-1-1 0 0 0,1 1 1 0 0,-1 0-1 0 0,1-1 0 0 0,0 1 0 0 0,-1 0 0 0 0,1 0 0 0 0,0 0 0 0 0,-1 0 0 0 0,1 0 0 0 0,1 0 0 0 0,-1 0-287 0 0,-1 0 1 0 0,1 0-1 0 0,-1 1 1 0 0,1-1-1 0 0,-1 0 1 0 0,1 1-1 0 0,-1-1 1 0 0,1 1-1 0 0,-1-1 0 0 0,1 0 1 0 0,-1 1-1 0 0,1-1 1 0 0,-1 1-1 0 0,0-1 1 0 0,1 1-1 0 0,-1-1 1 0 0,0 1-1 0 0,1 0 1 0 0,1 5-296 0 0,0 0 0 0 0,-1-1 1 0 0,0 1-1 0 0,1 6 1 0 0,0-2 750 0 0,7 31-394 0 0,-1-8-132 0 0,-2 0-1 0 0,4 68 1 0 0,-10-101-132 0 0,0 1 1 0 0,1-1-1 0 0,-1 0 1 0 0,0 0-1 0 0,0 0 0 0 0,0 1 1 0 0,0-1-1 0 0,0 0 0 0 0,0 0 1 0 0,-1 1-1 0 0,1-1 1 0 0,0 0-1 0 0,0 0 0 0 0,0 0 1 0 0,0 1-1 0 0,0-1 0 0 0,0 0 1 0 0,0 0-1 0 0,0 0 0 0 0,0 1 1 0 0,-1-1-1 0 0,1 0 1 0 0,0 0-1 0 0,0 0 0 0 0,0 0 1 0 0,0 1-1 0 0,0-1 0 0 0,-1 0 1 0 0,1 0-1 0 0,0 0 1 0 0,-1 0-1 0 0,-6-3-394 0 0,-9-13-1851 0 0,12 12 827 0 0,1 1-58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30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8290 0 0,'5'-3'4786'0'0,"-5"2"-4602"0"0,0 1 0 0 0,0 0 0 0 0,0 0 0 0 0,0-1 1 0 0,0 1-1 0 0,0 0 0 0 0,0-1 0 0 0,1-11 4053 0 0,-2 12-4094 0 0,1-1 0 0 0,0 0 0 0 0,0 0 0 0 0,0 0 0 0 0,0 0-1 0 0,-1 0 1 0 0,1 0 0 0 0,0 1 0 0 0,1-1 0 0 0,-1 0 0 0 0,0 0 0 0 0,0 0-1 0 0,0 0 1 0 0,0 0 0 0 0,1 1 0 0 0,-1-1 0 0 0,0 0 0 0 0,1 0 0 0 0,-1 0-1 0 0,1 1 1 0 0,-1-1 0 0 0,1 0 0 0 0,-1 0 0 0 0,1 1 0 0 0,-1-1 0 0 0,1 1-1 0 0,1-2 1 0 0,9 0 206 0 0,1 0 1 0 0,-1 0-1 0 0,14 1 0 0 0,19-3-47 0 0,-27 1-276 0 0,-7 0-99 0 0,0 1 1 0 0,0 1 0 0 0,0 0 0 0 0,0 0 0 0 0,0 1-1 0 0,16 2 1 0 0,-25-2 36 0 0,1 1 0 0 0,-1-1 0 0 0,0 1 0 0 0,1 0 0 0 0,-1 0 0 0 0,0 0 0 0 0,1-1 0 0 0,-1 1 0 0 0,0 0-1 0 0,0 0 1 0 0,0 1 0 0 0,0-1 0 0 0,0 0 0 0 0,0 0 0 0 0,0 0 0 0 0,0 1 0 0 0,-1-1 0 0 0,1 0 0 0 0,0 1 0 0 0,0 2 0 0 0,-1-3 12 0 0,1 0 1 0 0,-1 1-1 0 0,1-1 1 0 0,0 0-1 0 0,-1 1 1 0 0,1-1-1 0 0,0 0 0 0 0,0 0 1 0 0,0 0-1 0 0,0 0 1 0 0,0 0-1 0 0,0 0 1 0 0,0 0-1 0 0,0 0 1 0 0,1 0-1 0 0,1 1 1 0 0,6-7-618 0 0,2-1 713 0 0,-11 6-58 0 0,0 0-1 0 0,1 0 0 0 0,-1 0 1 0 0,1 1-1 0 0,-1-1 0 0 0,0 0 1 0 0,1 0-1 0 0,-1 0 0 0 0,0 1 1 0 0,1-1-1 0 0,-1 0 0 0 0,0 0 1 0 0,1 1-1 0 0,-1-1 0 0 0,0 0 1 0 0,0 0-1 0 0,1 1 0 0 0,-1-1 1 0 0,0 0-1 0 0,0 1 0 0 0,0-1 1 0 0,0 1-1 0 0,1-1 0 0 0,-1 0 1 0 0,0 1-1 0 0,0-1 0 0 0,0 0 1 0 0,0 1-1 0 0,0-1 0 0 0,0 1 1 0 0,0-1-1 0 0,0 0 1 0 0,0 1-1 0 0,0 0 0 0 0,2 21 48 0 0,-1 1 1 0 0,-4 45-1 0 0,0-46-20 0 0,2 1-1 0 0,1-1 1 0 0,3 23 0 0 0,-1-42-2683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30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72 6561 0 0,'1'-1'280'0'0,"-1"1"0"0"0,1-1 0 0 0,-1 1-1 0 0,1-1 1 0 0,-1 0 0 0 0,1 1-1 0 0,-1-1 1 0 0,1 1 0 0 0,-1-1 0 0 0,1 0-1 0 0,-1 1 1 0 0,0-1 0 0 0,1 0-1 0 0,-1 0 1 0 0,0 1 0 0 0,0-1 0 0 0,0 0-1 0 0,0 0 1 0 0,1 1 0 0 0,-1-1 0 0 0,0 0-1 0 0,0 0 1 0 0,0 0 0 0 0,-1 1-1 0 0,1-1 1 0 0,0 0 0 0 0,0 0 0 0 0,0 0-1 0 0,0-12 5743 0 0,0 12-5938 0 0,1 1 0 0 0,-1-1 0 0 0,0 1-1 0 0,1 0 1 0 0,-1-1 0 0 0,0 1 0 0 0,1 0-1 0 0,-1-1 1 0 0,1 1 0 0 0,-1 0 0 0 0,0-1-1 0 0,1 1 1 0 0,-1 0 0 0 0,1 0 0 0 0,-1-1 0 0 0,1 1-1 0 0,-1 0 1 0 0,1 0 0 0 0,-1 0 0 0 0,1 0-1 0 0,-1 0 1 0 0,1 0 0 0 0,-1 0 0 0 0,1 0-1 0 0,-1 0 1 0 0,2 0 0 0 0,25 0 240 0 0,0 0 0 0 0,0-2-1 0 0,0-2 1 0 0,36-8 0 0 0,-54 10-288 0 0,0 0-926 0 0,-9 1 808 0 0,0 1 0 0 0,-1-1 0 0 0,1 1-1 0 0,0 0 1 0 0,0-1 0 0 0,-1 1 0 0 0,1-1 0 0 0,0 1 0 0 0,0 0-1 0 0,-1 0 1 0 0,1-1 0 0 0,-1 1 0 0 0,1 0 0 0 0,0-1 0 0 0,-1 1-1 0 0,1 0 1 0 0,0 0 0 0 0,-1 0 0 0 0,1 0 0 0 0,-1-1-1 0 0,1 1 1 0 0,-1 0 0 0 0,0 0 0 0 0,-4-2-944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31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5985 0 0,'20'3'11161'0'0,"-6"6"-6415"0"0,-12-7-4612 0 0,0 1 0 0 0,0 0 0 0 0,-1 0 1 0 0,1 0-1 0 0,0 0 0 0 0,-1 0 1 0 0,0 0-1 0 0,0 0 0 0 0,1 4 0 0 0,0-2-129 0 0,-2-3-5 0 0,0 0 1 0 0,0-1-1 0 0,1 1 0 0 0,-1 0 0 0 0,1-1 1 0 0,-1 1-1 0 0,1-1 0 0 0,0 1 1 0 0,0 0-1 0 0,0-1 0 0 0,1 3 0 0 0,0-6-86 0 0,1-14-11267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31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5529 0 0,'3'0'652'0'0,"-2"0"12"0"0,1 0 1 0 0,-1-1-1 0 0,0 1 0 0 0,0 0 0 0 0,0 0 1 0 0,0 0-1 0 0,0 1 0 0 0,1-1 1 0 0,-1 0-1 0 0,0 0 0 0 0,0 1 0 0 0,0-1 1 0 0,0 0-1 0 0,0 1 0 0 0,0-1 0 0 0,0 1 1 0 0,0-1-1 0 0,0 1 0 0 0,0 0 1 0 0,1 0-1 0 0,6 12 655 0 0,6 16-501 0 0,8 13 319 0 0,-22-42-1167 0 0,0 0-1 0 0,0 0 1 0 0,0 0-1 0 0,1 1 1 0 0,-1-1 0 0 0,0 0-1 0 0,0 0 1 0 0,0 0-1 0 0,0 0 1 0 0,0 0 0 0 0,0 0-1 0 0,0 0 1 0 0,0 0-1 0 0,0 0 1 0 0,0 0 0 0 0,0 0-1 0 0,0 0 1 0 0,0 0-1 0 0,0 0 1 0 0,0 0 0 0 0,0 0-1 0 0,0 0 1 0 0,0 0 0 0 0,0 0-1 0 0,1 0 1 0 0,-1 0-1 0 0,0 0 1 0 0,0 0 0 0 0,0 0-1 0 0,0 0 1 0 0,0 0-1 0 0,0 0 1 0 0,0 0 0 0 0,0 0-1 0 0,0 0 1 0 0,0 0-1 0 0,0 0 1 0 0,0 0 0 0 0,0 0-1 0 0,0 0 1 0 0,1 0-1 0 0,-1 0 1 0 0,0 0 0 0 0,0 0-1 0 0,0 0 1 0 0,0 0-1 0 0,0 0 1 0 0,0 0 0 0 0,0 0-1 0 0,0 0 1 0 0,0 0-1 0 0,0 0 1 0 0,0-1 0 0 0,0 1-1 0 0,0 0 1 0 0,0 0-1 0 0,0 0 1 0 0,0 0 0 0 0,0 0-1 0 0,0 0 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32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1376 0 0,'9'9'6189'0'0,"5"4"1334"0"0,-13-11-7221 0 0,0-1 0 0 0,-1 1 0 0 0,1 0 0 0 0,0-1 0 0 0,0 1 0 0 0,-1 0 0 0 0,1 0 0 0 0,-1 0 0 0 0,1 2 0 0 0,0 6-125 0 0,-1-1 1 0 0,0 0-1 0 0,0 1 1 0 0,-1-1-1 0 0,-1 1 1 0 0,0-1-1 0 0,0 0 1 0 0,0 0-1 0 0,-1 0 1 0 0,0 0-1 0 0,-1 0 0 0 0,0 0 1 0 0,-9 12-1 0 0,4-7 142 0 0,-1 0-1 0 0,0 0 0 0 0,-1-1 1 0 0,-1 0-1 0 0,0-1 1 0 0,-23 17-1 0 0,32-26-311 0 0,-1-1 0 0 0,1 1 0 0 0,-1-1-1 0 0,0 0 1 0 0,0 0 0 0 0,0 0 0 0 0,0-1 0 0 0,0 1 0 0 0,0-1 0 0 0,0 0 0 0 0,-9 1 0 0 0,40-7 654 0 0,-11 2-922 0 0,-10 3-22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3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9674 0 0,'15'-1'11595'0'0,"0"-1"-8430"0"0,-8 0-3402 0 0,1 1 0 0 0,-1 1-1 0 0,12 0 1 0 0,8 2 298 0 0,-3 1 29 0 0,36-1 1 0 0,-51-3-171 0 0,0 0 1 0 0,0 0 0 0 0,0-1 0 0 0,-1 0 0 0 0,1 0-1 0 0,0-1 1 0 0,13-7 0 0 0,-22 10 44 0 0,0 0 1 0 0,1 0-1 0 0,-1 0 0 0 0,1-1 1 0 0,-1 1-1 0 0,0 0 0 0 0,1 0 1 0 0,-1 0-1 0 0,1 0 0 0 0,-1 0 1 0 0,1 0-1 0 0,-1 0 0 0 0,1 0 1 0 0,-1 0-1 0 0,0 0 0 0 0,1 0 1 0 0,-1 0-1 0 0,1 0 0 0 0,-1 0 1 0 0,1 1-1 0 0,-1-1 0 0 0,0 0 1 0 0,1 0-1 0 0,-1 0 0 0 0,1 1 1 0 0,-1-1-1 0 0,0 0 0 0 0,1 1 0 0 0,7 13-503 0 0,-7-8 501 0 0,1 0 0 0 0,-1 0 0 0 0,-1 0 0 0 0,1 6 1 0 0,-1-12 36 0 0,0 0-11 0 0,4 31-728 0 0,-3-23 791 0 0,0 0 0 0 0,0 0 1 0 0,0 0-1 0 0,-1 13 0 0 0,-6 8-49 0 0,0-1-1 0 0,-2 0 1 0 0,-20 45-1 0 0,17-43 337 0 0,0-1-1 0 0,-12 56 1 0 0,23-84-205 0 0,0-4 447 0 0,1-11 569 0 0,2-5-2265 0 0,-1 3-4967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33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32 5529 0 0,'19'-2'15215'0'0,"-24"8"-15627"0"0,2-2 620 0 0,1 1-1 0 0,-1-1 1 0 0,1 0-1 0 0,0 1 0 0 0,0-1 1 0 0,0 1-1 0 0,1-1 0 0 0,-1 1 1 0 0,1 0-1 0 0,0 5 1 0 0,-1 0-131 0 0,1 1 0 0 0,1-1 0 0 0,1 16 0 0 0,-1-24-69 0 0,0 0-1 0 0,0-1 1 0 0,1 1-1 0 0,-1 0 1 0 0,0-1 0 0 0,1 1-1 0 0,-1-1 1 0 0,1 1-1 0 0,0 0 1 0 0,-1-1-1 0 0,1 1 1 0 0,0-1-1 0 0,0 0 1 0 0,0 1 0 0 0,0-1-1 0 0,0 0 1 0 0,0 1-1 0 0,0-1 1 0 0,1 0-1 0 0,-1 0 1 0 0,2 1-1 0 0,-1-1 4 0 0,0 0-1 0 0,0 0 1 0 0,1-1-1 0 0,-1 1 0 0 0,0-1 1 0 0,1 1-1 0 0,-1-1 0 0 0,0 0 1 0 0,1 0-1 0 0,-1 0 0 0 0,0 0 1 0 0,1 0-1 0 0,3-1 0 0 0,0-1-4 0 0,0 1 0 0 0,1-1 0 0 0,-1-1 0 0 0,0 1-1 0 0,0-1 1 0 0,-1 0 0 0 0,1 0 0 0 0,-1-1-1 0 0,1 0 1 0 0,5-5 0 0 0,-8 6-16 0 0,-1 1 0 0 0,1-1 0 0 0,-1 0 0 0 0,0 0 0 0 0,0 0 0 0 0,0 0 0 0 0,0 0 0 0 0,0 0 0 0 0,-1-1 0 0 0,0 1 0 0 0,1-1 0 0 0,-1 1 0 0 0,0-1 0 0 0,-1 1 0 0 0,1-1 0 0 0,-1 0 0 0 0,1 1 0 0 0,-1-1 0 0 0,0 0 0 0 0,-1 1 0 0 0,1-1 0 0 0,-1 0 0 0 0,1 1 0 0 0,-1-1 0 0 0,0 1 0 0 0,0-1 0 0 0,-1 1 0 0 0,1-1 0 0 0,-1 1 0 0 0,1 0 0 0 0,-1 0 0 0 0,0 0 0 0 0,-1 0 0 0 0,1 0 0 0 0,0 0 0 0 0,-1 0 0 0 0,1 1 0 0 0,-1-1 0 0 0,0 1 0 0 0,0 0 0 0 0,0 0 0 0 0,0 0 1 0 0,0 0-1 0 0,-4-1 0 0 0,1 1 7 0 0,0 0 1 0 0,1 1 0 0 0,-1 0 0 0 0,0 0-1 0 0,-8 0 1 0 0,12 0 2 0 0,0 1 1 0 0,0 0-1 0 0,0 0 0 0 0,-1 0 0 0 0,1 1 0 0 0,0-1 0 0 0,0 0 0 0 0,0 1 1 0 0,0-1-1 0 0,0 1 0 0 0,0 0 0 0 0,0 0 0 0 0,0 0 0 0 0,0 0 0 0 0,0 0 1 0 0,0 0-1 0 0,-2 3 0 0 0,3-3-417 0 0,0 0 0 0 0,1 0 0 0 0,-1 1 0 0 0,1-1 1 0 0,-1 0-1 0 0,1 0 0 0 0,-1 1 0 0 0,1-1 0 0 0,0 0 0 0 0,0 1 0 0 0,-1-1 0 0 0,1 0 1 0 0,0 1-1 0 0,1 1 0 0 0,-1-2 174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4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6449 0 0,'0'-23'7723'0'0,"1"-1"-3156"0"0,10 50-620 0 0,-6-10-3785 0 0,-1 1 0 0 0,-1 0-1 0 0,-1 0 1 0 0,0 0 0 0 0,-1 17-1 0 0,1 5-44 0 0,2 206-37 0 0,-4-239 13 0 0,0-1-1 0 0,0 1 0 0 0,0 0 1 0 0,0-1-1 0 0,1 1 1 0 0,0-1-1 0 0,0 1 1 0 0,4 9-1 0 0,-5-14 2 0 0,-1-24-814 0 0,-2 8-7528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2761 0 0,'0'-2'697'0'0,"1"0"0"0"0,0 0 0 0 0,-1 0 0 0 0,1-1 0 0 0,-1 1 1 0 0,0 0-1 0 0,0-5 0 0 0,0 5 387 0 0,0 0 0 0 0,0 0-1 0 0,1 0 1 0 0,-1 0 0 0 0,0 0 0 0 0,1 0 0 0 0,-1 0 0 0 0,1 0 0 0 0,-1 0-1 0 0,3-3 1 0 0,-3 5-991 0 0,0 0-1 0 0,1 0 1 0 0,-1 0-1 0 0,0 0 1 0 0,1 0-1 0 0,-1-1 1 0 0,0 1-1 0 0,1 0 0 0 0,-1 0 1 0 0,0 0-1 0 0,1 0 1 0 0,-1 0-1 0 0,0 0 1 0 0,1 0-1 0 0,-1 1 1 0 0,0-1-1 0 0,0 0 1 0 0,1 0-1 0 0,-1 0 0 0 0,0 0 1 0 0,1 0-1 0 0,-1 0 1 0 0,0 1-1 0 0,0-1 1 0 0,1 0-1 0 0,-1 0 1 0 0,0 0-1 0 0,0 1 1 0 0,1-1-1 0 0,-1 0 0 0 0,0 1 1 0 0,12 9 203 0 0,-9-7 65 0 0,4 3-128 0 0,0 0-1 0 0,0-1 1 0 0,1 0 0 0 0,0-1 0 0 0,0 1 0 0 0,12 3 0 0 0,-17-6-243 0 0,1-1-1 0 0,0 0 1 0 0,0 0 0 0 0,0-1 0 0 0,0 1 0 0 0,1-1 0 0 0,-1 0 0 0 0,0 0 0 0 0,0 0-1 0 0,0-1 1 0 0,0 0 0 0 0,0 1 0 0 0,0-1 0 0 0,0 0 0 0 0,0-1 0 0 0,6-2-1 0 0,-10 4-12 0 0,1 0-1 0 0,-1-1 0 0 0,0 1 0 0 0,0 0 0 0 0,1 0 0 0 0,-1 0 0 0 0,0 0 1 0 0,1 0-1 0 0,-1 0 0 0 0,0 0 0 0 0,1 0 0 0 0,-1 0 0 0 0,0 0 1 0 0,0 0-1 0 0,1 1 0 0 0,-1-1 0 0 0,0 0 0 0 0,0 0 0 0 0,1 0 0 0 0,-1 0 1 0 0,0 0-1 0 0,1 1 0 0 0,-1-1 0 0 0,0 0 0 0 0,0 0 0 0 0,0 0 0 0 0,1 0 1 0 0,-1 1-1 0 0,0-1 0 0 0,0 0 0 0 0,0 0 0 0 0,0 1 0 0 0,1-1 1 0 0,-1 0-1 0 0,0 1 0 0 0,0-1 0 0 0,0 0 0 0 0,0 0 0 0 0,0 1 0 0 0,0-1 1 0 0,0 0-1 0 0,0 1 0 0 0,0-1 0 0 0,0 0 0 0 0,0 0 0 0 0,0 1 1 0 0,0-1-1 0 0,0 0 0 0 0,0 1 0 0 0,0-1 0 0 0,0 0 0 0 0,0 0 0 0 0,0 1 1 0 0,0-1-1 0 0,-1 1 0 0 0,1-1-63 0 0,0 1 0 0 0,0-1 1 0 0,0 0-1 0 0,0 1 0 0 0,0-1 0 0 0,0 1 1 0 0,0-1-1 0 0,0 1 0 0 0,0-1 1 0 0,0 1-1 0 0,0-1 0 0 0,-1 0 0 0 0,1 1 1 0 0,0-1-1 0 0,0 1 0 0 0,-1-1 0 0 0,1 0 1 0 0,0 1-1 0 0,0-1 0 0 0,-1 0 0 0 0,1 1 1 0 0,0-1-1 0 0,-1 0 0 0 0,1 1 0 0 0,-1-1 1 0 0,1 0-1 0 0,0 0 0 0 0,-1 0 0 0 0,1 1 1 0 0,-1-1-1 0 0,1 0 0 0 0,0 0 1 0 0,-1 0-1 0 0,1 0 0 0 0,-1 0 0 0 0,1 0 1 0 0,-1 0-1 0 0,0 0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5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9218 0 0,'1'0'630'0'0,"0"0"-1"0"0,0 1 1 0 0,1-1 0 0 0,-1 1 0 0 0,0-1-1 0 0,0 1 1 0 0,0 0 0 0 0,0-1-1 0 0,0 1 1 0 0,0 0 0 0 0,0 0 0 0 0,0 0-1 0 0,-1 0 1 0 0,1 0 0 0 0,1 1 0 0 0,11 18 3248 0 0,-12-17-3640 0 0,0-1-150 0 0,0 0 0 0 0,-1-1 0 0 0,1 1 0 0 0,0-1-1 0 0,0 1 1 0 0,0-1 0 0 0,0 1 0 0 0,0-1 0 0 0,0 0 0 0 0,0 0 0 0 0,0 1-1 0 0,1-1 1 0 0,-1 0 0 0 0,0 0 0 0 0,3 1 0 0 0,-4-2-86 0 0,0 0 0 0 0,0 0 0 0 0,0 0 0 0 0,1 0 0 0 0,-1 0 0 0 0,0 0-1 0 0,0-1 1 0 0,0 1 0 0 0,0 0 0 0 0,1 0 0 0 0,-1 0 0 0 0,0 0 0 0 0,0 0 0 0 0,0 0 0 0 0,0 0 0 0 0,0-1 0 0 0,1 1 0 0 0,-1 0 0 0 0,0 0 0 0 0,0 0 0 0 0,0 0-1 0 0,0 0 1 0 0,0-1 0 0 0,0 1 0 0 0,0 0 0 0 0,0 0 0 0 0,1 0 0 0 0,-1 0 0 0 0,0-1 0 0 0,0 1 0 0 0,0 0 0 0 0,0 0 0 0 0,0 0 0 0 0,0-1 0 0 0,0 1 0 0 0,0 0-1 0 0,0 0 1 0 0,0-5-3406 0 0,0-7-4350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5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5985 0 0,'2'0'858'0'0,"-1"1"1"0"0,1-1-1 0 0,0 1 0 0 0,-1 0 0 0 0,1-1 0 0 0,-1 1 0 0 0,1 0 0 0 0,-1 0 0 0 0,1 0 0 0 0,-1 0 1 0 0,1 0-1 0 0,-1 0 0 0 0,0 1 0 0 0,2 1 0 0 0,-2-2-608 0 0,1 1 0 0 0,-1-1 0 0 0,0 0 0 0 0,0 1 0 0 0,-1-1 0 0 0,1 0 1 0 0,0 1-1 0 0,0-1 0 0 0,-1 1 0 0 0,1-1 0 0 0,0 1 0 0 0,-1-1 0 0 0,0 1 0 0 0,1 0 0 0 0,-1 2 0 0 0,-2 1-1999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6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5529 0 0,'17'-7'20752'0'0,"-13"7"-19154"0"0,132-10-3383 0 0,-118 13 1085 0 0,-13-1 173 0 0,-12-1 191 0 0,7-1 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33 3681 0 0,'-20'15'16202'0'0,"16"-14"-13406"0"0,6-4-1998 0 0,9-5-590 0 0,54-2 225 0 0,4-1 6 0 0,-57 8-454 0 0,6-1-155 0 0,0 0 0 0 0,22-1-1 0 0,-35 4 137 0 0,0 1 0 0 0,0 0 0 0 0,1 1 0 0 0,-1-1 0 0 0,0 1 0 0 0,0 0 0 0 0,1 0 0 0 0,-1 1 0 0 0,0 0 0 0 0,0-1 0 0 0,-1 2 0 0 0,7 2 0 0 0,-9-3-2 0 0,0-1 0 0 0,0 1 0 0 0,0 0-1 0 0,0 0 1 0 0,-1 0 0 0 0,1 0 0 0 0,2 3 0 0 0,-3-2 2 0 0,0-1 0 0 0,1 0 1 0 0,0 0-1 0 0,-1 0 0 0 0,1 0 1 0 0,0 0-1 0 0,0 0 1 0 0,4 2-1 0 0,-1-2 30 0 0,-4-1 0 0 0,0-1-1 0 0,0 1 0 0 0,0-1 1 0 0,0 1-1 0 0,0 0 0 0 0,0-1 1 0 0,0 1-1 0 0,0 0 1 0 0,0 0-1 0 0,0 0 0 0 0,0 0 1 0 0,0 0-1 0 0,-1 0 0 0 0,1 0 1 0 0,0 0-1 0 0,-1 0 1 0 0,1 0-1 0 0,0 0 0 0 0,-1 0 1 0 0,1 0-1 0 0,-1 1 0 0 0,0-1 1 0 0,0 0-1 0 0,1 0 1 0 0,-1 3-1 0 0,0-1 0 0 0,1 0 0 0 0,-1 1 1 0 0,0-1-1 0 0,0 0 0 0 0,0 1 0 0 0,-1-1 1 0 0,1 0-1 0 0,-1 1 0 0 0,0-1 0 0 0,0 0 1 0 0,0 0-1 0 0,0 0 0 0 0,-1 0 0 0 0,1 0 1 0 0,-4 5-1 0 0,-9 19 9 0 0,6-11 6 0 0,-1 0-1 0 0,-1 0 1 0 0,0 0 0 0 0,-13 14 0 0 0,12-17-7 0 0,6-7 18 0 0,0 0 1 0 0,-1 1-1 0 0,0-2 0 0 0,0 1 1 0 0,0-1-1 0 0,-10 6 0 0 0,16-11-25 0 0,0 0-1 0 0,-1 1 1 0 0,1-1 0 0 0,0 0-1 0 0,0 0 1 0 0,-1 0-1 0 0,1 0 1 0 0,0 0-1 0 0,0 0 1 0 0,-1 0-1 0 0,1 0 1 0 0,0 0 0 0 0,0 0-1 0 0,-1 0 1 0 0,1 0-1 0 0,0 0 1 0 0,-1 0-1 0 0,1-1 1 0 0,0 1 0 0 0,0 0-1 0 0,-1 0 1 0 0,1 0-1 0 0,0 0 1 0 0,0 0-1 0 0,0 0 1 0 0,-1-1-1 0 0,1 1 1 0 0,0 0 0 0 0,0 0-1 0 0,0 0 1 0 0,-1-1-1 0 0,1 1 1 0 0,0 0-1 0 0,0 0 1 0 0,0-1 0 0 0,0 1-1 0 0,0 0 1 0 0,-1 0-1 0 0,1-1 1 0 0,0 1-1 0 0,0 0 1 0 0,0-1 0 0 0,0-1-371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8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16588 0 0,'24'17'7047'0'0,"1"2"-5726"0"0,16 13 27 0 0,-38-32-1211 0 0,-5-7-2770 0 0,-3-3 2030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8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9674 0 0,'10'-2'550'0'0,"-8"1"604"0"0,0 1-1 0 0,0-1 1 0 0,0 1 0 0 0,0 0-1 0 0,0 0 1 0 0,0 0 0 0 0,4 0 0 0 0,3 6 3059 0 0,-3 3-4715 0 0,-6-9 530 0 0,1 1 1 0 0,-1-1-1 0 0,0 1 1 0 0,1-1-1 0 0,-1 1 1 0 0,0-1-1 0 0,1 1 1 0 0,-1-1-1 0 0,0 0 1 0 0,1 1-1 0 0,-1-1 1 0 0,1 0-1 0 0,-1 1 1 0 0,1-1-1 0 0,-1 0 0 0 0,1 0 1 0 0,0 1-1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8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7370 0 0,'5'1'-224'0'0,"-2"0"986"0"0,0 0 0 0 0,0 0 0 0 0,0 0 1 0 0,0 0-1 0 0,0 0 0 0 0,4 3 1 0 0,-6-3-467 0 0,0 0 0 0 0,0-1 0 0 0,-1 1 1 0 0,1 0-1 0 0,0 0 0 0 0,-1 0 0 0 0,1 0 0 0 0,0 0 1 0 0,-1 0-1 0 0,1 0 0 0 0,-1 0 0 0 0,0 0 1 0 0,1 0-1 0 0,-1 0 0 0 0,0 0 0 0 0,0 0 0 0 0,1 0 1 0 0,-1 0-1 0 0,0 0 0 0 0,0 0 0 0 0,0 0 0 0 0,0 0 1 0 0,-1 2-1 0 0,0 11 450 0 0,-2 1 1 0 0,0-1-1 0 0,-5 17 1 0 0,5-23-995 0 0,-1 0 1 0 0,1 1-1 0 0,-1-1 0 0 0,0 0 0 0 0,-1-1 1 0 0,-8 11-1 0 0,4-8-7216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49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10 11522 0 0,'9'-9'8605'0'0,"-12"18"-6723"0"0,-15 45-725 0 0,14-40-1114 0 0,-1 0 0 0 0,0 0-1 0 0,-1 0 1 0 0,0 0 0 0 0,-1-1 0 0 0,-12 17 0 0 0,13-22-288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50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3681 0 0,'18'-8'6088'0'0,"-17"8"-5287"0"0,-1-1 0 0 0,1 0 0 0 0,0 0 0 0 0,0-2 0 0 0,8-9 5468 0 0,-7 11-6022 0 0,-1 1-1 0 0,1 0 1 0 0,0 0 0 0 0,0-1-1 0 0,0 1 1 0 0,0 0 0 0 0,0 1-1 0 0,0-1 1 0 0,-1 0 0 0 0,1 0-1 0 0,2 2 1 0 0,3-1 107 0 0,2-1-255 0 0,-1 0-1 0 0,1-1 1 0 0,-1 0-1 0 0,12-2 1 0 0,13-2 104 0 0,-29 5-208 0 0,0 0-1 0 0,1 1 1 0 0,-1-1 0 0 0,0 1-1 0 0,8 2 1 0 0,-11-3 3 0 0,1 1 0 0 0,0-1 0 0 0,0 1 0 0 0,-1 0 0 0 0,1 0 0 0 0,-1-1 0 0 0,1 1 0 0 0,0 0 0 0 0,-1 1 0 0 0,1-1 0 0 0,-1 0 0 0 0,0 0 0 0 0,1 1 0 0 0,-1-1 0 0 0,1 2 0 0 0,-1 1-16 0 0,0 0 1 0 0,-1 0-1 0 0,0 1 0 0 0,0-1 0 0 0,0 0 1 0 0,0 0-1 0 0,0 0 0 0 0,-1 0 0 0 0,0 0 1 0 0,-1 5-1 0 0,-1 6 21 0 0,-4 43 77 0 0,6-35 43 0 0,-8 33 0 0 0,7-48-104 0 0,0 0-1 0 0,-1 0 0 0 0,0 0 0 0 0,0 0 1 0 0,-1-1-1 0 0,0 1 0 0 0,-8 11 0 0 0,0-5-170 0 0,-1 0-1 0 0,-23 20 0 0 0,-5 4-2189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50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10 920 0 0,'18'-10'20926'0'0,"-16"18"-21018"0"0,2 10 648 0 0,-2-8 43 0 0,0 0 1 0 0,2 20 0 0 0,-4-40-2200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1:50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3681 0 0,'2'1'999'0'0,"-1"-1"0"0"0,1 1 0 0 0,-1 0-1 0 0,1 0 1 0 0,-1 0 0 0 0,1 0 0 0 0,-1 0 0 0 0,0 0 0 0 0,1 0 0 0 0,1 3 0 0 0,-2-3-337 0 0,0 1 1 0 0,1 0-1 0 0,-1 0 1 0 0,0 0 0 0 0,0 0-1 0 0,0 0 1 0 0,0 0-1 0 0,0 3 1 0 0,0-4-625 0 0,-1 0 1 0 0,0 0-1 0 0,1 1 1 0 0,-1-1-1 0 0,0 0 0 0 0,0 1 1 0 0,0-1-1 0 0,0 0 1 0 0,0 0-1 0 0,0 1 1 0 0,0-1-1 0 0,-1 0 1 0 0,1 0-1 0 0,0 1 1 0 0,-1-1-1 0 0,1 0 0 0 0,-1 0 1 0 0,1 0-1 0 0,-1 1 1 0 0,0-1-1 0 0,1 0 1 0 0,-1 0-1 0 0,0 0 1 0 0,0 0-1 0 0,0 0 0 0 0,0 0 1 0 0,0-1-1 0 0,0 1 1 0 0,0 0-1 0 0,0 0 1 0 0,0-1-1 0 0,-2 2 1 0 0,0-1-39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5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14 12899 0 0,'11'-6'3519'0'0,"-10"5"-3088"0"0,0 0-1 0 0,0 1 1 0 0,1-1 0 0 0,-1 0 0 0 0,0 0 0 0 0,1 1 0 0 0,-1-1 0 0 0,1 1 0 0 0,-1-1 0 0 0,1 1 0 0 0,-1 0-1 0 0,3-1 1 0 0,-3 2-377 0 0,-1-1-1 0 0,0 1 0 0 0,0-1 1 0 0,0 1-1 0 0,0-1 0 0 0,0 1 1 0 0,1-1-1 0 0,-1 1 1 0 0,0-1-1 0 0,0 1 0 0 0,0 0 1 0 0,0-1-1 0 0,-1 1 0 0 0,1-1 1 0 0,0 1-1 0 0,0-1 0 0 0,0 1 1 0 0,0-1-1 0 0,0 1 0 0 0,-1-1 1 0 0,1 1-1 0 0,-6 15 179 0 0,5-14-152 0 0,-19 45 310 0 0,2-6-103 0 0,-17 60 0 0 0,34-96-248 0 0,0 0 0 0 0,0 0-1 0 0,1 0 1 0 0,-1 0 0 0 0,1 0 0 0 0,0 0-1 0 0,1 7 1 0 0,-1-10-25 0 0,1 0 1 0 0,-1-1-1 0 0,0 1 0 0 0,1 0 0 0 0,-1-1 1 0 0,1 1-1 0 0,0-1 0 0 0,0 1 0 0 0,-1-1 1 0 0,1 1-1 0 0,0-1 0 0 0,0 1 0 0 0,0-1 1 0 0,1 0-1 0 0,-1 0 0 0 0,0 1 0 0 0,0-1 0 0 0,1 0 1 0 0,-1 0-1 0 0,0 0 0 0 0,1 0 0 0 0,-1-1 1 0 0,1 1-1 0 0,0 0 0 0 0,1 0 0 0 0,9 1 55 0 0,0 0 0 0 0,0 0 0 0 0,0-2 0 0 0,24-1 0 0 0,4 1-46 0 0,169 5-12 0 0,-195-3-33 0 0,-12-2-117 0 0,-7-2-152 0 0,-1 0 59 0 0,-30-7-2845 0 0,26 7-4775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5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3 11522 0 0,'8'-2'2615'0'0,"-13"12"649"0"0,1-5-2940 0 0,-7 17 594 0 0,0 0-1 0 0,2 1 1 0 0,1 0-1 0 0,0 0 1 0 0,-6 35-1 0 0,8-23-601 0 0,2 1 0 0 0,1-1 1 0 0,2 40-1 0 0,1-70-242 0 0,0-1 16 0 0,0 1 0 0 0,0-1 1 0 0,1 1-1 0 0,-1-1 0 0 0,1 1 1 0 0,0-1-1 0 0,0 0 0 0 0,3 6 0 0 0,-1-41-2 0 0,-3 28-355 0 0,0 1 0 0 0,0-1 0 0 0,0 1 0 0 0,0-1 0 0 0,0 0 0 0 0,-1 1 0 0 0,1-1-1 0 0,-1 1 1 0 0,0 0 0 0 0,0-1 0 0 0,0 1 0 0 0,-2-4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7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176 712 2761 0 0,'-12'9'14973'0'0,"20"-3"-9978"0"0,11 1-4741 0 0,0 0 0 0 0,1-2 0 0 0,0 0 1 0 0,0-1-1 0 0,0-1 0 0 0,0 0 0 0 0,0-2 0 0 0,1-1 1 0 0,-1 0-1 0 0,1-1 0 0 0,-1-1 0 0 0,0-1 0 0 0,0-1 0 0 0,23-8 1 0 0,-14 4-255 0 0,41-19 0 0 0,-60 23 0 0 0,-1-1 0 0 0,0 0 0 0 0,-1-1 0 0 0,1 0 0 0 0,-1 0 0 0 0,0-1 0 0 0,-1 0 0 0 0,9-9 0 0 0,-6 4-29 0 0,-1 0 0 0 0,0 0 1 0 0,-1-1-1 0 0,0 0 0 0 0,0 0 1 0 0,-2-1-1 0 0,0 0 0 0 0,0 0 1 0 0,-2 0-1 0 0,1-1 0 0 0,3-29 1 0 0,-6 27 28 0 0,0-1 0 0 0,-2-22 0 0 0,-1 31 0 0 0,0 0 0 0 0,-1 0 0 0 0,0 0 0 0 0,0 0 0 0 0,-1 0 0 0 0,-4-10 0 0 0,-1 4 0 0 0,0 0 0 0 0,-1 1 0 0 0,0 0 0 0 0,-1 1 0 0 0,-1 0 0 0 0,0 1 0 0 0,-16-14 0 0 0,-94-70 0 0 0,115 91 0 0 0,-11-6 35 0 0,0 0 1 0 0,-1 1-1 0 0,0 0 1 0 0,-1 2-1 0 0,0 0 1 0 0,0 1 0 0 0,-1 1-1 0 0,-20-3 1 0 0,36 8-28 0 0,0 1-1 0 0,0-1 1 0 0,0 1 0 0 0,-1 0 0 0 0,1 1 0 0 0,0-1 0 0 0,0 1-1 0 0,0 0 1 0 0,0 0 0 0 0,0 0 0 0 0,-6 3 0 0 0,-2 2 56 0 0,0 1 1 0 0,-14 10-1 0 0,18-12-38 0 0,1 1 0 0 0,-2-1 0 0 0,1-1 0 0 0,0 0 0 0 0,-1 0 0 0 0,-12 4 0 0 0,9-6 73 0 0,3 0-36 0 0,1 0 0 0 0,-14 5 1 0 0,19-5-61 0 0,1-1 0 0 0,-1 0-1 0 0,0 1 1 0 0,1 0 0 0 0,-1 0 0 0 0,1 0 0 0 0,-1 0 0 0 0,1 0-1 0 0,0 0 1 0 0,0 1 0 0 0,-2 2 0 0 0,-8 14 40 0 0,1 1-1 0 0,-9 23 1 0 0,16-32 25 0 0,1 0 0 0 0,0 0 0 0 0,1-1 0 0 0,0 2 0 0 0,-1 11 0 0 0,2-11-14 0 0,0 0-1 0 0,-1 0 1 0 0,-1-1-1 0 0,-5 17 1 0 0,6-23-22 0 0,0 0 0 0 0,0-1 1 0 0,1 1-1 0 0,0 0 0 0 0,0 0 0 0 0,0 0 0 0 0,0 0 0 0 0,1 0 1 0 0,0 0-1 0 0,0 0 0 0 0,0 0 0 0 0,1-1 0 0 0,-1 1 0 0 0,1 0 1 0 0,0 0-1 0 0,1 0 0 0 0,-1 0 0 0 0,1-1 0 0 0,0 1 0 0 0,0-1 1 0 0,0 1-1 0 0,1-1 0 0 0,0 0 0 0 0,4 6 0 0 0,39 60 781 0 0,13 19-33 0 0,-58-88-769 0 0,0 0 1 0 0,-1 0-1 0 0,1 0 1 0 0,0-1-1 0 0,0 1 1 0 0,-1 0-1 0 0,1-1 1 0 0,0 1-1 0 0,0-1 1 0 0,0 1-1 0 0,0-1 1 0 0,0 1-1 0 0,0-1 1 0 0,0 0-1 0 0,0 1 1 0 0,0-1-1 0 0,0 0 1 0 0,0 0-1 0 0,0 1 1 0 0,0-1-1 0 0,2 0 1 0 0,0-1 26 0 0,0 0 0 0 0,1 1 0 0 0,-1-1 0 0 0,0-1 0 0 0,4-1 0 0 0,12-3 110 0 0,-14 3 270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5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90 1840 0 0,'-6'-3'8318'0'0,"-9"-10"4600"0"0,17 13-12768 0 0,6 2-102 0 0,-1-1-1 0 0,1 0 1 0 0,0-1-1 0 0,0 1 1 0 0,-1-1 0 0 0,1-1-1 0 0,0 0 1 0 0,0 0-1 0 0,13-4 1 0 0,-3 0 88 0 0,1-2-1 0 0,31-15 1 0 0,2-14-405 0 0,-60 46-6153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6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70 9674 0 0,'-4'9'12169'0'0,"14"-9"-11940"0"0,-1 0 0 0 0,1 0 0 0 0,-1-1 0 0 0,1-1 0 0 0,16-4 0 0 0,49-19 279 0 0,-40 10-370 0 0,18-8-71 0 0,-49 22-70 0 0,1-1-1 0 0,-1 1 1 0 0,1 0-1 0 0,-1 1 1 0 0,1-1-1 0 0,0 1 1 0 0,-1 0 0 0 0,1 0-1 0 0,7 1 1 0 0,-12-1-11 0 0,0 0 1 0 0,0 0-1 0 0,1 0 1 0 0,-1 1-1 0 0,0-1 1 0 0,0 0-1 0 0,0 0 1 0 0,1 0-1 0 0,-1 0 1 0 0,0 0-1 0 0,0 1 1 0 0,0-1-1 0 0,0 0 1 0 0,1 0-1 0 0,-1 0 0 0 0,0 1 1 0 0,0-1-1 0 0,0 0 1 0 0,0 0-1 0 0,0 1 1 0 0,0-1-1 0 0,0 0 1 0 0,0 0-1 0 0,0 0 1 0 0,1 1-1 0 0,-1-1 1 0 0,0 0-1 0 0,0 0 1 0 0,0 1-1 0 0,0-1 1 0 0,0 0-1 0 0,-1 0 1 0 0,1 1-1 0 0,0-1 1 0 0,0 0-1 0 0,0 0 1 0 0,0 1-1 0 0,0-1 1 0 0,0 0-1 0 0,0 0 0 0 0,0 0 1 0 0,0 1-1 0 0,-1-1 1 0 0,1 0-1 0 0,0 1 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6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4145 0 0,'0'0'465'0'0,"1"0"1"0"0,-1-1-1 0 0,1 1 0 0 0,-1 0 1 0 0,1 0-1 0 0,0 0 0 0 0,-1 0 1 0 0,1 0-1 0 0,0 0 0 0 0,-1-1 1 0 0,1 1-1 0 0,-1 1 0 0 0,1-1 1 0 0,0 0-1 0 0,-1 0 0 0 0,1 0 1 0 0,-1 0-1 0 0,1 0 0 0 0,0 0 1 0 0,-1 1-1 0 0,1-1 0 0 0,-1 0 1 0 0,1 1-1 0 0,1 0 30 0 0,-1 0 0 0 0,1 0 0 0 0,-1 1 0 0 0,0-1 0 0 0,0 0 0 0 0,0 1 0 0 0,0-1-1 0 0,1 3 1 0 0,2 4-168 0 0,0 0-1 0 0,4 13 1 0 0,-6-15 283 0 0,1 4-393 0 0,1 1 0 0 0,-2 0 1 0 0,1 0-1 0 0,0 18 0 0 0,-3-24-199 0 0,0 0 0 0 0,0 0 0 0 0,0 0 0 0 0,-1 0 0 0 0,0 1 0 0 0,0-1 0 0 0,0-1 0 0 0,-1 1 0 0 0,1 0 0 0 0,-1 0 0 0 0,0 0 0 0 0,-4 5 0 0 0,5-9-64 0 0,1 0 0 0 0,-1 0-1 0 0,0 0 1 0 0,0 0 0 0 0,1-1 0 0 0,-1 1 0 0 0,0 0 0 0 0,0 0 0 0 0,0-1-1 0 0,0 1 1 0 0,0-1 0 0 0,0 1 0 0 0,0-1 0 0 0,0 1 0 0 0,0-1 0 0 0,0 1-1 0 0,-2-1 1 0 0,-6 0-6443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7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9218 0 0,'1'0'361'0'0,"0"0"0"0"0,-1 0 0 0 0,1 0-1 0 0,0 0 1 0 0,0 0 0 0 0,0 0 0 0 0,0 1 0 0 0,-1-1 0 0 0,1 0 0 0 0,0 0-1 0 0,0 1 1 0 0,0-1 0 0 0,-1 0 0 0 0,1 1 0 0 0,0-1 0 0 0,-1 0 0 0 0,1 1 0 0 0,0-1-1 0 0,-1 1 1 0 0,1 0 0 0 0,0-1 0 0 0,-1 1 0 0 0,1-1 0 0 0,-1 1 0 0 0,2 1-1 0 0,-2 0 113 0 0,1 1-1 0 0,0-1 0 0 0,-1 0 0 0 0,0 1 0 0 0,1-1 0 0 0,-1 0 0 0 0,0 4 1 0 0,1 14-203 0 0,0-15-387 0 0,2 12 928 0 0,-1-14-1471 0 0,0-10-1815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7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4145 0 0,'2'0'432'0'0,"-1"0"1"0"0,1 1 0 0 0,-1-1-1 0 0,1 1 1 0 0,-1-1-1 0 0,1 1 1 0 0,-1 0-1 0 0,0-1 1 0 0,1 1-1 0 0,-1 0 1 0 0,0 0-1 0 0,0 0 1 0 0,1 0-1 0 0,-1 0 1 0 0,0 0 0 0 0,0 1-1 0 0,0-1 1 0 0,0 0-1 0 0,-1 0 1 0 0,1 1-1 0 0,0-1 1 0 0,0 1-1 0 0,-1-1 1 0 0,1 1-1 0 0,-1-1 1 0 0,1 2 0 0 0,-1 19 2391 0 0,-4 1-5474 0 0,3-19 2631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7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83 4609 0 0,'-1'-2'981'0'0,"0"0"0"0"0,0 0 0 0 0,0 0 0 0 0,0 0 0 0 0,0 1 0 0 0,-1-1 0 0 0,1 0 0 0 0,0 1 0 0 0,-9-9 5966 0 0,18 9-4039 0 0,-5-1-2813 0 0,31-13-23 0 0,69-22 1 0 0,-102 37-121 0 0,-1-1-1 0 0,1 1 1 0 0,-1 0 0 0 0,0 0 0 0 0,1 0-1 0 0,-1 0 1 0 0,0-1 0 0 0,1 1-1 0 0,-1 0 1 0 0,1 0 0 0 0,-1 0-1 0 0,1 0 1 0 0,-1 0 0 0 0,0 0-1 0 0,1 0 1 0 0,-1 0 0 0 0,1 0 0 0 0,-1 0-1 0 0,0 0 1 0 0,1 1 0 0 0,-1-1-1 0 0,1 0 1 0 0,-1 0 0 0 0,0 0-1 0 0,1 0 1 0 0,-1 1 0 0 0,0-1-1 0 0,1 0 1 0 0,-1 0 0 0 0,0 1 0 0 0,1-1-1 0 0,-1 1-277 0 0,0 0 1 0 0,0 0-1 0 0,0-1 0 0 0,0 1 0 0 0,-1 0 0 0 0,1-1 0 0 0,0 1 1 0 0,0 0-1 0 0,-1-1 0 0 0,1 1 0 0 0,0 0 0 0 0,-1-1 0 0 0,1 1 0 0 0,0 0 1 0 0,-1-1-1 0 0,1 1 0 0 0,-2 0 0 0 0,0 2-1257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8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19 8754 0 0,'8'-5'349'0'0,"-5"3"392"0"0,-1 0 0 0 0,0 0 0 0 0,1 1 0 0 0,0-1 0 0 0,-1 1 0 0 0,1 0 0 0 0,5-1 0 0 0,-8 2-635 0 0,0 0 1 0 0,0 0-1 0 0,1 0 0 0 0,-1 0 0 0 0,0 1 0 0 0,0-1 1 0 0,1 0-1 0 0,-1 0 0 0 0,0 0 0 0 0,0 1 0 0 0,0-1 1 0 0,1 0-1 0 0,-1 0 0 0 0,0 1 0 0 0,0-1 0 0 0,0 0 1 0 0,0 0-1 0 0,0 1 0 0 0,1-1 0 0 0,-1 0 0 0 0,0 1 1 0 0,0-1-1 0 0,0 0 0 0 0,0 1 0 0 0,0-1 0 0 0,0 0 1 0 0,0 0-1 0 0,0 1 0 0 0,0-1 0 0 0,0 0 0 0 0,0 1 1 0 0,0-1-1 0 0,-1 0 0 0 0,1 1 0 0 0,0-1 0 0 0,0 0 1 0 0,0 0-1 0 0,0 1 0 0 0,0-1 0 0 0,-1 0 1 0 0,-3 15 830 0 0,-3-1-357 0 0,-18 25 0 0 0,19-31-701 0 0,0 1 0 0 0,0 0 0 0 0,1 0 0 0 0,0 1 0 0 0,1-1 0 0 0,-5 17 0 0 0,8-25 44 0 0,1 0 0 0 0,0 0-1 0 0,0 0 1 0 0,-1-1-1 0 0,1 1 1 0 0,0 0-1 0 0,0 0 1 0 0,0 0-1 0 0,0 0 1 0 0,0 0 0 0 0,0 0-1 0 0,0-1 1 0 0,0 1-1 0 0,0 0 1 0 0,1 0-1 0 0,-1 0 1 0 0,0 0-1 0 0,0 0 1 0 0,1-1 0 0 0,-1 1-1 0 0,1 0 1 0 0,-1 0-1 0 0,1 0 1 0 0,0 0 18 0 0,0-1 0 0 0,-1 0-1 0 0,1 0 1 0 0,0 0 0 0 0,0 1 0 0 0,0-1 0 0 0,-1 0 0 0 0,1 0 0 0 0,0 0-1 0 0,0 0 1 0 0,0 0 0 0 0,-1 0 0 0 0,1-1 0 0 0,0 1 0 0 0,0 0 0 0 0,0 0 0 0 0,-1 0-1 0 0,1-1 1 0 0,1 0 0 0 0,7-3-245 0 0,-1-1-1 0 0,0 0 1 0 0,9-7 0 0 0,-13 9 161 0 0,24-22-88 0 0,-22 19 221 0 0,0-1 0 0 0,1 2 0 0 0,10-8-1 0 0,-17 13 27 0 0,1 0-1 0 0,0 0 0 0 0,-1 0 0 0 0,1 0 0 0 0,0 0 1 0 0,-1 0-1 0 0,1 0 0 0 0,0 0 0 0 0,-1 0 0 0 0,1 0 0 0 0,-1 0 1 0 0,1 0-1 0 0,0 0 0 0 0,-1 1 0 0 0,1-1 0 0 0,0 0 1 0 0,-1 0-1 0 0,1 1 0 0 0,-1-1 0 0 0,1 0 0 0 0,-1 1 1 0 0,1-1-1 0 0,-1 1 0 0 0,1-1 0 0 0,-1 1 0 0 0,1-1 0 0 0,-1 1 1 0 0,0-1-1 0 0,1 1 0 0 0,-1-1 0 0 0,1 1 0 0 0,-1 0 1 0 0,14 24 980 0 0,-12-21-740 0 0,3 6 81 0 0,-2-1 0 0 0,1 1 1 0 0,-1-1-1 0 0,0 1 0 0 0,-1 0 0 0 0,1 12 0 0 0,2 64 632 0 0,-5-67-812 0 0,0-6-125 0 0,-1 1-1 0 0,0 0 1 0 0,-1 0-1 0 0,-1-1 1 0 0,0 1-1 0 0,-1-1 1 0 0,0 0-1 0 0,-1 0 1 0 0,-1 0-1 0 0,0-1 1 0 0,0 0-1 0 0,-11 14 1 0 0,14-22-136 0 0,-1 0 0 0 0,0 0 0 0 0,0-1 1 0 0,0 0-1 0 0,-1 1 0 0 0,1-2 0 0 0,-1 1 1 0 0,0 0-1 0 0,1-1 0 0 0,-1 0 0 0 0,-8 3 1 0 0,-6 2-5598 0 0,11-3-612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28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2761 0 0,'16'-8'10299'0'0,"0"6"-4260"0"0,-10 2-5097 0 0,0 1 0 0 0,0 0 0 0 0,8 2 0 0 0,-8-1-871 0 0,1 0-1 0 0,-1-1 0 0 0,13 1 1 0 0,20-3-1786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1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9674 0 0,'4'0'9178'0'0,"6"0"-4604"0"0,56-7-3819 0 0,-54 4-684 0 0,0 0-1 0 0,-1 0 0 0 0,22-11 1 0 0,-29 12-84 0 0,0 0 1 0 0,1-1 0 0 0,-1 1 0 0 0,0-1 0 0 0,0 0-1 0 0,-1 0 1 0 0,1-1 0 0 0,0 1 0 0 0,-1-1-1 0 0,0 1 1 0 0,0-1 0 0 0,3-6 0 0 0,-4 4-298 0 0,-6 8-462 0 0,-6 7-293 0 0,2 4-560 0 0,3-7 217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1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5065 0 0,'1'0'340'0'0,"0"0"0"0"0,0 1 0 0 0,0-1 0 0 0,0 1 0 0 0,0-1 0 0 0,0 1 0 0 0,-1-1 0 0 0,1 1-1 0 0,0-1 1 0 0,0 1 0 0 0,-1 0 0 0 0,1-1 0 0 0,0 1 0 0 0,-1 0 0 0 0,1 0 0 0 0,0 0 0 0 0,-1-1 0 0 0,1 1 0 0 0,-1 0 0 0 0,0 0 0 0 0,1 0 0 0 0,-1 0-1 0 0,0 0 1 0 0,1 0 0 0 0,-1 0 0 0 0,0 0 0 0 0,0 0 0 0 0,0 0 0 0 0,0 0 0 0 0,0 0 0 0 0,0 0 0 0 0,0 2 0 0 0,-2 3 149 0 0,1 0 0 0 0,-1 0 0 0 0,0 0 0 0 0,-4 8 0 0 0,-1 4-501 0 0,5-10 342 0 0,-2 1-1 0 0,1 0 1 0 0,-7 9 0 0 0,9-15-287 0 0,-1 0 0 0 0,1-1 1 0 0,-1 0-1 0 0,0 1 0 0 0,0-1 1 0 0,0 0-1 0 0,0 0 0 0 0,0 0 1 0 0,-1 0-1 0 0,1 0 0 0 0,0-1 0 0 0,-1 1 1 0 0,0-1-1 0 0,-3 2 0 0 0,6-3-45 0 0,0 0 0 0 0,-1 0-1 0 0,1 0 1 0 0,0 0 0 0 0,0 1-1 0 0,-1-1 1 0 0,1 0-1 0 0,0 0 1 0 0,-1 0 0 0 0,1 0-1 0 0,0 0 1 0 0,0 1 0 0 0,-1-1-1 0 0,1 0 1 0 0,0 0-1 0 0,0 1 1 0 0,-1-1 0 0 0,1 0-1 0 0,0 0 1 0 0,0 1 0 0 0,0-1-1 0 0,-1 0 1 0 0,1 0-1 0 0,0 1 1 0 0,0-1 0 0 0,0 0-1 0 0,0 1 1 0 0,0-1 0 0 0,0 0-1 0 0,0 1 1 0 0,0 0-1 0 0,5 11-73 0 0,-2-8 133 0 0,-1 0 0 0 0,1-1 0 0 0,0 1 0 0 0,1-1 0 0 0,-1 1 0 0 0,1-1-1 0 0,-1 0 1 0 0,1-1 0 0 0,0 1 0 0 0,0-1 0 0 0,0 1 0 0 0,0-1-1 0 0,1 0 1 0 0,-1-1 0 0 0,1 1 0 0 0,-1-1 0 0 0,1 0 0 0 0,4 1 0 0 0,8 0 213 0 0,-1 0 0 0 0,1-1 0 0 0,28-2 0 0 0,-42 1-266 0 0,29-4 108 0 0,-31 4-107 0 0,0 0-1 0 0,-1 0 0 0 0,1-1 0 0 0,0 1 1 0 0,0 0-1 0 0,-1-1 0 0 0,1 1 0 0 0,0-1 1 0 0,-1 1-1 0 0,1-1 0 0 0,0 1 0 0 0,-1-1 0 0 0,1 1 1 0 0,0-1-1 0 0,-1 0-3 0 0,0 1 0 0 0,1-1 0 0 0,-1 1 0 0 0,0-1 0 0 0,0 1 0 0 0,0 0 0 0 0,0-1 0 0 0,0 1 0 0 0,0-1 0 0 0,0 1 0 0 0,0-1 0 0 0,0 1 0 0 0,0-1 0 0 0,0 1 0 0 0,0-1 0 0 0,-1 1 0 0 0,1 0 0 0 0,0-1 0 0 0,0 1 0 0 0,0-1 0 0 0,-1 1 0 0 0,1 0 0 0 0,0-1 0 0 0,0 1 0 0 0,-1 0 0 0 0,1-1 0 0 0,-1 0 0 0 0,-14-9-3110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1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2 4145 0 0,'14'-2'8910'0'0,"-20"8"-6486"0"0,5-6-2604 0 0,-14 15 2159 0 0,-21 21-1 0 0,26-24-1772 0 0,1 0 0 0 0,0 1 0 0 0,0 0 0 0 0,2 0 0 0 0,-8 16 0 0 0,12-21-78 0 0,1-1-1 0 0,-1 1 0 0 0,1 0 0 0 0,0 7 1 0 0,1-12-60 0 0,1-1-1 0 0,-1 1 1 0 0,1-1 0 0 0,0 1 0 0 0,0-1 0 0 0,1 1 0 0 0,-1-1 0 0 0,0 1 0 0 0,1-1 0 0 0,-1 1 0 0 0,1-1 0 0 0,0 0 0 0 0,0 1 0 0 0,0-1 0 0 0,0 0-1 0 0,3 4 1 0 0,-3-4-33 0 0,1-1 0 0 0,0 0-1 0 0,-1 0 1 0 0,1 0 0 0 0,0 0-1 0 0,-1-1 1 0 0,1 1 0 0 0,0 0-1 0 0,0-1 1 0 0,0 1 0 0 0,0-1-1 0 0,0 0 1 0 0,0 0-1 0 0,-1 1 1 0 0,1-1 0 0 0,0-1-1 0 0,0 1 1 0 0,0 0 0 0 0,0 0-1 0 0,0-1 1 0 0,0 1 0 0 0,2-1-1 0 0,6-2 91 0 0,-1 0 0 0 0,17-9-1 0 0,49-18 147 0 0,-82 30-2041 0 0,-8 3-3407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5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9674 0 0,'4'-3'8926'0'0,"3"-5"-5752"0"0,-2 2-3095 0 0,-4 4 11 0 0,1 1 1 0 0,0 0 0 0 0,-1 0 0 0 0,1 0 0 0 0,0 0-1 0 0,0 0 1 0 0,-1 1 0 0 0,1-1 0 0 0,0 0-1 0 0,0 1 1 0 0,4-1 0 0 0,25-1 383 0 0,-6 0-173 0 0,-11 0-269 0 0,99-14 360 0 0,-98 14-392 0 0,-11 2 0 0 0,0-1 0 0 0,0 0 0 0 0,0 1 0 0 0,1 0 0 0 0,-1 0 0 0 0,7 1 0 0 0,-10 0-5 0 0,0-1-1 0 0,1 1 0 0 0,-1-1 1 0 0,0 1-1 0 0,0 0 0 0 0,0 0 1 0 0,0-1-1 0 0,0 1 0 0 0,-1 0 1 0 0,1 0-1 0 0,0 0 0 0 0,0 0 1 0 0,0 0-1 0 0,-1 0 0 0 0,1 0 1 0 0,-1 0-1 0 0,1 0 1 0 0,-1 0-1 0 0,1 1 0 0 0,-1-1 1 0 0,1 0-1 0 0,-1 0 0 0 0,0 0 1 0 0,0 1-1 0 0,0-1 0 0 0,0 0 1 0 0,0 0-1 0 0,0 1 0 0 0,0-1 1 0 0,0 0-1 0 0,-1 3 0 0 0,0 4-75 0 0,-1 0 0 0 0,0 1 0 0 0,-6 12 0 0 0,5-12 17 0 0,0-1-1328 0 0,-1 0-3928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5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5065 0 0,'14'-16'7182'0'0,"4"-2"656"0"0,-16 17-7618 0 0,0 0-1 0 0,0-1 0 0 0,0 1 1 0 0,0 0-1 0 0,1 1 0 0 0,-1-1 1 0 0,0 0-1 0 0,1 1 0 0 0,-1-1 1 0 0,3 1-1 0 0,79-6 568 0 0,-93 4-4636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5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 5817 0 0,'22'0'12120'0'0,"-20"4"-9152"0"0,-2 5-3326 0 0,-1 7 395 0 0,-18 178 1257 0 0,14-156-1040 0 0,-3-1-1 0 0,-1 0 1 0 0,-14 39 0 0 0,21-71-512 0 0,0 0 0 0 0,-1 0 0 0 0,1 0 0 0 0,-4 4 1 0 0,5-8 220 0 0,1-1 0 0 0,0 1 0 0 0,-1 0 0 0 0,1-1 1 0 0,0 1-1 0 0,-1-1 0 0 0,1 1 0 0 0,-1-1 0 0 0,1 1 1 0 0,-1-1-1 0 0,1 1 0 0 0,-1-1 0 0 0,1 1 0 0 0,-1-1 1 0 0,1 0-1 0 0,-1 1 0 0 0,0-1 0 0 0,1 0 0 0 0,-1 0 1 0 0,0 1-1 0 0,1-1 0 0 0,-1 0 0 0 0,0 0 0 0 0,1 0 1 0 0,-1 0-1 0 0,0 0 0 0 0,1 0 0 0 0,-1 0 0 0 0,0 0 1 0 0,1 0-1 0 0,-1 0 0 0 0,0 0 0 0 0,1 0 0 0 0,-1 0 0 0 0,0-1 1 0 0,1 1-1 0 0,-1 0 0 0 0,1-1 0 0 0,-1 1 0 0 0,0 0 1 0 0,1-1-1 0 0,-1 1 0 0 0,0-1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6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3681 0 0,'4'5'16569'0'0,"3"-7"-16289"0"0,1 0 1 0 0,0 0 0 0 0,0 0 0 0 0,0 1 0 0 0,0 0 0 0 0,0 1-1 0 0,0 0 1 0 0,16 1 0 0 0,19 0-21 0 0,-26-2-335 0 0,-1 0 1 0 0,1-1-1 0 0,-1-1 1 0 0,0 0-1 0 0,0-2 1 0 0,29-11-1 0 0,-44 16 58 0 0,-1 0-1 0 0,0 0 0 0 0,0 0 1 0 0,0 0-1 0 0,0 0 0 0 0,0 0 0 0 0,0 0 1 0 0,0 0-1 0 0,0 0 0 0 0,0 0 1 0 0,0 0-1 0 0,0 0 0 0 0,0 0 0 0 0,0 0 1 0 0,0 0-1 0 0,0 0 0 0 0,0 0 1 0 0,1 0-1 0 0,-1 0 0 0 0,0-1 0 0 0,0 1 1 0 0,0 0-1 0 0,0 0 0 0 0,0 0 1 0 0,0 0-1 0 0,0 0 0 0 0,0 0 0 0 0,0 0 1 0 0,0 0-1 0 0,0 0 0 0 0,0 0 1 0 0,0 0-1 0 0,0 0 0 0 0,0 0 0 0 0,0 0 1 0 0,0 0-1 0 0,0 0 0 0 0,0 0 1 0 0,0-1-1 0 0,0 1 0 0 0,0 0 0 0 0,0 0 1 0 0,0 0-1 0 0,0 0 0 0 0,0 0 1 0 0,0 0-1 0 0,0 0 0 0 0,0 0 0 0 0,0 0 1 0 0,0 0-1 0 0,0 0 0 0 0,0 0 1 0 0,0 0-1 0 0,0 0 0 0 0,0 0 0 0 0,0 0 1 0 0,0 0-1 0 0,-1 0 0 0 0,1-1 1 0 0,0 1-1 0 0,0 0 0 0 0,0 0 0 0 0,-6-2-1644 0 0,-5 1-2426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6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4609 0 0,'10'-7'14587'0'0,"-6"15"-14270"0"0,0 0-1 0 0,-1 0 1 0 0,0 0 0 0 0,0 1-1 0 0,0 0 1 0 0,-1 0 0 0 0,-1-1-1 0 0,1 1 1 0 0,-2 0 0 0 0,1 17 0 0 0,-3-20-467 0 0,2-6 93 0 0,0 0 1 0 0,0 0 0 0 0,0 0 0 0 0,0-1 0 0 0,0 1 0 0 0,0 0-1 0 0,0 0 1 0 0,0 0 0 0 0,0 0 0 0 0,0 0 0 0 0,0 0-1 0 0,0 0 1 0 0,0 0 0 0 0,0 0 0 0 0,0 0 0 0 0,0 0 0 0 0,0-1-1 0 0,0 1 1 0 0,0 0 0 0 0,0 0 0 0 0,0 0 0 0 0,-2-1-1180 0 0,2 1 1179 0 0,0 0 1 0 0,0 0 0 0 0,0 0 0 0 0,0 0 0 0 0,0 0 0 0 0,0 0-1 0 0,0 1 1 0 0,0-1 0 0 0,0 0 0 0 0,0 0 0 0 0,0 0 0 0 0,-1 0-1 0 0,1 0 1 0 0,0 0-506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6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4145 0 0,'1'0'364'0'0,"0"0"1"0"0,0 0-1 0 0,-1 1 1 0 0,1-1-1 0 0,0 1 1 0 0,0-1-1 0 0,-1 1 1 0 0,1-1-1 0 0,0 1 1 0 0,-1-1-1 0 0,1 1 1 0 0,-1 0-1 0 0,1-1 1 0 0,-1 1-1 0 0,1 0 1 0 0,-1-1-1 0 0,1 1 1 0 0,-1 0-1 0 0,0 0 0 0 0,1 0 1 0 0,-1-1-1 0 0,0 2 1 0 0,6 20 4568 0 0,-7-8-4118 0 0,1 0 1 0 0,-2 0-1 0 0,-5 22 0 0 0,3-15-722 0 0,3-16-513 0 0,-5 22 1442 0 0,-1-15-2308 0 0,-3-4-4027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7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68 3681 0 0,'-7'3'16595'0'0,"12"-6"-16331"0"0,0-1 0 0 0,0 1-1 0 0,0 0 1 0 0,1 0-1 0 0,-1 1 1 0 0,1 0 0 0 0,-1 0-1 0 0,1 0 1 0 0,6-1 0 0 0,59-9 11 0 0,-56 10-175 0 0,56-10 17 0 0,-44 6-376 0 0,0 1 0 0 0,43-1 1 0 0,-69 6 241 0 0,-1 0 0 0 0,0 0 0 0 0,0 0 0 0 0,0-1 0 0 0,1 1 0 0 0,-1 0 0 0 0,0 0 0 0 0,0 0 0 0 0,1 0 0 0 0,-1 0 0 0 0,0 0 0 0 0,0 0 0 0 0,1 0 0 0 0,-1 0 0 0 0,0 0-1 0 0,0 0 1 0 0,0 0 0 0 0,1 1 0 0 0,-1-1 0 0 0,0 0 0 0 0,0 0 0 0 0,1 0 0 0 0,-1 0 0 0 0,0 0 0 0 0,0 0 0 0 0,0 1 0 0 0,0-1 0 0 0,1 0 0 0 0,-1 0 0 0 0,0 0 0 0 0,0 0 0 0 0,0 1 0 0 0,1-1 0 0 0,-8 5-1878 0 0,-14 3-2435 0 0,-9-3-975 0 0,21-4 4998 0 0,0-1-1 0 0,-18-2 0 0 0,19 1 321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7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5529 0 0,'9'-1'642'0'0,"-8"2"-538"0"0,-1-1 0 0 0,0 0-1 0 0,0 0 1 0 0,0 0 0 0 0,0 0-1 0 0,0 0 1 0 0,1 0 0 0 0,-1 0 0 0 0,0 0-1 0 0,0 0 1 0 0,0 0 0 0 0,0 0-1 0 0,1 0 1 0 0,-1 0 0 0 0,0 0 0 0 0,0 0-1 0 0,0 0 1 0 0,0 0 0 0 0,0 0-1 0 0,1 0 1 0 0,-1 0 0 0 0,0 0-1 0 0,0-1 1 0 0,1 1 726 0 0,-1 0-726 0 0,0-1-1 0 0,0 1 1 0 0,0 0 0 0 0,0 0-1 0 0,0 0 1 0 0,1 0 0 0 0,-1 0 0 0 0,0-1-1 0 0,0 1 1 0 0,0 0 0 0 0,0 0-1 0 0,0 0 1 0 0,0 0 0 0 0,0-1 0 0 0,0 1-1 0 0,0 0 1 0 0,0 0 0 0 0,0 0-1 0 0,0 0 1 0 0,0-1 0 0 0,-1 1 9 0 0,1 0 1 0 0,0 0-1 0 0,-1 0 0 0 0,1 0 1 0 0,0 0-1 0 0,0 0 0 0 0,-1 1 1 0 0,1-1-1 0 0,0 0 0 0 0,0 0 1 0 0,-1 0-1 0 0,1 0 0 0 0,0 0 1 0 0,-1 0-1 0 0,1 1 1 0 0,0-1-1 0 0,0 0 0 0 0,0 0 1 0 0,-1 0-1 0 0,1 1 0 0 0,0-1 1 0 0,0 0-1 0 0,0 0 0 0 0,0 1 1 0 0,-1-1-1 0 0,1 0 0 0 0,0 0 1 0 0,0 1-1 0 0,0-1 1 0 0,0 0-1 0 0,0 0 0 0 0,0 1 1 0 0,0-1-1 0 0,0 0 0 0 0,0 1 1 0 0,0-1-1 0 0,0 0 0 0 0,0 1 1 0 0,-4 12 641 0 0,2 0-256 0 0,1 1 1 0 0,0 0 0 0 0,1-1 0 0 0,0 1-1 0 0,2 0 1 0 0,-1-1 0 0 0,1 1 0 0 0,1-1-1 0 0,1 1 1 0 0,7 19 0 0 0,-11-33-492 0 0,0 1 0 0 0,0-1 1 0 0,1 1-1 0 0,-1-1 0 0 0,0 0 0 0 0,0 1 1 0 0,0-1-1 0 0,1 1 0 0 0,-1-1 1 0 0,0 0-1 0 0,0 1 0 0 0,1-1 0 0 0,-1 0 1 0 0,0 1-1 0 0,0-1 0 0 0,1 0 1 0 0,-1 1-1 0 0,1-1 0 0 0,-1 0 0 0 0,0 0 1 0 0,1 1-1 0 0,-1-1 0 0 0,0 0 0 0 0,1 0 1 0 0,-1 0-1 0 0,1 0 0 0 0,-1 1 1 0 0,1-1-1 0 0,-1 0 0 0 0,1 0 0 0 0,0 0 1 0 0,3-4-1594 0 0,1-3-4269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7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 3225 0 0,'13'4'14905'0'0,"-19"-1"-14947"0"0,-21 8 1075 0 0,-31 13-442 0 0,52-21-591 0 0,-1 0 1 0 0,1 1 0 0 0,1 0-1 0 0,-1 0 1 0 0,0 1 0 0 0,-6 7-1 0 0,11-12 1 0 0,1 0-1 0 0,-1 1 1 0 0,1-1 0 0 0,-1 1-1 0 0,1-1 1 0 0,0 0-1 0 0,-1 1 1 0 0,1-1 0 0 0,0 1-1 0 0,-1-1 1 0 0,1 1-1 0 0,0-1 1 0 0,0 1 0 0 0,-1-1-1 0 0,1 1 1 0 0,0-1-1 0 0,0 1 1 0 0,0-1 0 0 0,0 1-1 0 0,0-1 1 0 0,-1 1-1 0 0,1-1 1 0 0,0 1 0 0 0,0 0-1 0 0,1-1 1 0 0,-1 1-1 0 0,0-1 1 0 0,0 1 0 0 0,0-1-1 0 0,0 1 1 0 0,0-1-1 0 0,1 1 1 0 0,-1-1 0 0 0,0 1-1 0 0,0-1 1 0 0,1 1-1 0 0,-1-1 1 0 0,0 1 0 0 0,1-1-1 0 0,-1 1 1 0 0,0-1-1 0 0,1 0 1 0 0,-1 1 0 0 0,1-1-1 0 0,-1 0 1 0 0,1 1-1 0 0,-1-1 1 0 0,1 0-1 0 0,-1 1 1 0 0,1-1 0 0 0,-1 0-1 0 0,1 0 1 0 0,-1 0-1 0 0,1 0 1 0 0,-1 0 0 0 0,1 1-1 0 0,0-1 1 0 0,6 1 92 0 0,1 1 1 0 0,0-1 0 0 0,11 0-1 0 0,-8 0 258 0 0,74 18 1298 0 0,-60-12-1368 0 0,0-2 0 0 0,29 4 0 0 0,-54-9-280 0 0,1 0 1 0 0,-1 0 0 0 0,1 0 0 0 0,-1 0-1 0 0,1 0 1 0 0,-1 0 0 0 0,1 0 0 0 0,-1 0 0 0 0,1 0-1 0 0,0 0 1 0 0,-1 0 0 0 0,1 0 0 0 0,-1 0 0 0 0,1 0-1 0 0,-1 0 1 0 0,1-1 0 0 0,-1 1 0 0 0,1 0-1 0 0,-1 0 1 0 0,1-1 0 0 0,-1 1 0 0 0,0 0 0 0 0,1-1-1 0 0,-1 1-1 0 0,0-1-1 0 0,0 1 1 0 0,0-1-1 0 0,0 1 0 0 0,0-1 1 0 0,0 1-1 0 0,0 0 1 0 0,0-1-1 0 0,-1 1 1 0 0,1-1-1 0 0,0 1 0 0 0,0 0 1 0 0,0-1-1 0 0,-1 1 1 0 0,1 0-1 0 0,0-1 0 0 0,0 1 1 0 0,-1 0-1 0 0,1-1 1 0 0,-1 1-1 0 0,-21-17-1232 0 0,16 14 312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8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4609 0 0,'0'0'334'0'0,"1"-1"0"0"0,-1 1 0 0 0,1-1 0 0 0,-1 1 0 0 0,1-1 0 0 0,-1 1 0 0 0,1-1 0 0 0,-1 1 0 0 0,1-1 0 0 0,0 1 0 0 0,-1 0 0 0 0,1-1 0 0 0,0 1 0 0 0,-1 0 0 0 0,1 0 0 0 0,0-1 0 0 0,-1 1 0 0 0,1 0 0 0 0,0 0 0 0 0,0 0 0 0 0,-1 0 0 0 0,1 0 0 0 0,1 0 0 0 0,-1 0-128 0 0,-1 1 1 0 0,1-1 0 0 0,-1 1 0 0 0,1-1-1 0 0,0 1 1 0 0,-1-1 0 0 0,1 1 0 0 0,-1-1-1 0 0,0 1 1 0 0,1 0 0 0 0,-1-1 0 0 0,1 1 0 0 0,-1 0-1 0 0,0-1 1 0 0,1 1 0 0 0,-1 0 0 0 0,0 0-1 0 0,1 0 1 0 0,0 7 267 0 0,0 0-1 0 0,0-1 0 0 0,0 12 1 0 0,-1-12-48 0 0,4 129 2290 0 0,-1-9-1708 0 0,-2-121-1006 0 0,-1 1 8 0 0,0 0 0 0 0,1 0 1 0 0,0 0-1 0 0,1 0 0 0 0,2 7 1 0 0,-3-44-490 0 0,-1 30 473 0 0,-2-20-1100 0 0,0 6-2516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39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3225 0 0,'11'1'560'0'0,"-10"-1"-196"0"0,0 0-1 0 0,0 1 0 0 0,-1-1 0 0 0,1 0 1 0 0,0 1-1 0 0,0-1 0 0 0,-1 0 0 0 0,1 1 1 0 0,0-1-1 0 0,0 1 0 0 0,-1-1 0 0 0,1 1 0 0 0,0 0 1 0 0,4 11 4433 0 0,-4 0-4747 0 0,-1 3 569 0 0,0-1 1 0 0,-1 1 0 0 0,-1-1 0 0 0,0 0 0 0 0,-1 1-1 0 0,0-1 1 0 0,-7 17 0 0 0,10-30-591 0 0,-1 0 0 0 0,1 0 0 0 0,-1 0-1 0 0,0-1 1 0 0,1 1 0 0 0,-1 0 0 0 0,0 0 0 0 0,0 0 0 0 0,0 0-1 0 0,1-1 1 0 0,-1 1 0 0 0,0 0 0 0 0,0-1 0 0 0,0 1 0 0 0,0-1-1 0 0,0 1 1 0 0,0-1 0 0 0,0 0 0 0 0,-1 1 0 0 0,1-1 0 0 0,0 0-1 0 0,0 0 1 0 0,0 0 0 0 0,0 0 0 0 0,0 0 0 0 0,0 0 0 0 0,0 0-1 0 0,-1 0 1 0 0,1 0 0 0 0,0 0 0 0 0,0 0 0 0 0,0-1 0 0 0,0 1 0 0 0,-1-1-1 0 0,-6-2-29 0 0,0 0 0 0 0,1-1-1 0 0,-13-8 1 0 0,7 5-48 0 0,-35-21-575 0 0,52 30 695 0 0,1 0-1 0 0,0-1 1 0 0,-1 0 0 0 0,1 0 0 0 0,0 0-1 0 0,0 0 1 0 0,0-1 0 0 0,9 0 0 0 0,-1-1 299 0 0,-1 0 0 0 0,16-4 0 0 0,30-12-107 0 0,-44 12-384 0 0,0 0 1 0 0,0 2 0 0 0,0-1 0 0 0,0 2-1 0 0,1 0 1 0 0,25 0 0 0 0,-18 5-119 0 0,-17-2 158 0 0,-1-1-1 0 0,0 1 1 0 0,1-1-1 0 0,-1 0 1 0 0,0 0-1 0 0,1 0 1 0 0,7-1-1 0 0,-5-1-823 0 0,-6 2 870 0 0,0 0 0 0 0,-1 0-1 0 0,1 0 1 0 0,0 0 0 0 0,0 0 0 0 0,-1 0 0 0 0,1-1 0 0 0,0 1-1 0 0,-1 0 1 0 0,1-1 0 0 0,0 1 0 0 0,-1 0 0 0 0,1-1-1 0 0,0 1 1 0 0,-1-1 0 0 0,1 1 0 0 0,-1-1 0 0 0,1 0-1 0 0,1 0 11 0 0,-1 0 0 0 0,0 0 0 0 0,0 0 0 0 0,1 0 0 0 0,-1 0 0 0 0,0 1 0 0 0,1-1 0 0 0,-1 1 0 0 0,1-1 0 0 0,-1 1 0 0 0,1-1 0 0 0,-1 1 0 0 0,1 0 0 0 0,2-1 0 0 0,11-3-170 0 0,-15 4 196 0 0,0 0 11 0 0,0 0 1 0 0,0 0-1 0 0,0 0 0 0 0,0 1 1 0 0,0-1-1 0 0,0 0 1 0 0,0 0-1 0 0,0 0 1 0 0,0 0-1 0 0,0 0 1 0 0,0 0-1 0 0,0 0 0 0 0,0 0 1 0 0,0 0-1 0 0,0 0 1 0 0,0 0-1 0 0,0 0 1 0 0,0 0-1 0 0,0 0 1 0 0,0 0-1 0 0,0 0 0 0 0,0 0 1 0 0,0 0-1 0 0,0 0 1 0 0,0 1-1 0 0,0-1 1 0 0,0 0-1 0 0,0 0 1 0 0,0 0-1 0 0,0 0 0 0 0,0 0 1 0 0,0 0-1 0 0,0 0 1 0 0,0 0-1 0 0,0 0 1 0 0,0 0-1 0 0,0 0 1 0 0,1 0-1 0 0,-1 0 0 0 0,0 0 1 0 0,0 0-1 0 0,0 0 1 0 0,0 0-1 0 0,0 0 1 0 0,0 0-1 0 0,0 0 1 0 0,0 0-1 0 0,0 0 1 0 0,0 0-1 0 0,0 0 0 0 0,0 0 1 0 0,0 0-1 0 0,0 3 120 0 0,-1 10-76 0 0,1 1 1 0 0,0-1-1 0 0,1 0 1 0 0,0 0-1 0 0,1 0 1 0 0,5 16-1 0 0,0 10-91 0 0,21 321 59 0 0,-28-344 153 0 0,0-1 136 0 0,1 0 0 0 0,0 0 0 0 0,0 0 1 0 0,2-1-1 0 0,8 30 0 0 0,-20-75 867 0 0,7 22-1392 0 0,0-1 0 0 0,-1 1 0 0 0,-5-12 0 0 0,2 10-512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0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5529 0 0,'10'1'9821'0'0,"-3"1"-6696"0"0,-5-1-3092 0 0,-1-1 0 0 0,0 0 0 0 0,1 1 0 0 0,-1-1 0 0 0,1 0 0 0 0,-1 0 0 0 0,1 0-1 0 0,-1 0 1 0 0,0 0 0 0 0,1 0 0 0 0,-1 0 0 0 0,1 0 0 0 0,2-1 0 0 0,12-4 0 0 0,0 1 0 0 0,0 0 0 0 0,0 2 0 0 0,0 0 1 0 0,1 1-1 0 0,-1 0 0 0 0,1 1 0 0 0,-1 1 0 0 0,1 1 0 0 0,26 6 0 0 0,-40-6-371 0 0,-4-1-645 0 0,-5 1-2042 0 0,4-2 2013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0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5985 0 0,'5'-3'11721'0'0,"-2"2"-11510"0"0,0 0-1 0 0,0 0 1 0 0,0 0-1 0 0,0 0 0 0 0,0 0 1 0 0,0 0-1 0 0,0 1 1 0 0,0 0-1 0 0,0-1 0 0 0,0 1 1 0 0,1 0-1 0 0,3 1 1 0 0,45 9 795 0 0,-5 0-549 0 0,-27-9-454 0 0,26-1 0 0 0,-38-1-173 0 0,1 1 1 0 0,-1-2-1 0 0,0 1 1 0 0,0-1-1 0 0,0 0 1 0 0,8-4-1 0 0,-15 6 126 0 0,-1 0-1 0 0,0-1 0 0 0,1 1 0 0 0,-1 0 0 0 0,1 0 0 0 0,-1 0 0 0 0,1-1 0 0 0,-1 1 0 0 0,0 0 0 0 0,1 0 0 0 0,-1-1 1 0 0,1 1-1 0 0,-1 0 0 0 0,0-1 0 0 0,1 1 0 0 0,-1-1 0 0 0,0 1 0 0 0,0 0 0 0 0,1-1 0 0 0,-1 1 0 0 0,0-1 0 0 0,0 0 1 0 0,0 1-47 0 0,0-1 1 0 0,0 1 0 0 0,0 0 0 0 0,0-1 0 0 0,0 1 0 0 0,-1-1 0 0 0,1 1 0 0 0,0 0 0 0 0,0 0 0 0 0,0-1 0 0 0,-1 1 0 0 0,1 0-1 0 0,0-1 1 0 0,0 1 0 0 0,-1 0 0 0 0,1 0 0 0 0,0-1 0 0 0,-1 1 0 0 0,1 0 0 0 0,0 0 0 0 0,-1-1 0 0 0,-1 1-319 0 0,0-1 1 0 0,0 0 0 0 0,0 1 0 0 0,1-1-1 0 0,-1 1 1 0 0,0-1 0 0 0,0 1 0 0 0,0 0-1 0 0,0 0 1 0 0,-3 0 0 0 0,-2 1-696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0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1 920 0 0,'12'5'11677'0'0,"-11"2"-11226"0"0,2 45 4308 0 0,-6 29-2877 0 0,0-5-1659 0 0,3-74-348 0 0,0 1-237 0 0,0-1-1 0 0,0 0 1 0 0,0 1-1 0 0,0-1 1 0 0,1 0 0 0 0,-1 0-1 0 0,1 3 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9674 0 0,'1'1'101'0'0,"0"-1"-1"0"0,-1 0 1 0 0,1 0-1 0 0,-1 0 1 0 0,1 0-1 0 0,-1 1 1 0 0,1-1 0 0 0,-1 0-1 0 0,1 0 1 0 0,-1 1-1 0 0,1-1 1 0 0,-1 0-1 0 0,1 1 1 0 0,-1-1 0 0 0,1 1-1 0 0,-1-1 1 0 0,0 1-1 0 0,1-1 1 0 0,-1 0-1 0 0,0 1 1 0 0,1-1-1 0 0,-1 1 1 0 0,0 0 0 0 0,0-1-1 0 0,1 1 1 0 0,-1-1-1 0 0,0 1 1 0 0,0-1-1 0 0,0 1 1 0 0,0-1 0 0 0,0 1-1 0 0,0 0 1 0 0,0 0-1 0 0,0 25 2674 0 0,-1-19-2590 0 0,-2 124 3254 0 0,8-1-5114 0 0,-2-107-4735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10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11058 0 0,'1'0'220'0'0,"0"0"-1"0"0,0 0 1 0 0,0-1-1 0 0,0 1 1 0 0,0 0-1 0 0,0-1 1 0 0,0 1 0 0 0,0-1-1 0 0,0 1 1 0 0,0-1-1 0 0,0 0 1 0 0,-1 1-1 0 0,1-1 1 0 0,0 0-1 0 0,0 1 1 0 0,-1-1-1 0 0,1 0 1 0 0,0 0-1 0 0,-1 0 1 0 0,1 0-1 0 0,0-1 1 0 0,10-21 3002 0 0,-11 21-2883 0 0,1 1-306 0 0,0-1-1 0 0,-1 0 0 0 0,1 1 0 0 0,0-1 0 0 0,0 1 0 0 0,0-1 0 0 0,0 1 0 0 0,0-1 0 0 0,1 1 0 0 0,-1 0 0 0 0,0-1 0 0 0,1 1 0 0 0,-1 0 0 0 0,1 0 0 0 0,-1 0 0 0 0,1 0 0 0 0,-1 0 0 0 0,4-1 0 0 0,-2 1 74 0 0,1 1 1 0 0,-1-1-1 0 0,1 1 0 0 0,-1-1 1 0 0,0 1-1 0 0,1 0 0 0 0,-1 0 1 0 0,1 0-1 0 0,4 2 0 0 0,1 0 103 0 0,1 0-1 0 0,-1 1 1 0 0,0 0-1 0 0,-1 1 1 0 0,1 0-1 0 0,11 7 1 0 0,-15-8-201 0 0,0 1 0 0 0,0-1 0 0 0,-1 1 0 0 0,1 0 0 0 0,-1 1 0 0 0,0-1 0 0 0,0 1 0 0 0,0 0 0 0 0,0-1 0 0 0,-1 2 0 0 0,3 5 0 0 0,-5-8-5 0 0,0-1 0 0 0,0 1 1 0 0,0-1-1 0 0,-1 1 0 0 0,1-1 1 0 0,-1 1-1 0 0,1-1 0 0 0,-1 1 1 0 0,0-1-1 0 0,0 1 0 0 0,-1 0 1 0 0,1-1-1 0 0,0 1 0 0 0,-1-1 1 0 0,0 1-1 0 0,1-1 0 0 0,-1 1 0 0 0,0-1 1 0 0,0 1-1 0 0,0-1 0 0 0,-1 0 1 0 0,1 0-1 0 0,-1 0 0 0 0,1 1 1 0 0,-1-1-1 0 0,0-1 0 0 0,1 1 1 0 0,-4 2-1 0 0,1 0-3 0 0,-1-1 0 0 0,0 0 0 0 0,1 0 0 0 0,-1 0 0 0 0,0-1 0 0 0,0 0 0 0 0,-1 0 0 0 0,1 0 0 0 0,0-1 0 0 0,-1 1 0 0 0,1-1 0 0 0,-1-1 0 0 0,-7 1 0 0 0,-28 7 0 0 0,38-7 0 0 0,1 0 0 0 0,-1 0 0 0 0,1 0 0 0 0,0 0 0 0 0,-1 1 0 0 0,1-1 0 0 0,0 1 0 0 0,-3 3 0 0 0,4-4 0 0 0,0-1 0 0 0,1 1 0 0 0,-1-1 0 0 0,1 1 0 0 0,-1-1 0 0 0,1 1 0 0 0,-1 0 0 0 0,1-1 0 0 0,0 1 0 0 0,-1 0 0 0 0,1-1 0 0 0,0 1 0 0 0,-1 0 0 0 0,1 0 0 0 0,0-1 0 0 0,0 1 0 0 0,-1 0 0 0 0,1 0 0 0 0,0 0 0 0 0,0-1 0 0 0,0 1 0 0 0,0 0 0 0 0,0 0 0 0 0,0-1 0 0 0,1 1 0 0 0,-1 0 0 0 0,0 0 0 0 0,0-1 0 0 0,0 1 0 0 0,1 0 0 0 0,-1 0 0 0 0,0-1 0 0 0,1 2 0 0 0,0-2 0 0 0,-1 1 0 0 0,1-1 0 0 0,-1 1 0 0 0,0-1 0 0 0,1 0 0 0 0,-1 1 0 0 0,1-1 0 0 0,-1 0 0 0 0,1 0 0 0 0,-1 1 0 0 0,1-1 0 0 0,-1 0 0 0 0,1 0 0 0 0,-1 0 0 0 0,1 0 0 0 0,-1 1 0 0 0,1-1 0 0 0,-1 0 0 0 0,1 0 0 0 0,0 0 0 0 0,-1 0 0 0 0,1 0 0 0 0,-1 0 0 0 0,2-1 0 0 0,13-5 0 0 0,0 0 0 0 0,-5 5 0 0 0,-1-1 0 0 0,19-4 0 0 0,-22 4 0 0 0,0 0 0 0 0,0 1 0 0 0,1 0 0 0 0,-1 0 0 0 0,1 0 0 0 0,-1 1 0 0 0,1 0 0 0 0,10 1 0 0 0,-12 0 5 0 0,0 0 1 0 0,-1 1-1 0 0,1 0 1 0 0,-1 0-1 0 0,1 0 1 0 0,-1 0-1 0 0,0 1 0 0 0,0 0 1 0 0,0 0-1 0 0,0 0 1 0 0,0 0-1 0 0,0 0 1 0 0,-1 1-1 0 0,0 0 0 0 0,0 0 1 0 0,0 0-1 0 0,0 0 1 0 0,-1 0-1 0 0,1 0 1 0 0,-1 1-1 0 0,0-1 1 0 0,0 1-1 0 0,-1 0 0 0 0,2 5 1 0 0,-2-7-1 0 0,0 1 0 0 0,0 0 0 0 0,-1 0 1 0 0,0 0-1 0 0,1 0 0 0 0,-1 0 0 0 0,0 0 0 0 0,-1 0 0 0 0,1 0 1 0 0,-1 0-1 0 0,0 0 0 0 0,0 0 0 0 0,0-1 0 0 0,0 1 0 0 0,-1 0 1 0 0,0-1-1 0 0,1 1 0 0 0,-1-1 0 0 0,0 1 0 0 0,-1-1 0 0 0,1 0 0 0 0,-1 0 1 0 0,1 0-1 0 0,-1 0 0 0 0,0 0 0 0 0,0-1 0 0 0,0 1 0 0 0,-1-1 1 0 0,1 0-1 0 0,-4 2 0 0 0,-5 1 46 0 0,0-1 0 0 0,0 0 0 0 0,0-1 0 0 0,-1 0 0 0 0,1-1 0 0 0,-1-1 0 0 0,1 0 0 0 0,-1 0 0 0 0,0-1 0 0 0,1-1 0 0 0,-1 0 0 0 0,1-1 0 0 0,-1 0 0 0 0,1-1 0 0 0,-24-8 0 0 0,36 11-53 0 0,-1-1 1 0 0,1 1-1 0 0,-1 0 1 0 0,1 0-1 0 0,-1 0 0 0 0,1-1 1 0 0,-1 1-1 0 0,1 0 0 0 0,-1 0 1 0 0,1-1-1 0 0,0 1 0 0 0,-1 0 1 0 0,1-1-1 0 0,0 1 1 0 0,-1-1-1 0 0,1 1 0 0 0,0 0 1 0 0,-1-1-1 0 0,1 1 0 0 0,0-1 1 0 0,0 1-1 0 0,-1-1 0 0 0,1 1 1 0 0,0-1-1 0 0,0 1 1 0 0,0-1-1 0 0,0 1 0 0 0,0-1 1 0 0,0 1-1 0 0,0-1 0 0 0,0 1 1 0 0,0-1-1 0 0,0 1 0 0 0,0-1 1 0 0,0 1-1 0 0,0-1 0 0 0,0 1 1 0 0,0-1-1 0 0,0 1 1 0 0,1-1-1 0 0,-1 1 0 0 0,0-1 1 0 0,0 1-1 0 0,1-1 0 0 0,-1 1 1 0 0,1-1-1 0 0,1-3-359 0 0,1 1-1 0 0,0 0 1 0 0,0 0 0 0 0,5-4-1 0 0,-4 4-409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12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231 730 3681 0 0,'0'0'33'0'0,"1"0"0"0"0,-1 1 1 0 0,0-1-1 0 0,0 1 0 0 0,0-1 1 0 0,1 0-1 0 0,-1 1 0 0 0,0-1 0 0 0,0 1 1 0 0,0-1-1 0 0,0 1 0 0 0,0-1 1 0 0,0 1-1 0 0,0-1 0 0 0,0 1 1 0 0,0-1-1 0 0,0 1 0 0 0,0-1 0 0 0,0 1 1 0 0,-1 0 242 0 0,1-1 1 0 0,0 0 0 0 0,-1 0 0 0 0,1 1-1 0 0,-1-1 1 0 0,1 0 0 0 0,-1 0 0 0 0,1 0-1 0 0,0 1 1 0 0,-1-1 0 0 0,1 0-1 0 0,-1 0 1 0 0,1 0 0 0 0,-1 0 0 0 0,1 0-1 0 0,-1 0 1 0 0,1 0 0 0 0,-1 0 0 0 0,0 0-1 0 0,-7 1 5369 0 0,8-1-5499 0 0,0 1 0 0 0,0-1 0 0 0,-1 1-1 0 0,1-1 1 0 0,0 0 0 0 0,0 1 0 0 0,1-1 0 0 0,-1 1-1 0 0,0-1 1 0 0,0 1 0 0 0,0-1 0 0 0,0 0 0 0 0,0 1 0 0 0,0-1-1 0 0,0 1 1 0 0,1-1 0 0 0,-1 0 0 0 0,0 1 0 0 0,0-1 0 0 0,1 0-1 0 0,-1 1 1 0 0,0-1 0 0 0,0 0 0 0 0,1 1 0 0 0,-1-1-1 0 0,4 4 5 0 0,-1 0 0 0 0,0-1-1 0 0,1 1 1 0 0,-1-1-1 0 0,1 0 1 0 0,0 0-1 0 0,0 0 1 0 0,0-1-1 0 0,0 1 1 0 0,1-1-1 0 0,-1 0 1 0 0,1 0-1 0 0,-1-1 1 0 0,10 3-1 0 0,-4-2 119 0 0,-1-1 0 0 0,0 0 1 0 0,1-1-1 0 0,0 0 0 0 0,-1 0 0 0 0,17-3 0 0 0,164-35-204 0 0,-175 33-64 0 0,0 0 0 0 0,-1-1 0 0 0,0-1 0 0 0,0 0 0 0 0,23-17 0 0 0,-8 6 0 0 0,-11 7 0 0 0,-2 0 0 0 0,25-21 0 0 0,-34 26 0 0 0,-1-1 0 0 0,0 1 0 0 0,-1-1 0 0 0,1 0 0 0 0,-2-1 0 0 0,1 1 0 0 0,-1-1 0 0 0,5-11 0 0 0,-3 5 0 0 0,-2 1 0 0 0,0-2 0 0 0,0 1 0 0 0,-1 0 0 0 0,-1-1 0 0 0,1-21 0 0 0,-3 25 0 0 0,-1 0 0 0 0,0 0 0 0 0,0-1 0 0 0,-1 1 0 0 0,-1 0 0 0 0,0 1 0 0 0,0-1 0 0 0,-1 0 0 0 0,-5-9 0 0 0,2 9 0 0 0,1 0 0 0 0,-2 0 0 0 0,1 1 0 0 0,-1 0 0 0 0,-1 0 0 0 0,0 1 0 0 0,0 0 0 0 0,-1 1 0 0 0,0 0 0 0 0,-18-11 0 0 0,17 11 28 0 0,1-1 0 0 0,0-1 0 0 0,0 0 1 0 0,1 0-1 0 0,-15-21 0 0 0,17 21 10 0 0,0 0 0 0 0,-1 0 1 0 0,0 1-1 0 0,-1 0 0 0 0,0 0 0 0 0,-1 1 1 0 0,-14-10-1 0 0,15 13 25 0 0,0 0 0 0 0,0 1 0 0 0,-16-6 0 0 0,20 9-34 0 0,0 0-1 0 0,0 0 0 0 0,-1 1 0 0 0,1-1 1 0 0,0 1-1 0 0,0 0 0 0 0,-1 0 0 0 0,-7 2 1 0 0,-56 10 291 0 0,63-12-297 0 0,0 0 1 0 0,0 0 0 0 0,1 0-1 0 0,-1-1 1 0 0,0 0 0 0 0,0 0 0 0 0,1 0-1 0 0,-1-1 1 0 0,1 0 0 0 0,-7-3-1 0 0,4 2 6 0 0,0 0-1 0 0,0 1 1 0 0,0 0-1 0 0,-9-1 0 0 0,13 3-21 0 0,0 0-1 0 0,0 0 0 0 0,-1 1 1 0 0,1-1-1 0 0,0 1 0 0 0,0 0 1 0 0,0 0-1 0 0,0 0 0 0 0,0 1 1 0 0,0-1-1 0 0,0 1 0 0 0,1 0 1 0 0,-1 0-1 0 0,1 1 1 0 0,-1-1-1 0 0,1 1 0 0 0,-3 3 1 0 0,-7 6 52 0 0,1 1 0 0 0,-19 27 1 0 0,6-8-25 0 0,17-21-45 0 0,0 0 0 0 0,0 1 0 0 0,1 0 0 0 0,1 0 0 0 0,-7 18 0 0 0,-19 68-88 0 0,24-69 79 0 0,3-10-37 0 0,0 0 1 0 0,2 0-1 0 0,0 0 0 0 0,1 0 1 0 0,1 0-1 0 0,2 24 0 0 0,-1-31 9 0 0,2-1 0 0 0,0 0 0 0 0,0 1 0 0 0,1-1 0 0 0,0 0 0 0 0,1 0 0 0 0,0-1 0 0 0,1 1 0 0 0,0-1-1 0 0,1 0 1 0 0,11 16 0 0 0,-16-24 42 0 0,0-1 0 0 0,1 1 1 0 0,-1-1-1 0 0,0 0 0 0 0,0 0 0 0 0,1 1 0 0 0,-1-1 0 0 0,1 0 0 0 0,-1 0 1 0 0,1 0-1 0 0,0 0 0 0 0,-1-1 0 0 0,1 1 0 0 0,0 0 0 0 0,3 0 0 0 0,-1-1-11 0 0,0 0-1 0 0,0 0 1 0 0,0 0-1 0 0,0-1 1 0 0,0 1-1 0 0,5-2 1 0 0,-8 1 15 0 0,0 1 1 0 0,1 0 0 0 0,-1 0-1 0 0,1 0 1 0 0,-1 0-1 0 0,1 0 1 0 0,-1 0 0 0 0,1 0-1 0 0,-1 0 1 0 0,0 1-1 0 0,1-1 1 0 0,-1 0 0 0 0,1 1-1 0 0,-1-1 1 0 0,0 1 0 0 0,3 1-1 0 0,17 17 116 0 0,-20-17-77 0 0,0 0 0 0 0,1 0 0 0 0,0 0 0 0 0,-1 0 0 0 0,1 0-1 0 0,0-1 1 0 0,0 1 0 0 0,0-1 0 0 0,0 1 0 0 0,0-1 0 0 0,0 0-1 0 0,1 0 1 0 0,-1 0 0 0 0,0 0 0 0 0,1 0 0 0 0,-1-1-1 0 0,4 2 1 0 0,-3-2 55 0 0,0 0-1 0 0,0 0 0 0 0,0 1 1 0 0,0-1-1 0 0,0 1 0 0 0,0 0 1 0 0,-1 0-1 0 0,1 0 0 0 0,0 0 1 0 0,-1 0-1 0 0,5 3 0 0 0,4 2 73 0 0,-9-6-211 0 0,-3-3-83 0 0,-4-4-327 0 0,1 2-122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15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621 2375 5529 0 0,'0'0'-12'0'0,"8"18"2602"0"0,-8-17-2390 0 0,0 0 0 0 0,0 0 0 0 0,1-1-1 0 0,-1 1 1 0 0,0 0 0 0 0,0 0-1 0 0,0 0 1 0 0,0-1 0 0 0,0 1 0 0 0,0 0-1 0 0,0 0 1 0 0,0 0 0 0 0,0-1 0 0 0,-1 1-1 0 0,1 0 1 0 0,0 0 0 0 0,0 0-1 0 0,-1-1 1 0 0,1 1 0 0 0,-1 0 0 0 0,0 1-1 0 0,1-2-171 0 0,0 0-1 0 0,0 0 1 0 0,0 0 0 0 0,-1 0-1 0 0,1 0 1 0 0,0 0-1 0 0,0 0 1 0 0,0 0-1 0 0,0 0 1 0 0,-1 0-1 0 0,1 0 1 0 0,0 0-1 0 0,0 0 1 0 0,0 0-1 0 0,0 0 1 0 0,0 0 0 0 0,-1 0-1 0 0,1 0 1 0 0,0 0-1 0 0,0 0 1 0 0,0 0-1 0 0,0 0 1 0 0,0-1-1 0 0,-1 1 1 0 0,1 0-1 0 0,0 0 1 0 0,0 0-1 0 0,0 0 1 0 0,0 0 0 0 0,0 0-1 0 0,0 0 1 0 0,0-1-1 0 0,0 1 1 0 0,-1 0-1 0 0,1 0 1 0 0,0 0-1 0 0,0 0 1 0 0,0 0-1 0 0,0-1 1 0 0,0 1 0 0 0,0 0-1 0 0,0 0 1 0 0,0 0-1 0 0,0 0 1 0 0,0 0-1 0 0,0-1 1 0 0,0 1-1 0 0,0 0 1 0 0,0 0-1 0 0,0 0 1 0 0,-1-12 2309 0 0,1 10-1808 0 0,-1-13 5556 0 0,-2 12-6082 0 0,0 0 1 0 0,0 0 0 0 0,0-1-1 0 0,1 1 1 0 0,-1-1 0 0 0,1 1-1 0 0,0-1 1 0 0,0 0-1 0 0,-2-6 1 0 0,-13-45 29 0 0,9 27-26 0 0,-20-77-564 0 0,-21-161 0 0 0,36 187 429 0 0,-21-65-796 0 0,14 73 139 0 0,0-32 698 0 0,-10-123 1 0 0,3 12 33 0 0,0 79-79 0 0,-10-82-56 0 0,31 178 556 0 0,-19-71 0 0 0,14 69-412 0 0,-8-55-1 0 0,12 51-146 0 0,-22-76-1 0 0,29 120 192 0 0,-1 0-3 0 0,1 0 1 0 0,-1 0-1 0 0,1 1 0 0 0,0-1 1 0 0,-1 0-1 0 0,1 0 0 0 0,0 0 1 0 0,0 0-1 0 0,0 0 0 0 0,0 0 1 0 0,0 0-1 0 0,0 0 0 0 0,0 0 1 0 0,0 1-1 0 0,0-1 0 0 0,0 0 1 0 0,0 0-1 0 0,0 0 0 0 0,1 0 1 0 0,-1 0-1 0 0,0 0 0 0 0,1 0 1 0 0,0 0-1 0 0,-3-3 57 0 0,0 0-1 0 0,0 0 0 0 0,0 0 1 0 0,1 0-1 0 0,-2-5 0 0 0,-18-88 99 0 0,21 97-113 0 0,0 0-1 0 0,0 1 1 0 0,0-1-1 0 0,0 0 0 0 0,-1 0 1 0 0,1 1-1 0 0,0-1 1 0 0,0 0-1 0 0,0 1 0 0 0,-1-1 1 0 0,1 0-1 0 0,0 0 1 0 0,0 0-1 0 0,0 1 0 0 0,-1-1 1 0 0,1 0-1 0 0,0 0 1 0 0,-1 0-1 0 0,1 1 0 0 0,0-1 1 0 0,0 0-1 0 0,-1 0 1 0 0,1 0-1 0 0,0 0 1 0 0,-1 0-1 0 0,1 0 0 0 0,0 0 1 0 0,-1 0-1 0 0,1 0 1 0 0,0 0-1 0 0,-1 0 0 0 0,1 0 1 0 0,0 0-1 0 0,-1 0 1 0 0,1 0-1 0 0,0 0 0 0 0,-1 0 1 0 0,1 0-1 0 0,0 0 1 0 0,-1 0-1 0 0,1-1 0 0 0,0 1 1 0 0,0 0-1 0 0,-1 0 1 0 0,1 0-1 0 0,0-1 1 0 0,0 1-1 0 0,-1 0 0 0 0,1 0 1 0 0,0 0-1 0 0,0-1 1 0 0,0 1-1 0 0,-1 0 0 0 0,1-1 1 0 0,0 1-1 0 0,0 0 1 0 0,0 0-1 0 0,0-1 0 0 0,0 1 1 0 0,-1 0-1 0 0,1-1 1 0 0,0 1-1 0 0,0 0 0 0 0,0-1 1 0 0,0 1-1 0 0,0 0 1 0 0,0-1-1 0 0,0 1 1 0 0,0-1-1 0 0,-7 11 22 0 0,0 0 1 0 0,-10 17-1 0 0,14-22-53 0 0,0-1-1 0 0,0 0 1 0 0,-1-1-1 0 0,1 1 0 0 0,-1 0 1 0 0,0-1-1 0 0,-7 5 1 0 0,6-5-2 0 0,0 1 0 0 0,1 0 0 0 0,-1 0 1 0 0,1 0-1 0 0,-7 8 0 0 0,2 2 7 0 0,5-6 1 0 0,-1-1 0 0 0,0 0 0 0 0,-7 8 0 0 0,11-27 115 0 0,1 12-128 0 0,0-1 0 0 0,0 0 0 0 0,1 0 1 0 0,-1 1-1 0 0,0-1 0 0 0,1 0 0 0 0,-1 1 0 0 0,1-1 0 0 0,-1 0 0 0 0,1 1 1 0 0,-1-1-1 0 0,1 1 0 0 0,-1-1 0 0 0,1 1 0 0 0,0-1 0 0 0,-1 1 0 0 0,1-1 1 0 0,0 1-1 0 0,-1-1 0 0 0,1 1 0 0 0,0 0 0 0 0,-1 0 0 0 0,1-1 0 0 0,0 1 1 0 0,0 0-1 0 0,1 0 0 0 0,22-3 87 0 0,-19 2-39 0 0,140-18 562 0 0,-134 16-607 0 0,1-1 0 0 0,-1 0-1 0 0,0-1 1 0 0,11-6 0 0 0,27-10-6 0 0,-32 16 3 0 0,11-4 0 0 0,-35 6 0 0 0,-7 1 0 0 0,-1-1 0 0 0,1-1 0 0 0,-15-6 0 0 0,23 7 0 0 0,0 0 0 0 0,1 0 0 0 0,-1-1 0 0 0,1 1 0 0 0,0-1 0 0 0,0 0 0 0 0,0 0 0 0 0,0-1 0 0 0,-7-9 0 0 0,7 7 32 0 0,-1 1 0 0 0,1 0 0 0 0,-1 0 0 0 0,0 1 0 0 0,-1 0 0 0 0,1 0 0 0 0,-1 0 0 0 0,0 1 0 0 0,0 0 0 0 0,-13-5 0 0 0,19 9 20 0 0,0-1 0 0 0,0 1 0 0 0,1-1-1 0 0,-1 1 1 0 0,0 0 0 0 0,0-1 0 0 0,1 0 0 0 0,-1 1-1 0 0,0-1 1 0 0,0 0 0 0 0,1 1 0 0 0,-1-1-1 0 0,1 0 1 0 0,-1 1 0 0 0,1-1 0 0 0,-1 0 0 0 0,0-2-1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3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961 16 5529 0 0,'2'0'501'0'0,"0"0"1"0"0,1 0-1 0 0,-1 0 0 0 0,0 0 0 0 0,0 0 1 0 0,0 0-1 0 0,3-2 0 0 0,-4 2-232 0 0,0 0 1 0 0,-1 0-1 0 0,1 0 0 0 0,0 0 1 0 0,-1-1-1 0 0,1 1 1 0 0,0 0-1 0 0,-1-1 0 0 0,1 1 1 0 0,-1 0-1 0 0,1-1 0 0 0,-1 1 1 0 0,1-1-1 0 0,-1 1 0 0 0,1-1 1 0 0,-1 1-1 0 0,1-1 0 0 0,-1 1 1 0 0,1-1-1 0 0,-1 1 1 0 0,0-1-1 0 0,1 0 0 0 0,-1 1 1 0 0,0-1-1 0 0,0 0 0 0 0,1 1 1 0 0,-1-2-1 0 0,-3 1 1457 0 0,-2 6 127 0 0,-11 17-1320 0 0,-23 42 0 0 0,29-47-269 0 0,0 1 0 0 0,-1-2 0 0 0,0 1-1 0 0,-1-2 1 0 0,-25 25 0 0 0,-11-1-231 0 0,25-21-1 0 0,1 1-1 0 0,-26 28 1 0 0,15-5-47 0 0,-47 78 1 0 0,11-14-17 0 0,49-77-23 0 0,-3 1-65 0 0,1 2-1 0 0,2 0 0 0 0,-32 67 1 0 0,-113 297-137 0 0,48-134 196 0 0,86-200-14 0 0,14-30 98 0 0,-15 38 0 0 0,28-59 21 0 0,1 1-1 0 0,0-1 1 0 0,0 1 0 0 0,1 0 0 0 0,0 0-1 0 0,1-1 1 0 0,1 19 0 0 0,0-29-39 0 0,0 0 0 0 0,0-1 0 0 0,0 1 1 0 0,0 0-1 0 0,0-1 0 0 0,0 1 0 0 0,0 0 1 0 0,0 0-1 0 0,1-1 0 0 0,-1 1 0 0 0,0 0 0 0 0,0-1 1 0 0,1 1-1 0 0,-1-1 0 0 0,0 1 0 0 0,1 0 0 0 0,-1-1 1 0 0,0 1-1 0 0,1-1 0 0 0,0 1 0 0 0,-1-1-5 0 0,1 0 0 0 0,-1 0 0 0 0,1 0 1 0 0,-1 0-1 0 0,0 0 0 0 0,1 0 0 0 0,-1 0 0 0 0,1 0 0 0 0,-1 0 0 0 0,1 0 0 0 0,-1 0 0 0 0,0 0 0 0 0,1-1 0 0 0,-1 1 0 0 0,0 0 0 0 0,1 0 1 0 0,-1 0-1 0 0,0-1 0 0 0,1 1 0 0 0,-1 0 0 0 0,0-1 0 0 0,1 1 0 0 0,-1-1 0 0 0,20-27-180 0 0,-17 24 106 0 0,24-41-2358 0 0,-16 26-4908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3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57 8754 0 0,'-1'22'5714'0'0,"1"-19"-5140"0"0,0 1 70 0 0,-1 1-1 0 0,1-1 1 0 0,-1 0-1 0 0,0 0 0 0 0,0 0 1 0 0,0 0-1 0 0,0 0 1 0 0,-1 0-1 0 0,-3 6 1 0 0,29-34-32 0 0,43-33 1 0 0,-58 51-607 0 0,-1 0 0 0 0,1 0-1 0 0,0 1 1 0 0,0 1 0 0 0,0 0-1 0 0,1 0 1 0 0,0 0 0 0 0,-1 1-1 0 0,1 1 1 0 0,12-2 0 0 0,-18 4-7 0 0,0 0 0 0 0,0 1 0 0 0,0-1 0 0 0,0 1 0 0 0,0 0 0 0 0,0 0 0 0 0,0 0 0 0 0,0 0 0 0 0,-1 1 0 0 0,1 0 0 0 0,5 3 0 0 0,-5-3-9 0 0,-1 0-1 0 0,1-1 1 0 0,-1 1 0 0 0,1-1-1 0 0,0 1 1 0 0,-1-1-1 0 0,1 0 1 0 0,0-1 0 0 0,0 1-1 0 0,0 0 1 0 0,0-1 0 0 0,5 0-1 0 0,-8 0-8 0 0,0 0-1 0 0,0 0 1 0 0,1 0 0 0 0,-1 0-1 0 0,0 0 1 0 0,0 0-1 0 0,0 0 1 0 0,1 1 0 0 0,-1-1-1 0 0,0 0 1 0 0,0 1 0 0 0,0-1-1 0 0,0 1 1 0 0,0-1-1 0 0,0 1 1 0 0,0 0 0 0 0,0-1-1 0 0,0 1 1 0 0,1 1 0 0 0,0 0-22 0 0,0 1 0 0 0,0-1 0 0 0,0 1 0 0 0,-1-1 0 0 0,1 1 0 0 0,-1 0 0 0 0,2 4 0 0 0,0 1-9 0 0,-1 0 0 0 0,1 1 0 0 0,-2-1 0 0 0,2 17 0 0 0,-5 52 211 0 0,0-53 12 0 0,2 1 0 0 0,3 36 0 0 0,-3-68 49 0 0,0 3-453 0 0,0 0 0 0 0,0 0 0 0 0,-1 0 0 0 0,1 0 0 0 0,-1 0 0 0 0,0 1 0 0 0,-2-7 0 0 0,-2 1-384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9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186 376 11979 0 0,'1'-1'289'0'0,"0"0"0"0"0,0 0 1 0 0,-1-1-1 0 0,1 1 1 0 0,0 0-1 0 0,-1-1 0 0 0,1 1 1 0 0,-1-1-1 0 0,1 1 1 0 0,-1-1-1 0 0,0 1 0 0 0,0-1 1 0 0,0 1-1 0 0,1-1 1 0 0,-1 1-1 0 0,-1-1 0 0 0,1 1 1 0 0,0-1-1 0 0,0 1 1 0 0,0-1-1 0 0,-2-1 0 0 0,2 0-82 0 0,-1 1 0 0 0,0-1 0 0 0,0 1-1 0 0,0 0 1 0 0,0-1 0 0 0,0 1-1 0 0,-1 0 1 0 0,1 0 0 0 0,-1 0-1 0 0,1 0 1 0 0,-1 0 0 0 0,-2-2 0 0 0,2 2-111 0 0,-1 0 0 0 0,1 1 0 0 0,-1-1 0 0 0,1 1 0 0 0,-1-1 1 0 0,0 1-1 0 0,0 0 0 0 0,0 0 0 0 0,1 0 0 0 0,-1 0 1 0 0,0 1-1 0 0,0-1 0 0 0,0 1 0 0 0,0 0 0 0 0,0 0 1 0 0,0 0-1 0 0,0 0 0 0 0,0 0 0 0 0,-6 2 0 0 0,5-1-57 0 0,-1 1-1 0 0,1 0 1 0 0,0 0-1 0 0,0 1 1 0 0,0-1-1 0 0,0 1 1 0 0,0 0-1 0 0,0 0 1 0 0,1 0-1 0 0,-1 1 1 0 0,-5 6-1 0 0,3-2-20 0 0,-1 0-1 0 0,1 1 1 0 0,1 0 0 0 0,0 0-1 0 0,0 0 1 0 0,0 1-1 0 0,1 0 1 0 0,1-1-1 0 0,0 1 1 0 0,0 1-1 0 0,-2 19 1 0 0,5-27-2 0 0,0 0 0 0 0,0-1 1 0 0,0 1-1 0 0,0 0 0 0 0,1 0 0 0 0,-1-1 0 0 0,1 1 1 0 0,0 0-1 0 0,0-1 0 0 0,0 1 0 0 0,0 0 0 0 0,0-1 0 0 0,1 1 1 0 0,-1-1-1 0 0,3 3 0 0 0,0-1 7 0 0,-1 0-1 0 0,1-1 1 0 0,0 1-1 0 0,0-1 1 0 0,0 0 0 0 0,0 0-1 0 0,0-1 1 0 0,6 3-1 0 0,1 0 24 0 0,0-1 0 0 0,0 0-1 0 0,0-1 1 0 0,1-1-1 0 0,0 1 1 0 0,20 0 0 0 0,-21-3-33 0 0,0 0 1 0 0,0-1 0 0 0,0 0 0 0 0,0-1 0 0 0,0 0-1 0 0,0-1 1 0 0,0 0 0 0 0,-1 0 0 0 0,12-6 0 0 0,-8 1-62 0 0,0 0-1 0 0,0 0 1 0 0,-1-1 0 0 0,0-1 0 0 0,19-18 0 0 0,-6-1-349 0 0,-1 0 1 0 0,-2-1-1 0 0,-1-1 0 0 0,28-52 1 0 0,-38 61-388 0 0,-1 0 0 0 0,-1 0 1 0 0,10-35-1 0 0,-17 50 395 0 0,-1-1-1 0 0,-1 1 1 0 0,0-1 0 0 0,0 1 0 0 0,0-1 0 0 0,-1 0-1 0 0,0 0 1 0 0,0 1 0 0 0,-1-1 0 0 0,0 0 0 0 0,0 1 0 0 0,-1-1-1 0 0,0 1 1 0 0,0 0 0 0 0,-4-9 0 0 0,5 15 324 0 0,1 0 1 0 0,0 0 0 0 0,-1 0 0 0 0,1 0-1 0 0,-1 0 1 0 0,1 0 0 0 0,-1 0 0 0 0,0 1-1 0 0,1-1 1 0 0,-1 0 0 0 0,0 0 0 0 0,0 0-1 0 0,1 1 1 0 0,-1-1 0 0 0,0 0 0 0 0,0 1-1 0 0,0-1 1 0 0,0 1 0 0 0,0-1 0 0 0,0 1-1 0 0,0-1 1 0 0,0 1 0 0 0,0 0-1 0 0,0-1 1 0 0,0 1 0 0 0,0 0 0 0 0,0 0-1 0 0,-2 0 1 0 0,1 1 100 0 0,0-1 1 0 0,0 1-1 0 0,0 0 0 0 0,0 0 0 0 0,0 0 1 0 0,1 1-1 0 0,-1-1 0 0 0,0 0 0 0 0,1 1 1 0 0,-1-1-1 0 0,1 1 0 0 0,-1 0 0 0 0,-1 2 0 0 0,-6 9 703 0 0,0 0 0 0 0,0 1-1 0 0,2 0 1 0 0,0 0-1 0 0,0 0 1 0 0,1 1-1 0 0,1 0 1 0 0,1 1-1 0 0,-5 26 1 0 0,2 14 749 0 0,-1 78-1 0 0,6-93-1217 0 0,2-11-24 0 0,-1-8-63 0 0,0-1 0 0 0,-4 23 0 0 0,7-83-39 0 0,-2 31-187 0 0,0 0 0 0 0,1 0 0 0 0,2-15 1 0 0,-2 20 21 0 0,0 1 0 0 0,0-1 0 0 0,0 1 0 0 0,0-1 0 0 0,0 1 1 0 0,0-1-1 0 0,1 1 0 0 0,-1 0 0 0 0,1 0 0 0 0,0 0 0 0 0,0 0 0 0 0,0 0 1 0 0,-1 0-1 0 0,2 0 0 0 0,-1 1 0 0 0,3-2 0 0 0,0-1 6 0 0,36-18-62 0 0,-39 20 61 0 0,1 1 1 0 0,0 0 0 0 0,0 0 0 0 0,0 0-1 0 0,0 0 1 0 0,0 1 0 0 0,0-1 0 0 0,0 1-1 0 0,0 0 1 0 0,0 0 0 0 0,0 0 0 0 0,5 1-1 0 0,-7-1 11 0 0,0 0 0 0 0,0 1 0 0 0,1 0 0 0 0,-1-1 0 0 0,0 1-1 0 0,0 0 1 0 0,0-1 0 0 0,0 1 0 0 0,0 0 0 0 0,0 0-1 0 0,0 0 1 0 0,0 0 0 0 0,0 0 0 0 0,0 0 0 0 0,0 0 0 0 0,-1 0-1 0 0,1 0 1 0 0,0 1 0 0 0,-1-1 0 0 0,1 0 0 0 0,-1 0 0 0 0,1 1-1 0 0,-1-1 1 0 0,0 0 0 0 0,1 1 0 0 0,-1-1 0 0 0,0 2-1 0 0,1 5 41 0 0,-1 1 0 0 0,0 0 0 0 0,-2 12-1 0 0,0 8 106 0 0,2-27-136 0 0,0 0 1 0 0,1-1-1 0 0,-1 1 1 0 0,0 0-1 0 0,1 0 1 0 0,-1-1-1 0 0,1 1 1 0 0,-1 0-1 0 0,1-1 1 0 0,0 1-1 0 0,0-1 1 0 0,-1 1-1 0 0,1-1 1 0 0,0 1 0 0 0,1-1-1 0 0,-1 0 1 0 0,0 1-1 0 0,0-1 1 0 0,0 0-1 0 0,1 0 1 0 0,1 1-1 0 0,1 0 21 0 0,0 0-1 0 0,0-1 1 0 0,0 1 0 0 0,1-1-1 0 0,-1 0 1 0 0,7 1 0 0 0,18 5 39 0 0,-28-7-51 0 0,0 1 0 0 0,0-1 0 0 0,0 1 0 0 0,-1 0 1 0 0,1-1-1 0 0,0 1 0 0 0,0 0 0 0 0,0 0 0 0 0,-1 0 0 0 0,1 0 0 0 0,0-1 1 0 0,-1 1-1 0 0,1 0 0 0 0,0 2 0 0 0,-1-2-3 0 0,0-1 0 0 0,1 1 0 0 0,-1 0 0 0 0,0-1 0 0 0,1 1 0 0 0,-1 0 0 0 0,0-1 0 0 0,1 1 0 0 0,-1 0 0 0 0,1-1 0 0 0,-1 1 0 0 0,1-1 0 0 0,0 1 0 0 0,-1-1 0 0 0,1 1 0 0 0,-1-1 0 0 0,1 0 0 0 0,0 1 1 0 0,-1-1-1 0 0,1 0 0 0 0,0 1 0 0 0,-1-1 0 0 0,1 0 0 0 0,0 0 0 0 0,0 0 0 0 0,-1 0 0 0 0,1 1 0 0 0,0-1 0 0 0,0 0 0 0 0,-1 0 0 0 0,1 0 0 0 0,1-1 0 0 0,0 1-57 0 0,-1 0 1 0 0,1-1-1 0 0,-1 1 0 0 0,1 0 1 0 0,-1-1-1 0 0,1 0 0 0 0,-1 1 1 0 0,0-1-1 0 0,1 0 0 0 0,-1 0 1 0 0,0 1-1 0 0,1-1 0 0 0,-1 0 1 0 0,0 0-1 0 0,0-1 0 0 0,0 1 0 0 0,0 0 1 0 0,0 0-1 0 0,0 0 0 0 0,0-1 1 0 0,-1 1-1 0 0,1 0 0 0 0,0-1 1 0 0,-1 1-1 0 0,1-1 0 0 0,-1 1 1 0 0,1-1-1 0 0,-1 1 0 0 0,0-1 1 0 0,1 1-1 0 0,-1-1 0 0 0,0 1 1 0 0,0-1-1 0 0,0 1 0 0 0,-1-3 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49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10 101 9218 0 0,'20'2'7859'0'0,"-1"1"-4194"0"0,-13-2-3308 0 0,1 0 1 0 0,0 0 0 0 0,-1 0-1 0 0,1-1 1 0 0,9-1 0 0 0,-8 0-262 0 0,0 0 0 0 0,0-1 0 0 0,0-1 0 0 0,0 1 0 0 0,-1-1 0 0 0,15-8 0 0 0,-19 9-98 0 0,-1 1 0 0 0,1-1 0 0 0,0 0 0 0 0,-1-1 0 0 0,1 1 0 0 0,-1 0 0 0 0,0-1-1 0 0,4-4 1 0 0,-5 5 3 0 0,0 0-1 0 0,0 1 1 0 0,-1-1-1 0 0,1 0 1 0 0,-1 1-1 0 0,1-1 0 0 0,-1 0 1 0 0,1 0-1 0 0,-1 0 1 0 0,0 1-1 0 0,0-1 0 0 0,0 0 1 0 0,0 0-1 0 0,0 0 1 0 0,0 0-1 0 0,-1 1 1 0 0,0-3-1 0 0,1 2-22 0 0,0 1 1 0 0,-1 0-1 0 0,1-1 1 0 0,-1 1-1 0 0,0 0 1 0 0,1 0-1 0 0,-1 0 0 0 0,0-1 1 0 0,0 1-1 0 0,0 0 1 0 0,0 0-1 0 0,0 0 0 0 0,0 0 1 0 0,0 1-1 0 0,0-1 1 0 0,0 0-1 0 0,0 0 1 0 0,-3 0-1 0 0,2-1-11 0 0,-1 1-1 0 0,0 0 1 0 0,0 1 0 0 0,-1-1 0 0 0,1 0-1 0 0,0 1 1 0 0,0 0 0 0 0,-3 0-1 0 0,-3 0-49 0 0,0 1-1 0 0,0 0 0 0 0,0 1 0 0 0,-16 5 1 0 0,20-5 57 0 0,-1 0 1 0 0,1 1 0 0 0,0 0-1 0 0,0 0 1 0 0,1 0 0 0 0,-1 0-1 0 0,1 1 1 0 0,-1 0 0 0 0,1 0-1 0 0,0 0 1 0 0,1 0 0 0 0,-1 0-1 0 0,1 1 1 0 0,0 0 0 0 0,0 0-1 0 0,0 0 1 0 0,0 0 0 0 0,1 0-1 0 0,-2 7 1 0 0,2-6 146 0 0,0 0-1 0 0,1 0 1 0 0,0 0-1 0 0,0 0 1 0 0,1 0 0 0 0,-1 0-1 0 0,1 0 1 0 0,1 0 0 0 0,-1 1-1 0 0,1-1 1 0 0,0 0-1 0 0,0 0 1 0 0,1 0 0 0 0,0 0-1 0 0,0-1 1 0 0,0 1 0 0 0,5 9-1 0 0,-4-12-64 0 0,-1 1 1 0 0,1-1-1 0 0,-1 0 0 0 0,1 0 0 0 0,0 0 1 0 0,1 0-1 0 0,-1 0 0 0 0,0 0 0 0 0,1-1 0 0 0,-1 0 1 0 0,1 0-1 0 0,0 0 0 0 0,0 0 0 0 0,-1 0 1 0 0,1-1-1 0 0,1 0 0 0 0,-1 1 0 0 0,0-2 1 0 0,0 1-1 0 0,0 0 0 0 0,5-1 0 0 0,4 0-15 0 0,0 0 0 0 0,0-1 0 0 0,0-1 0 0 0,0 0 0 0 0,18-6 0 0 0,-27 7-563 0 0,7-3 1152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0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169 415 5985 0 0,'2'-2'242'0'0,"0"0"-1"0"0,0 1 1 0 0,0-1-1 0 0,0 0 0 0 0,0 0 1 0 0,0-1-1 0 0,-1 1 1 0 0,1 0-1 0 0,-1-1 1 0 0,0 1-1 0 0,2-3 0 0 0,-3 3 94 0 0,1 1 0 0 0,0-1-1 0 0,-1 0 1 0 0,1 1-1 0 0,-1-1 1 0 0,0 0-1 0 0,0 0 1 0 0,1 1 0 0 0,-1-1-1 0 0,0 0 1 0 0,0 0-1 0 0,-1 0 1 0 0,1 1-1 0 0,0-1 1 0 0,-1 0 0 0 0,1 1-1 0 0,-1-1 1 0 0,0-2-1 0 0,0 3-202 0 0,0 0 0 0 0,0 0 0 0 0,0 0 0 0 0,0 0 0 0 0,0 0 0 0 0,0 1 0 0 0,0-1 0 0 0,0 0 0 0 0,0 1 0 0 0,0-1 0 0 0,0 1 0 0 0,-1-1 0 0 0,1 1-1 0 0,0-1 1 0 0,0 1 0 0 0,0 0 0 0 0,-1 0 0 0 0,1-1 0 0 0,0 1 0 0 0,-1 0 0 0 0,1 0 0 0 0,0 0 0 0 0,0 1 0 0 0,-1-1 0 0 0,1 0 0 0 0,0 0 0 0 0,0 1 0 0 0,0-1 0 0 0,-3 2 0 0 0,-3 0 71 0 0,0 1 0 0 0,0 0 1 0 0,-10 6-1 0 0,6-2 10 0 0,1 0 0 0 0,-1 1-1 0 0,1 0 1 0 0,-15 16 0 0 0,19-17-70 0 0,1 0 0 0 0,-1 0 1 0 0,1 0-1 0 0,0 1 0 0 0,1 0 0 0 0,-1 0 1 0 0,-4 13-1 0 0,8-18-98 0 0,1-1 0 0 0,-1 1 1 0 0,0-1-1 0 0,1 1 0 0 0,0 0 1 0 0,0-1-1 0 0,0 1 0 0 0,0-1 1 0 0,0 1-1 0 0,0 0 0 0 0,0-1 1 0 0,1 1-1 0 0,0-1 0 0 0,-1 1 1 0 0,1-1-1 0 0,0 1 0 0 0,1 1 0 0 0,0 0 7 0 0,1-1 0 0 0,-1 0 0 0 0,1 0 0 0 0,-1 0-1 0 0,1 0 1 0 0,0 0 0 0 0,0 0 0 0 0,0-1-1 0 0,1 0 1 0 0,3 3 0 0 0,4 1 17 0 0,0-1 1 0 0,0 0 0 0 0,1-1-1 0 0,-1 0 1 0 0,1-1 0 0 0,16 2-1 0 0,-19-4-51 0 0,-1 0-1 0 0,1-1 0 0 0,0 0 1 0 0,0-1-1 0 0,0 0 1 0 0,0 0-1 0 0,0-1 1 0 0,-1 0-1 0 0,1-1 1 0 0,-1 0-1 0 0,1 0 0 0 0,-1 0 1 0 0,14-9-1 0 0,5-6-60 0 0,-1 0 0 0 0,35-32 0 0 0,-57 46 28 0 0,31-28-486 0 0,-2-1-1 0 0,44-56 0 0 0,-51 55-1873 0 0,26-48 0 0 0,-46 71 1745 0 0,-1 1 0 0 0,0-2-1 0 0,-1 1 1 0 0,0 0 0 0 0,0-1-1 0 0,1-13 1 0 0,-4 17 313 0 0,0 0-1 0 0,0 0 1 0 0,-1 0-1 0 0,0 0 1 0 0,-1 0-1 0 0,0 0 1 0 0,0 0-1 0 0,0 1 1 0 0,-1-1 0 0 0,-3-8-1 0 0,4 14 251 0 0,1 1-1 0 0,-1-1 1 0 0,0 1-1 0 0,1 0 1 0 0,-1-1-1 0 0,0 1 1 0 0,1 0-1 0 0,-1 0 1 0 0,0 0-1 0 0,0 0 1 0 0,0 0-1 0 0,0-1 0 0 0,0 2 1 0 0,-1-1-1 0 0,1 0 1 0 0,0 0-1 0 0,0 0 1 0 0,-1 0-1 0 0,1 1 1 0 0,0-1-1 0 0,-1 1 1 0 0,1-1-1 0 0,0 1 1 0 0,-1 0-1 0 0,1-1 1 0 0,-1 1-1 0 0,1 0 1 0 0,-1 0-1 0 0,1 0 1 0 0,-1 0-1 0 0,1 0 1 0 0,0 0-1 0 0,-1 0 1 0 0,1 1-1 0 0,-2-1 1 0 0,-1 2 132 0 0,1-1-1 0 0,-1 0 1 0 0,1 1 0 0 0,-1 0 0 0 0,1-1 0 0 0,0 2 0 0 0,0-1 0 0 0,0 0 0 0 0,0 0 0 0 0,0 1-1 0 0,1 0 1 0 0,-5 4 0 0 0,2 1 601 0 0,0 0-1 0 0,0 1 1 0 0,1 0-1 0 0,0 0 1 0 0,1 0 0 0 0,-1 0-1 0 0,-2 19 1 0 0,-6 72 3944 0 0,7-48-3261 0 0,-1 5-492 0 0,-15 154 66 0 0,20-163-871 0 0,2-29 145 0 0,0-15 52 0 0,1-6 143 0 0,5-16-500 0 0,1 1 1 0 0,1 0-1 0 0,0 0 1 0 0,1 1-1 0 0,1 0 1 0 0,0 1-1 0 0,23-23 1 0 0,-29 34-198 0 0,0-1 0 0 0,0 1 0 0 0,0 1 1 0 0,1-1-1 0 0,0 1 0 0 0,0 0 0 0 0,0 0 1 0 0,0 0-1 0 0,0 1 0 0 0,1 0 0 0 0,11-2 0 0 0,-15 4 192 0 0,1-1-1 0 0,-1 1 0 0 0,0 0 0 0 0,0 0 0 0 0,1 0 0 0 0,-1 1 0 0 0,0-1 0 0 0,0 1 0 0 0,0 0 0 0 0,0-1 0 0 0,6 4 0 0 0,-7-3 134 0 0,-1 0-1 0 0,1 0 0 0 0,0 0 0 0 0,0 1 0 0 0,0-1 0 0 0,-1 1 0 0 0,1 0 0 0 0,-1-1 0 0 0,1 1 0 0 0,-1 0 0 0 0,1 0 0 0 0,-1 0 0 0 0,0 0 0 0 0,0 0 0 0 0,0 0 0 0 0,0 0 0 0 0,-1 0 0 0 0,2 3 0 0 0,-2-3 29 0 0,0 0 0 0 0,1 0 0 0 0,-1 0 0 0 0,0 0 0 0 0,0 0 0 0 0,0 0 0 0 0,0 0 0 0 0,-1 0 0 0 0,1-1 0 0 0,0 1 0 0 0,-1 0 0 0 0,1 0 0 0 0,-1 0 0 0 0,0 0 0 0 0,0 0 0 0 0,1-1 0 0 0,-1 1 0 0 0,0 0 0 0 0,-1-1 0 0 0,1 1 0 0 0,0-1 0 0 0,0 1 0 0 0,-1-1 0 0 0,1 0 0 0 0,-1 1 0 0 0,1-1 0 0 0,-1 0 0 0 0,1 0 0 0 0,-1 0 0 0 0,0 0 0 0 0,-2 1 0 0 0,0 0-10 0 0,1-1 1 0 0,-1 0-1 0 0,0 1 0 0 0,1-1 0 0 0,-1 0 1 0 0,0-1-1 0 0,0 1 0 0 0,0-1 0 0 0,0 1 1 0 0,0-1-1 0 0,0 0 0 0 0,0-1 1 0 0,0 1-1 0 0,-6-2 0 0 0,-12-7 243 0 0,17 6-198 0 0,1 1 1 0 0,-1 0-1 0 0,1 1 0 0 0,-1-1 1 0 0,0 1-1 0 0,0 0 0 0 0,0 0 1 0 0,-9-1-1 0 0,13 2-70 0 0,1 0 0 0 0,0 0 0 0 0,0 0 0 0 0,-1 0 0 0 0,1 0 0 0 0,0 0 0 0 0,0 0 0 0 0,-1 0 0 0 0,1 0-1 0 0,0 1 1 0 0,0-1 0 0 0,-1 0 0 0 0,1 0 0 0 0,0 0 0 0 0,0 0 0 0 0,-1 0 0 0 0,1 0 0 0 0,0 0 0 0 0,0 1 0 0 0,0-1 0 0 0,-1 0 0 0 0,1 0 0 0 0,0 0 0 0 0,0 0 0 0 0,0 1 0 0 0,-1-1 0 0 0,1 0 0 0 0,0 0 0 0 0,0 1 0 0 0,0-1 0 0 0,0 0-1 0 0,0 0 1 0 0,0 0 0 0 0,0 1 0 0 0,0-1 0 0 0,-1 0 0 0 0,1 1 0 0 0,0-1 0 0 0,6 12 462 0 0,14 7 451 0 0,2-3-425 0 0,0-1 0 0 0,48 24 0 0 0,-55-32-462 0 0,0-1 0 0 0,1 0 0 0 0,0-1-1 0 0,0-1 1 0 0,33 5 0 0 0,-47-9-49 0 0,-1 0 0 0 0,1 0 0 0 0,0 0 0 0 0,0 0 0 0 0,0 0 1 0 0,0-1-1 0 0,0 1 0 0 0,-1-1 0 0 0,1 1 0 0 0,0-1 0 0 0,0 1 0 0 0,-1-1 0 0 0,1 0 0 0 0,-1 0 0 0 0,1 0 0 0 0,1-1 0 0 0,7-9-6861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1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3 105 12443 0 0,'2'-6'6940'0'0,"-4"-1"-3669"0"0,2 6-3233 0 0,0 1-1 0 0,-1 0 0 0 0,1-1 1 0 0,0 1-1 0 0,0 0 0 0 0,0-1 1 0 0,0 1-1 0 0,-1 0 0 0 0,1-1 1 0 0,0 1-1 0 0,0 0 0 0 0,0-1 1 0 0,0 1-1 0 0,0-1 0 0 0,0 1 1 0 0,0 0-1 0 0,0-1 0 0 0,0 1 1 0 0,0-1-1 0 0,0 1 0 0 0,0 0 1 0 0,0-1-1 0 0,0 1 0 0 0,0 0 1 0 0,1-1-1 0 0,-1 1 0 0 0,0-1 1 0 0,0 1-1 0 0,0 0 0 0 0,1-1 1 0 0,-1 1-1 0 0,0 0 0 0 0,0 0 1 0 0,1-1-1 0 0,-1 1 0 0 0,0 0 1 0 0,0-1-1 0 0,1 1 1 0 0,-1 0-1 0 0,0 0 0 0 0,1 0 1 0 0,-1-1-1 0 0,0 1 0 0 0,1 0 1 0 0,-1 0-1 0 0,1 0 0 0 0,-1 0 1 0 0,0 0-1 0 0,1 0 0 0 0,-1 0 1 0 0,1 0-1 0 0,65-2 1273 0 0,-52 2-1157 0 0,1 0 1 0 0,-1 0 0 0 0,-1-2 0 0 0,1 1 0 0 0,0-2 0 0 0,15-4 0 0 0,1-5-541 0 0,0 0 0 0 0,40-25 0 0 0,-95 44-3382 0 0,17-4 2552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2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3 6913 0 0,'10'-2'-231'0'0,"6"5"12580"0"0,-16-2-12103 0 0,-2 12 1336 0 0,-20 46-86 0 0,6-19-1134 0 0,14-34-318 0 0,-1-1-1 0 0,0 0 1 0 0,0 0 0 0 0,-1 0 0 0 0,-6 8-1 0 0,7-10-16 0 0,1 0-1 0 0,-1 0 1 0 0,0 0-1 0 0,1 1 0 0 0,0-1 1 0 0,0 1-1 0 0,0-1 1 0 0,0 1-1 0 0,1 0 0 0 0,-1 0 1 0 0,1 0-1 0 0,0 0 1 0 0,-1 7-1 0 0,2-10-17 0 0,0 0-1 0 0,1 1 1 0 0,-1-1 0 0 0,0 0-1 0 0,1 0 1 0 0,-1 1 0 0 0,1-1-1 0 0,-1 0 1 0 0,1 0 0 0 0,-1 0 0 0 0,1 0-1 0 0,0 0 1 0 0,0 0 0 0 0,-1 0-1 0 0,1 0 1 0 0,0 0 0 0 0,0 0-1 0 0,0 0 1 0 0,0 0 0 0 0,0-1-1 0 0,0 1 1 0 0,1 0 0 0 0,-1-1-1 0 0,0 1 1 0 0,0-1 0 0 0,0 1-1 0 0,2-1 1 0 0,5 3 83 0 0,1-1 1 0 0,-1 0-1 0 0,10 1 0 0 0,-3-1-29 0 0,17 5 107 0 0,0-2-1 0 0,45 1 1 0 0,-111-15-3589 0 0,3-3 1173 0 0,26 9 2246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2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 11058 0 0,'1'0'92'0'0,"-1"0"1"0"0,1 0-1 0 0,0 1 0 0 0,0-1 0 0 0,-1 0 0 0 0,1 1 0 0 0,0-1 0 0 0,-1 0 0 0 0,1 1 0 0 0,0-1 0 0 0,-1 1 1 0 0,1-1-1 0 0,1 2 0 0 0,-2-2-13 0 0,0 0 0 0 0,0 0 0 0 0,0 1 0 0 0,0-1 0 0 0,0 0 0 0 0,0 1 0 0 0,1-1 0 0 0,-1 0 0 0 0,0 1 0 0 0,0-1 0 0 0,0 0 0 0 0,0 0 0 0 0,0 1 0 0 0,0-1 0 0 0,0 0 0 0 0,0 1 0 0 0,0-1 0 0 0,-1 0 0 0 0,1 1 0 0 0,0-1 0 0 0,0 0 0 0 0,0 0 0 0 0,0 1 0 0 0,-2 1 234 0 0,1 0 0 0 0,0-1-1 0 0,-1 1 1 0 0,1-1 0 0 0,-1 1 0 0 0,1-1-1 0 0,-1 0 1 0 0,0 1 0 0 0,-1 0 0 0 0,-10 6 367 0 0,1 0 0 0 0,0 1 0 0 0,-15 15 0 0 0,21-18-425 0 0,0 1-1 0 0,1 0 0 0 0,0 0 0 0 0,0 0 0 0 0,0 1 1 0 0,1 0-1 0 0,-4 8 0 0 0,7-13-176 0 0,0 0-1 0 0,0-1 1 0 0,0 1-1 0 0,0 0 1 0 0,0-1-1 0 0,1 1 1 0 0,-1 0 0 0 0,1 0-1 0 0,0 0 1 0 0,0-1-1 0 0,0 1 1 0 0,0 0-1 0 0,0 0 1 0 0,2 5-1 0 0,-1-6-51 0 0,0 1-1 0 0,1-1 0 0 0,-1 0 0 0 0,1 0 0 0 0,-1 1 0 0 0,1-1 0 0 0,0 0 0 0 0,0-1 0 0 0,0 1 0 0 0,0 0 0 0 0,0 0 0 0 0,0-1 0 0 0,0 1 0 0 0,1-1 0 0 0,4 2 0 0 0,2 1 27 0 0,1 0-1 0 0,0 0 1 0 0,0-1-1 0 0,0-1 1 0 0,1 0-1 0 0,-1 0 1 0 0,0-1-1 0 0,1 0 1 0 0,-1-1-1 0 0,1 0 0 0 0,-1 0 1 0 0,1-1-1 0 0,-1-1 1 0 0,1 0-1 0 0,-1 0 1 0 0,15-6-1 0 0,-24 7-45 0 0,-1 1 0 0 0,1 0 0 0 0,0 0 0 0 0,0-1 0 0 0,-1 1 0 0 0,1-1 0 0 0,0 1-1 0 0,-1-1 1 0 0,1 1 0 0 0,0-1 0 0 0,-1 1 0 0 0,1-1 0 0 0,-1 1 0 0 0,1-1 0 0 0,0-1 0 0 0,-1 2-9 0 0,0 0 0 0 0,0-1 0 0 0,0 1 1 0 0,0 0-1 0 0,0 0 0 0 0,0-1 1 0 0,0 1-1 0 0,0 0 0 0 0,0-1 0 0 0,0 1 1 0 0,0 0-1 0 0,0-1 0 0 0,0 1 0 0 0,0 0 1 0 0,-1 0-1 0 0,1-1 0 0 0,0 1 0 0 0,0 0 1 0 0,0 0-1 0 0,0-1 0 0 0,-1 1 0 0 0,1 0 1 0 0,0 0-1 0 0,0 0 0 0 0,0-1 0 0 0,-1 1 1 0 0,1 0-1 0 0,-2-1-80 0 0,0 0-1 0 0,0 0 1 0 0,0 0 0 0 0,0 0 0 0 0,0 0-1 0 0,0 1 1 0 0,0-1 0 0 0,0 1 0 0 0,-4-1-1 0 0,-9-1-2153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3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11058 0 0,'0'-1'524'0'0,"0"0"0"0"0,0 0 0 0 0,0 0 0 0 0,0 0 0 0 0,0 0-1 0 0,0 0 1 0 0,0 0 0 0 0,1 0 0 0 0,-1 0 0 0 0,0 0 0 0 0,0 1-1 0 0,1-1 1 0 0,-1 0 0 0 0,1 0 0 0 0,-1 0 0 0 0,1 0 0 0 0,-1 1-1 0 0,2-2 1 0 0,-1 1-368 0 0,0 0 0 0 0,0 1 0 0 0,1-1 0 0 0,-1 1-1 0 0,0 0 1 0 0,0-1 0 0 0,1 1 0 0 0,-1 0 0 0 0,0 0 0 0 0,1 0 0 0 0,-1 0-1 0 0,0 0 1 0 0,1 0 0 0 0,1 0 0 0 0,27 4 250 0 0,17 0-224 0 0,-43-4-224 0 0,0 0 1 0 0,0 0 0 0 0,0 0-1 0 0,0-1 1 0 0,0 0 0 0 0,0 0 0 0 0,0 0-1 0 0,7-3 1 0 0,-11 4-12 0 0,1 0 0 0 0,-1 0 1 0 0,1-1-1 0 0,-1 1 0 0 0,0 0 0 0 0,1 0 1 0 0,-1-1-1 0 0,0 1 0 0 0,1 0 0 0 0,-1-1 1 0 0,0 1-1 0 0,1 0 0 0 0,-1-1 0 0 0,0 1 1 0 0,0 0-1 0 0,1-1 0 0 0,-1 1 0 0 0,0 0 1 0 0,0-1-1 0 0,0 1 0 0 0,0-1 0 0 0,1 0 0 0 0,-2-1-861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3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0 4833 0 0,'1'0'231'0'0,"0"0"-1"0"0,-1 0 1 0 0,1 0 0 0 0,0 0-1 0 0,0 0 1 0 0,0 1-1 0 0,0-1 1 0 0,-1 0 0 0 0,1 0-1 0 0,0 1 1 0 0,0-1 0 0 0,0 1-1 0 0,-1-1 1 0 0,1 0 0 0 0,0 1-1 0 0,-1-1 1 0 0,1 1 0 0 0,0 0-1 0 0,-1-1 1 0 0,1 1-1 0 0,-1-1 1 0 0,1 1 0 0 0,0 1-1 0 0,0 0 285 0 0,0 0-1 0 0,-1 0 0 0 0,1 0 0 0 0,0-1 0 0 0,-1 1 0 0 0,0 0 1 0 0,1 0-1 0 0,-1 0 0 0 0,0 4 0 0 0,0 0 32 0 0,-1 0 0 0 0,0-1 0 0 0,0 1 0 0 0,0 0 0 0 0,-1-1 0 0 0,-3 9 0 0 0,0-3-639 0 0,-1 0 1 0 0,-1 0-1 0 0,0-1 1 0 0,0 0-1 0 0,-1 0 0 0 0,0-1 1 0 0,-1 0-1 0 0,0 0 0 0 0,0-1 1 0 0,-1 0-1 0 0,0-1 1 0 0,-12 7-1 0 0,20-13 3 0 0,0 0 0 0 0,0 1 0 0 0,0-1 0 0 0,-1-1 0 0 0,1 1 0 0 0,0 0 0 0 0,-1 0 0 0 0,1-1 0 0 0,0 0 0 0 0,-1 1 0 0 0,1-1 0 0 0,-1 0 0 0 0,-4-1 256 0 0,27-6 4168 0 0,17-6-3848 0 0,1 2 1 0 0,58-10-1 0 0,-90 20-508 0 0,-3 0-20 0 0,0 0 0 0 0,0 1 1 0 0,0-1-1 0 0,0 1 1 0 0,-1-1-1 0 0,1 1 0 0 0,0 0 1 0 0,0 0-1 0 0,0 1 1 0 0,0-1-1 0 0,4 1 0 0 0,-8 1-706 0 0,-1 0-1 0 0,0-1 1 0 0,1 1-1 0 0,-1-1 1 0 0,0 1-1 0 0,0-1 1 0 0,-4 2 0 0 0,-4 1-2162 0 0,4-2-2122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4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2304 0 0,'3'6'540'0'0,"-1"-1"-1"0"0,0 1 0 0 0,0-1 0 0 0,0 1 1 0 0,-1 0-1 0 0,0 0 0 0 0,0 0 0 0 0,0 0 1 0 0,-1 0-1 0 0,0 6 0 0 0,1 7 740 0 0,2 4 472 0 0,4 81 3202 0 0,-11-128-6708 0 0,3 15 606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4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4609 0 0,'36'-6'4533'0'0,"-20"2"-264"0"0,26-1 1 0 0,-37 5-3930 0 0,0 0 1 0 0,1 1-1 0 0,-1-1 1 0 0,0 1 0 0 0,6 2-1 0 0,-11-3-459 0 0,1 0-1 0 0,-1 0 1 0 0,0 0-1 0 0,0 0 1 0 0,1 0-1 0 0,-1 0 1 0 0,0 0-1 0 0,0 0 1 0 0,0 0-1 0 0,1 0 1 0 0,-1 0-1 0 0,0 0 1 0 0,0 0-1 0 0,0 0 1 0 0,0 1-1 0 0,1-1 1 0 0,-1 0-1 0 0,0 0 1 0 0,0 0 0 0 0,0 0-1 0 0,0 1 1 0 0,0-1-1 0 0,1 0 1 0 0,-1 0-1 0 0,0 0 1 0 0,0 0-1 0 0,0 1 1 0 0,0-1-1 0 0,0 0 1 0 0,0 0-1 0 0,0 1 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4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0 6449 0 0,'1'1'625'0'0,"0"-1"0"0"0,0 1 0 0 0,0-1-1 0 0,0 1 1 0 0,0 0 0 0 0,0-1 0 0 0,0 1 0 0 0,-1 0-1 0 0,1-1 1 0 0,0 1 0 0 0,-1 0 0 0 0,1 0 0 0 0,0 0-1 0 0,-1 0 1 0 0,1 0 0 0 0,-1 0 0 0 0,1 1-1 0 0,0 0-293 0 0,-1-1 0 0 0,0 0 0 0 0,0 1 0 0 0,0-1 0 0 0,0 0 0 0 0,0 0 0 0 0,0 1 1 0 0,0-1-1 0 0,-1 0 0 0 0,1 1 0 0 0,0-1 0 0 0,-1 0 0 0 0,0 1 0 0 0,-3 5-297 0 0,1-1 1 0 0,-1 1-1 0 0,-1-1 1 0 0,-7 8-1 0 0,1 0 601 0 0,0 3-774 0 0,-12 14 363 0 0,5-14-3210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5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5985 0 0,'19'-1'2995'0'0,"12"2"5694"0"0,-9 7-6043 0 0,40 19-451 0 0,-3-2-1559 0 0,-47-19-578 0 0,1-1-1 0 0,0 0 0 0 0,0-1 1 0 0,0 0-1 0 0,0-1 0 0 0,1-1 1 0 0,-1 0-1 0 0,1-1 0 0 0,0 0 1 0 0,-1-1-1 0 0,1 0 0 0 0,0-2 1 0 0,19-3-1 0 0,-9 1-57 0 0,0 1 0 0 0,1 1 0 0 0,34 2 0 0 0,-54 1 0 0 0,28-1 0 0 0,-31 0 0 0 0,0-1 0 0 0,0 1 0 0 0,0-1 0 0 0,0 1 0 0 0,0-1 0 0 0,0 0 0 0 0,0 1 0 0 0,0-1 0 0 0,-1 0 0 0 0,1 0 0 0 0,0 0 0 0 0,-1-1 0 0 0,3-1 0 0 0,1-1-10 0 0,4-8 69 0 0,-11 7-48 0 0,-9 3-66 0 0,-10-2-2570 0 0,11 1-5085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5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6913 0 0,'1'0'241'0'0,"-1"0"-1"0"0,1 0 1 0 0,-1-1-1 0 0,0 1 1 0 0,1 0-1 0 0,-1-1 1 0 0,1 1-1 0 0,-1 0 1 0 0,1-1-1 0 0,-1 1 1 0 0,0 0-1 0 0,1-1 1 0 0,-1 1-1 0 0,0-1 1 0 0,0 1-1 0 0,1-1 1 0 0,-1 1-1 0 0,0-1 1 0 0,0 1-1 0 0,1-1 1 0 0,-1 1-1 0 0,0-1 1 0 0,0 0-1 0 0,-1-16 4640 0 0,1 16-4545 0 0,0-1-1 0 0,-1 0 1 0 0,1 1 0 0 0,0-1-1 0 0,0 0 1 0 0,0 0 0 0 0,0 1-1 0 0,0-1 1 0 0,1 0-1 0 0,-1 1 1 0 0,1-1 0 0 0,0-1-1 0 0,-1 2-284 0 0,1 1-1 0 0,-1 0 0 0 0,1 0 0 0 0,-1-1 0 0 0,1 1 1 0 0,-1 0-1 0 0,1 0 0 0 0,0 0 0 0 0,-1-1 0 0 0,1 1 0 0 0,-1 0 1 0 0,1 0-1 0 0,0 0 0 0 0,-1 0 0 0 0,1 0 0 0 0,0 0 1 0 0,-1 0-1 0 0,1 1 0 0 0,-1-1 0 0 0,2 0 0 0 0,16 5 250 0 0,-15-4-206 0 0,5 0-68 0 0,0 1 0 0 0,0-2 1 0 0,-1 1-1 0 0,1-1 0 0 0,0 0 1 0 0,0-1-1 0 0,0 0 0 0 0,-1 0 1 0 0,1 0-1 0 0,0-1 0 0 0,-1-1 1 0 0,8-2-1 0 0,-15 5-28 0 0,1 0 0 0 0,-1 0 0 0 0,0 0 0 0 0,0 0 0 0 0,1 0 0 0 0,-1 0 0 0 0,0 0 0 0 0,0 0 0 0 0,1 0 0 0 0,-1 0 0 0 0,0 0 0 0 0,0 0 0 0 0,1 0 0 0 0,-1 0 0 0 0,0 0 0 0 0,0 0 0 0 0,1 0 0 0 0,-1 0 0 0 0,0 0 0 0 0,0 1 0 0 0,1-1 0 0 0,-1 0 0 0 0,0 0 0 0 0,0 0 0 0 0,0 0 0 0 0,0 1 0 0 0,1-1 0 0 0,-1 0 0 0 0,0 0 0 0 0,0 0 0 0 0,0 1 0 0 0,0-1 0 0 0,0 0 0 0 0,4 12-223 0 0,-4 12-102 0 0,-3 13 332 0 0,3-30-251 0 0,0 1-1 0 0,-1-1 1 0 0,0 1 0 0 0,0-1-1 0 0,-1 0 1 0 0,0 1 0 0 0,0-1-1 0 0,-1 0 1 0 0,1 0 0 0 0,-7 10-1 0 0,2-7-7109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5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9674 0 0,'2'0'391'0'0,"-1"-1"1"0"0,1 1-1 0 0,0 0 0 0 0,-1-1 1 0 0,1 1-1 0 0,-1-1 1 0 0,1 0-1 0 0,-1 1 0 0 0,1-1 1 0 0,-1 0-1 0 0,0 0 0 0 0,1 0 1 0 0,-1 0-1 0 0,0 0 0 0 0,0 0 1 0 0,2-2-1 0 0,-2 2-71 0 0,1-1 1 0 0,-1 1-1 0 0,0 0 0 0 0,1 0 0 0 0,-1 0 1 0 0,1 0-1 0 0,-1 0 0 0 0,1 0 0 0 0,0 0 1 0 0,-1 0-1 0 0,1 1 0 0 0,0-1 0 0 0,0 0 1 0 0,-1 1-1 0 0,1 0 0 0 0,3-1 0 0 0,21 3 340 0 0,-24-2-863 0 0,-1 0 0 0 0,1 0 0 0 0,-1 1 0 0 0,1-1-1 0 0,-1 1 1 0 0,1-1 0 0 0,-1 1 0 0 0,1 0 0 0 0,-1-1 0 0 0,1 1-1 0 0,-1 0 1 0 0,0 0 0 0 0,3 2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6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2 456 0 0,'11'-2'2639'0'0,"0"2"5730"0"0,-10 1-8062 0 0,0 0 0 0 0,-1-1 0 0 0,1 1 0 0 0,0 0 0 0 0,-1-1 0 0 0,1 1 0 0 0,-1 0 0 0 0,1-1 0 0 0,-1 1 0 0 0,0 0 0 0 0,1 0 0 0 0,-1 0 0 0 0,0 0 0 0 0,1-1 1 0 0,-1 1-1 0 0,0 2 0 0 0,1 4 111 0 0,0 1 1 0 0,0 0-1 0 0,-1 0 1 0 0,0-1-1 0 0,-1 1 1 0 0,0 0-1 0 0,0 0 1 0 0,-1-1-1 0 0,1 1 1 0 0,-4 7-1 0 0,1-1-339 0 0,-4 23 0 0 0,8-36-69 0 0,0 1 0 0 0,0-1 0 0 0,0 1 1 0 0,0-1-1 0 0,0 1 0 0 0,0-1 1 0 0,1 0-1 0 0,-1 1 0 0 0,0-1 1 0 0,1 1-1 0 0,-1-1 0 0 0,1 0 0 0 0,-1 1 1 0 0,1-1-1 0 0,0 0 0 0 0,-1 1 1 0 0,1-1-1 0 0,0 0 0 0 0,1 1 0 0 0,0 0 32 0 0,0 0 0 0 0,0-1-1 0 0,0 0 1 0 0,0 1 0 0 0,0-1-1 0 0,0 0 1 0 0,0 0 0 0 0,0 0-1 0 0,1-1 1 0 0,3 2 0 0 0,4 0 101 0 0,1-1 1 0 0,-1 0-1 0 0,1-1 0 0 0,11-1 1 0 0,-19 1-141 0 0,124-4 133 0 0,-126 4-125 0 0,0 0-1 0 0,0 0 1 0 0,0 0 0 0 0,0 0-1 0 0,0 0 1 0 0,0 0 0 0 0,0-1-1 0 0,0 1 1 0 0,0 0 0 0 0,0-1-1 0 0,0 1 1 0 0,0-1 0 0 0,0 1-1 0 0,0-1 1 0 0,-1 1 0 0 0,1-1-1 0 0,0 0 1 0 0,0 1 0 0 0,-1-1-1 0 0,1 0 1 0 0,0 0 0 0 0,-1 0-1 0 0,1 1 1 0 0,0-3 194 0 0,-4-8-138 0 0,-6-15-392 0 0,8 21-54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7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0 12899 0 0,'3'0'1098'0'0,"0"0"0"0"0,0 1 0 0 0,-1-1 0 0 0,1 1 0 0 0,0 0 0 0 0,3 1-1 0 0,-5-2-1034 0 0,-1 0-1 0 0,0 0 1 0 0,1 0-1 0 0,-1 0 0 0 0,1 0 1 0 0,-1 1-1 0 0,0-1 0 0 0,1 0 1 0 0,-1 0-1 0 0,0 0 1 0 0,1 1-1 0 0,-1-1 0 0 0,0 0 1 0 0,0 0-1 0 0,1 1 0 0 0,-1-1 1 0 0,0 0-1 0 0,0 0 1 0 0,1 1-1 0 0,-1-1 0 0 0,0 0 1 0 0,0 1-1 0 0,0-1 0 0 0,0 0 1 0 0,1 1-1 0 0,-1-1 1 0 0,0 0-1 0 0,0 1 0 0 0,0-1 1 0 0,0 1-1 0 0,0-1 0 0 0,0 0 1 0 0,0 1-1 0 0,0-1 1 0 0,0 0-1 0 0,0 1 0 0 0,0-1 1 0 0,0 1-1 0 0,0-1 0 0 0,-1 0 1 0 0,1 1-1 0 0,0-1 1 0 0,0 0-1 0 0,0 1 0 0 0,0-1 1 0 0,-1 0-1 0 0,1 1 0 0 0,0-1 1 0 0,0 0-1 0 0,-1 0 1 0 0,1 1-1 0 0,0-1 0 0 0,0 0 1 0 0,-1 0-1 0 0,1 1 0 0 0,-1-1 1 0 0,-7 7 104 0 0,0-1 0 0 0,-1-1-1 0 0,-9 6 1 0 0,-20 12-118 0 0,-29 29-2562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7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71 3225 0 0,'-8'-1'1852'0'0,"1"0"0"0"0,-1 0 0 0 0,1-1 0 0 0,-15-7 10680 0 0,126 0-11241 0 0,-67 7-1172 0 0,1-2 0 0 0,52-12 0 0 0,-61 9-578 0 0,1 0-1 0 0,0 2 1 0 0,0 2-1 0 0,0 0 1 0 0,1 2-1 0 0,36 3 1 0 0,-87 6-6536 0 0,-21 0 4892 0 0,27-7 2103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8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5065 0 0,'8'1'9128'0'0,"-7"0"-8824"0"0,0 10 4795 0 0,0 3-4455 0 0,5 15 622 0 0,-3-17-930 0 0,0 1 0 0 0,-1-1 0 0 0,1 16 0 0 0,-11-77-6796 0 0,7 32 3048 0 0,1 12 2125 0 0,-1 0 0 0 0,1 0 0 0 0,0 0 0 0 0,0 0 0 0 0,1 0 0 0 0,0 0 0 0 0,1-6 0 0 0,0 10 2341 0 0,-1 0 0 0 0,1 0 0 0 0,0 0 0 0 0,0 0 0 0 0,0 0 0 0 0,0 0 0 0 0,0 0 0 0 0,0 0 0 0 0,0 1 0 0 0,4-1 0 0 0,5-2 2480 0 0,15-12-334 0 0,-21 12-3081 0 0,-1 1-1 0 0,0-1 1 0 0,1 1-1 0 0,-1 0 1 0 0,1 0-1 0 0,0 0 1 0 0,-1 1-1 0 0,1 0 1 0 0,0 0 0 0 0,5-1-1 0 0,10 1 79 0 0,-10 0-192 0 0,0 0 1 0 0,1 1-1 0 0,-1 0 1 0 0,0 0-1 0 0,0 1 0 0 0,14 4 1 0 0,-12-3-281 0 0,-10-2 152 0 0,1 0 0 0 0,-1 0 0 0 0,0 1 0 0 0,1-1 0 0 0,-1 1 0 0 0,0 0 0 0 0,4 1 0 0 0,-5 0 92 0 0,-1 0 1 0 0,0 0-1 0 0,0 0 0 0 0,0 0 1 0 0,0 0-1 0 0,0 0 0 0 0,-1 3 0 0 0,1 40 161 0 0,-2 21 272 0 0,1-58-1020 0 0,0-1 0 0 0,0 0 0 0 0,-5 13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8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5065 0 0,'2'-2'804'0'0,"0"0"0"0"0,-1 0-1 0 0,0 0 1 0 0,1 0 0 0 0,-1 0 0 0 0,0 0 0 0 0,0 0-1 0 0,0-1 1 0 0,0 1 0 0 0,0 0 0 0 0,0-1-1 0 0,0-4 1 0 0,3-7 2442 0 0,-3 13-3094 0 0,-1 0 1 0 0,1 1-1 0 0,-1-1 0 0 0,1 0 1 0 0,-1 1-1 0 0,1-1 0 0 0,-1 1 1 0 0,1-1-1 0 0,-1 1 0 0 0,1-1 1 0 0,0 1-1 0 0,-1-1 0 0 0,1 1 0 0 0,0-1 1 0 0,-1 1-1 0 0,1 0 0 0 0,0-1 1 0 0,0 1-1 0 0,-1 0 0 0 0,1 0 1 0 0,0 0-1 0 0,0 0 0 0 0,0-1 1 0 0,-1 1-1 0 0,2 0 0 0 0,25 4 519 0 0,-4-1-321 0 0,31-15-283 0 0,-54 12-83 0 0,0 0 0 0 0,0 0 0 0 0,0 0 0 0 0,1 0 1 0 0,-1 0-1 0 0,0 0 0 0 0,0 0 0 0 0,0 0 0 0 0,0 0 0 0 0,0 0 0 0 0,1 0 1 0 0,-1 0-1 0 0,0 0 0 0 0,0 0 0 0 0,0 0 0 0 0,0 0 0 0 0,0 0 1 0 0,0 0-1 0 0,1 0 0 0 0,-1 0 0 0 0,0 0 0 0 0,0 0 0 0 0,0 1 0 0 0,0-1 1 0 0,0 0-1 0 0,0 0 0 0 0,0 0 0 0 0,0 0 0 0 0,0 0 0 0 0,1 0 1 0 0,-1 0-1 0 0,0 1 0 0 0,0-1 0 0 0,0 0 0 0 0,0 0 0 0 0,0 0 0 0 0,0 0 1 0 0,0 0-1 0 0,0 0 0 0 0,0 1 0 0 0,0-1 0 0 0,0 0 0 0 0,0 0 1 0 0,0 0-1 0 0,0 0 0 0 0,0 0 0 0 0,0 1 0 0 0,0-1 0 0 0,0 0 0 0 0,0 0 1 0 0,0 0-1 0 0,0 0 0 0 0,0 0 0 0 0,0 0 0 0 0,-1 1 0 0 0,1-1 1 0 0,0 0-1 0 0,0 0 0 0 0,0 0 0 0 0,0 0 0 0 0,-6 10-2242 0 0,6-9 1271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8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5985 0 0,'0'0'598'0'0,"1"0"0"0"0,0 1 0 0 0,0-1 0 0 0,0 1 0 0 0,0-1 0 0 0,-1 0 0 0 0,1 0 0 0 0,0 0 0 0 0,0 1 0 0 0,0-1 0 0 0,0 0 0 0 0,0 0 0 0 0,0 0 0 0 0,1-1 0 0 0,18-1 4711 0 0,-10 1-3991 0 0,16 1-19 0 0,-22 1-1357 0 0,1-1-1 0 0,0 0 1 0 0,0 0-1 0 0,0 0 1 0 0,0-1 0 0 0,0 1-1 0 0,-1-1 1 0 0,1 0-1 0 0,5-2 1 0 0,-5 0-690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9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1376 0 0,'11'5'11416'0'0,"-10"-4"-10845"0"0,5 14 4022 0 0,-5-6-4638 0 0,0 0 1 0 0,-1 13 0 0 0,0-7 1634 0 0,1-4-1439 0 0,5 82-113 0 0,-9 163 0 0 0,-1-198-2154 0 0,14-101-1405 0 0,-9 37 2641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9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4609 0 0,'9'-16'7223'0'0,"-9"16"-6954"0"0,0-1 0 0 0,1 0 0 0 0,-1 0-1 0 0,0 0 1 0 0,0 0 0 0 0,1 0 0 0 0,-1 1 0 0 0,1-1 0 0 0,-1 0 0 0 0,1 0 0 0 0,-1 0 0 0 0,1 1 0 0 0,-1-1-1 0 0,1 0 1 0 0,0 1 0 0 0,-1-1 0 0 0,1 1 0 0 0,0-1 0 0 0,0 1 0 0 0,-1-1 0 0 0,1 1 0 0 0,0-1 0 0 0,0 1-1 0 0,0 0 1 0 0,0-1 0 0 0,0 1 0 0 0,-1 0 0 0 0,1 0 0 0 0,0 0 0 0 0,0 0 0 0 0,0 0 0 0 0,0 0 0 0 0,0 0-1 0 0,0 0 1 0 0,0 0 0 0 0,0 0 0 0 0,1 1 0 0 0,3-1-177 0 0,0 1-1 0 0,0-1 1 0 0,0 1 0 0 0,0-1-1 0 0,0-1 1 0 0,-1 1 0 0 0,1-1-1 0 0,0 0 1 0 0,0 0 0 0 0,0 0-1 0 0,5-3 1 0 0,-3 2-231 0 0,1 0 0 0 0,14-2 0 0 0,-21 3 62 0 0,-1 1 0 0 0,0 0 1 0 0,0 0-1 0 0,0 0 0 0 0,1 0 1 0 0,-1 0-1 0 0,0 0 0 0 0,0 0 1 0 0,0 0-1 0 0,1-1 0 0 0,-1 1 1 0 0,0 0-1 0 0,0 0 0 0 0,1 0 0 0 0,-1 0 1 0 0,0 0-1 0 0,0 0 0 0 0,1 0 1 0 0,-1 0-1 0 0,0 1 0 0 0,0-1 1 0 0,0 0-1 0 0,1 0 0 0 0,-1 0 0 0 0,0 0 1 0 0,0 0-1 0 0,0 0 0 0 0,1 0 1 0 0,-1 0-1 0 0,0 1 0 0 0,0-1 1 0 0,0 0-1 0 0,0 0 0 0 0,1 0 1 0 0,-1 0-1 0 0,0 1 0 0 0,0-1 0 0 0,0 0 1 0 0,0 0-1 0 0,0 0 0 0 0,0 1 1 0 0,1-1-1 0 0,-1 0 0 0 0,0 0 1 0 0,0 0-1 0 0,0 1 0 0 0,0-1 1 0 0,0 0-1 0 0,0 0 0 0 0,0 1 0 0 0,0-1 1 0 0,0 0-1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2:59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6449 0 0,'9'2'10697'0'0,"-8"-3"-10382"0"0,15-4 4005 0 0,-11 3-4583 0 0,10-2 1117 0 0,0 1 1 0 0,17-1-1 0 0,3-1-1549 0 0,0-4-5725 0 0,-24 5-872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3:00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7834 0 0,'5'-6'1257'0'0,"-7"-3"4732"0"0,-1 0 25 0 0,23 8-4107 0 0,0-1-1789 0 0,0-1-1 0 0,-1-1 1 0 0,1 0-1 0 0,22-9 1 0 0,5-1-342 0 0,-37 12-109 0 0,0 1-1 0 0,1-1 1 0 0,16 2 0 0 0,-15 0-257 0 0,0-1 1 0 0,14-2-1 0 0,-26 3 593 0 0,0 0 1 0 0,1 0-1 0 0,-1 0 1 0 0,1 0-1 0 0,-1-1 1 0 0,0 1-1 0 0,1 0 1 0 0,-1 1-1 0 0,0-1 1 0 0,1 0-1 0 0,-1 0 1 0 0,0 0-1 0 0,1 0 1 0 0,-1 0-1 0 0,0 0 0 0 0,1 0 1 0 0,-1 0-1 0 0,0 1 1 0 0,1-1-1 0 0,-1 0 1 0 0,0 0-1 0 0,1 0 1 0 0,-1 1-1 0 0,0-1 1 0 0,1 0-1 0 0,-1 0 1 0 0,0 1-1 0 0,0-1 1 0 0,0 0-1 0 0,1 1 0 0 0,-1-1 1 0 0,0 0-1 0 0,0 1 1 0 0,0-1-1 0 0,0 0 1 0 0,0 1-1 0 0,1-1 1 0 0,-1 0-1 0 0,0 1 1 0 0,0-1-1 0 0,0 1 1 0 0,-1 21 283 0 0,0-5-163 0 0,3 7-100 0 0,-3 45-1 0 0,-1-21-6 0 0,3-9-15 0 0,0-5 2 0 0,-2 0 0 0 0,-8 57 0 0 0,9-90 22 0 0,0 0 0 0 0,0 0-1 0 0,0 0 1 0 0,-1 0 0 0 0,1 0 0 0 0,0 0 0 0 0,0 0 0 0 0,-1 0-1 0 0,1 0 1 0 0,-1 0 0 0 0,1 0 0 0 0,-1 0 0 0 0,1 0 0 0 0,-1 0 0 0 0,0-1-1 0 0,1 1 1 0 0,-1 0 0 0 0,0 0 0 0 0,0-1 0 0 0,0 1 0 0 0,1 0 0 0 0,-1-1-1 0 0,-2 2 1 0 0,2-2 23 0 0,-1 0-1 0 0,1 0 0 0 0,-1 0 0 0 0,1-1 1 0 0,0 1-1 0 0,-1 0 0 0 0,1-1 1 0 0,-1 1-1 0 0,1-1 0 0 0,0 1 0 0 0,0-1 1 0 0,-1 0-1 0 0,1 1 0 0 0,0-1 1 0 0,0 0-1 0 0,0 0 0 0 0,-2-1 0 0 0,-7-6 74 0 0,1-1-1 0 0,0 0 0 0 0,1 0 0 0 0,0-1 0 0 0,-11-16 0 0 0,18 24-127 0 0,-1 1 0 0 0,0-1-1 0 0,0 0 1 0 0,0 1 0 0 0,0 0-1 0 0,0-1 1 0 0,0 1-1 0 0,-1 0 1 0 0,1 0 0 0 0,0 0-1 0 0,-1 0 1 0 0,1 1 0 0 0,0-1-1 0 0,-1 1 1 0 0,1-1 0 0 0,-1 1-1 0 0,1 0 1 0 0,-4 0 0 0 0,-6-1-1533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1T07:43:01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0 5065 0 0,'2'1'315'0'0,"-1"-1"-1"0"0,0 1 1 0 0,0-1-1 0 0,0 1 1 0 0,0 0-1 0 0,0 0 1 0 0,0-1 0 0 0,0 1-1 0 0,0 0 1 0 0,-1 0-1 0 0,1 0 1 0 0,0 0-1 0 0,0 0 1 0 0,-1 0 0 0 0,1 0-1 0 0,-1 0 1 0 0,1 0-1 0 0,-1 1 1 0 0,1-1-1 0 0,-1 0 1 0 0,0 0-1 0 0,1 0 1 0 0,-1 0 0 0 0,0 1-1 0 0,0 1 1 0 0,1 34 4737 0 0,-2-31-4664 0 0,-7 80 2918 0 0,5-68-3176 0 0,-1 0 0 0 0,0-1 0 0 0,-2 1 0 0 0,0-1 0 0 0,-9 18 0 0 0,7-20-383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0D4C7-2318-4267-9190-5078303F1899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AD977-1183-4496-9978-889987738D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974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AD977-1183-4496-9978-889987738DB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55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AFB05-C408-CC6B-C69D-351D69065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2697D24-C2B3-4453-3DE1-58F1216DF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C74024-6539-A3E8-7D83-D3BADF07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CEDA73-8AA9-753A-5DF2-CCB71BC9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820CC1-22CE-2108-3A56-D070575C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7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A68C3-911F-AEA3-375A-F94190CE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2C4D57-C2BF-ECD0-FF4C-0F3B8A5E4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2C9201-B8B3-F62C-55F6-BC24BB51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D1F823-5C48-6DAB-9120-67C401B3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A11675-B303-0E4A-1138-E238F179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0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C25BD-D08B-7DF7-54ED-315B749C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6BBF58-A24C-9C03-0B91-A7C0BEFE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7B0D96-E7C4-0D9A-D6B6-CB230674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988913-AC35-9493-9D97-7FB7766C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F6199E-C429-180C-8C9C-7FFAF29E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37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95032-7EBF-8516-2902-33D71854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7DD954-B836-D43D-ACDD-5EF694783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B7AA59-2AF8-5FC8-A7A3-5A6BC2B1F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EA1EF3-B4AC-7096-2F61-E284B44B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069D74-D2C1-C7C7-B69C-FD2754DD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4D9677-7CF0-4504-7143-EE3178A8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85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0B7466-2F5D-A016-D48D-7F39282A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B4911A-4500-3181-C7AB-7C1B7541A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F197A9-212F-3A7A-B96C-C988D71E4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49E4F0-BD20-828F-8E1F-41EBC9D15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4E34D2-361E-F06D-E215-44EE2EC16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A5C734-7845-646A-6F4F-427015AA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375E6B-F92C-0604-BF5F-07B2E3AD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E952C1-BBA2-7C65-7571-0620D4C2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01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D0A2D-71A2-C058-8EDF-889F0EA5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6383D8-DD7D-B91E-8B7D-FC3C29B7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AB08B8-CBC3-708F-1D54-91BEB4C1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B00E7C-F241-0BF7-2E5F-3F5A1D9D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054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5B58E4-240F-F6DF-9888-22B62840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9F65DE-EBC8-840E-9BB1-087D7A53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2B40B8-2ADD-3234-2E77-CBA0B012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19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C8B64-993B-8FF6-C0F9-63372D61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57EC4B-B4F1-3C2E-822B-08E0BD81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8FB0E4-0283-5E3B-4703-B7789E786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4EA7C6-1D36-6F55-1A71-2627EE34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97D615-E57E-20FE-8767-54401DC5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4A9F38-4B96-E64D-5D02-840C0DE4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13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B7925-396B-F6D6-45E2-75DFF617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4DA54F-DC54-AE44-04E1-E1EF250C6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E61F5B-87DE-73B3-5160-AF8246018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924E03-BFEC-189C-6140-1FA984BE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66E4BE-DDB1-DD7A-025C-7076FC0E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479F66-2D4B-4B66-3335-5F19B3BB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0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FE4D5-B788-8F63-E416-D0104DCB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2F2A7E-7BF3-0F68-22DA-EF8B72DAC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6DE9E0-332C-2FA8-EBF0-BEFD7CB3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A8924D-A153-32CC-9A7F-ACCE2C68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004BE2-4E04-23E4-1D25-84798124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02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A79E49-F496-D422-0FDD-D776D720A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680FA4-011E-BFC8-BFA9-A12BD6AE4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853060-9B29-348E-6F6A-C0DE17F7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D7EEF7-198E-9114-4BD6-0CB81E48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E34B46-F0F9-7BF4-EAAF-FC2DBE9B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1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65D67C-6828-E85B-18A9-A7C804CB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77DF4A-C649-5C58-A630-C69550D9E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D5B462-363D-99D0-ED73-733789DAA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2B0D4-FC06-C449-82C5-CD7924856B9F}" type="datetimeFigureOut">
              <a:rPr kumimoji="1" lang="ja-JP" altLang="en-US" smtClean="0"/>
              <a:t>2025/4/21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8F01C4-F6A1-7F66-89D6-9E76B8CD8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0911C1-DDAF-1FAC-14AE-69FF19DBE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28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1.xml"/><Relationship Id="rId170" Type="http://schemas.openxmlformats.org/officeDocument/2006/relationships/customXml" Target="../ink/ink84.xml"/><Relationship Id="rId226" Type="http://schemas.openxmlformats.org/officeDocument/2006/relationships/customXml" Target="../ink/ink112.xml"/><Relationship Id="rId268" Type="http://schemas.openxmlformats.org/officeDocument/2006/relationships/customXml" Target="../ink/ink133.xml"/><Relationship Id="rId32" Type="http://schemas.openxmlformats.org/officeDocument/2006/relationships/customXml" Target="../ink/ink15.xml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4.xml"/><Relationship Id="rId304" Type="http://schemas.openxmlformats.org/officeDocument/2006/relationships/customXml" Target="../ink/ink151.xml"/><Relationship Id="rId85" Type="http://schemas.openxmlformats.org/officeDocument/2006/relationships/image" Target="../media/image42.png"/><Relationship Id="rId150" Type="http://schemas.openxmlformats.org/officeDocument/2006/relationships/customXml" Target="../ink/ink74.xml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248" Type="http://schemas.openxmlformats.org/officeDocument/2006/relationships/customXml" Target="../ink/ink123.xml"/><Relationship Id="rId12" Type="http://schemas.openxmlformats.org/officeDocument/2006/relationships/customXml" Target="../ink/ink5.xml"/><Relationship Id="rId108" Type="http://schemas.openxmlformats.org/officeDocument/2006/relationships/customXml" Target="../ink/ink53.xml"/><Relationship Id="rId315" Type="http://schemas.openxmlformats.org/officeDocument/2006/relationships/image" Target="../media/image157.png"/><Relationship Id="rId54" Type="http://schemas.openxmlformats.org/officeDocument/2006/relationships/customXml" Target="../ink/ink26.xml"/><Relationship Id="rId96" Type="http://schemas.openxmlformats.org/officeDocument/2006/relationships/customXml" Target="../ink/ink47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4.xml"/><Relationship Id="rId326" Type="http://schemas.openxmlformats.org/officeDocument/2006/relationships/customXml" Target="../ink/ink162.xml"/><Relationship Id="rId65" Type="http://schemas.openxmlformats.org/officeDocument/2006/relationships/image" Target="../media/image32.png"/><Relationship Id="rId130" Type="http://schemas.openxmlformats.org/officeDocument/2006/relationships/customXml" Target="../ink/ink64.xml"/><Relationship Id="rId172" Type="http://schemas.openxmlformats.org/officeDocument/2006/relationships/customXml" Target="../ink/ink85.xml"/><Relationship Id="rId228" Type="http://schemas.openxmlformats.org/officeDocument/2006/relationships/customXml" Target="../ink/ink113.xml"/><Relationship Id="rId281" Type="http://schemas.openxmlformats.org/officeDocument/2006/relationships/image" Target="../media/image140.png"/><Relationship Id="rId34" Type="http://schemas.openxmlformats.org/officeDocument/2006/relationships/customXml" Target="../ink/ink16.xml"/><Relationship Id="rId76" Type="http://schemas.openxmlformats.org/officeDocument/2006/relationships/customXml" Target="../ink/ink37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250" Type="http://schemas.openxmlformats.org/officeDocument/2006/relationships/customXml" Target="../ink/ink124.xml"/><Relationship Id="rId292" Type="http://schemas.openxmlformats.org/officeDocument/2006/relationships/customXml" Target="../ink/ink145.xml"/><Relationship Id="rId306" Type="http://schemas.openxmlformats.org/officeDocument/2006/relationships/customXml" Target="../ink/ink152.xml"/><Relationship Id="rId24" Type="http://schemas.openxmlformats.org/officeDocument/2006/relationships/customXml" Target="../ink/ink11.xml"/><Relationship Id="rId45" Type="http://schemas.openxmlformats.org/officeDocument/2006/relationships/image" Target="../media/image22.png"/><Relationship Id="rId66" Type="http://schemas.openxmlformats.org/officeDocument/2006/relationships/customXml" Target="../ink/ink32.xml"/><Relationship Id="rId87" Type="http://schemas.openxmlformats.org/officeDocument/2006/relationships/image" Target="../media/image43.png"/><Relationship Id="rId110" Type="http://schemas.openxmlformats.org/officeDocument/2006/relationships/customXml" Target="../ink/ink54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152" Type="http://schemas.openxmlformats.org/officeDocument/2006/relationships/customXml" Target="../ink/ink75.xml"/><Relationship Id="rId173" Type="http://schemas.openxmlformats.org/officeDocument/2006/relationships/image" Target="../media/image86.png"/><Relationship Id="rId194" Type="http://schemas.openxmlformats.org/officeDocument/2006/relationships/customXml" Target="../ink/ink96.xml"/><Relationship Id="rId208" Type="http://schemas.openxmlformats.org/officeDocument/2006/relationships/customXml" Target="../ink/ink103.xml"/><Relationship Id="rId229" Type="http://schemas.openxmlformats.org/officeDocument/2006/relationships/image" Target="../media/image114.png"/><Relationship Id="rId240" Type="http://schemas.openxmlformats.org/officeDocument/2006/relationships/customXml" Target="../ink/ink119.xml"/><Relationship Id="rId261" Type="http://schemas.openxmlformats.org/officeDocument/2006/relationships/image" Target="../media/image130.png"/><Relationship Id="rId14" Type="http://schemas.openxmlformats.org/officeDocument/2006/relationships/customXml" Target="../ink/ink6.xml"/><Relationship Id="rId35" Type="http://schemas.openxmlformats.org/officeDocument/2006/relationships/image" Target="../media/image17.png"/><Relationship Id="rId56" Type="http://schemas.openxmlformats.org/officeDocument/2006/relationships/customXml" Target="../ink/ink27.xml"/><Relationship Id="rId77" Type="http://schemas.openxmlformats.org/officeDocument/2006/relationships/image" Target="../media/image38.png"/><Relationship Id="rId100" Type="http://schemas.openxmlformats.org/officeDocument/2006/relationships/customXml" Target="../ink/ink49.xml"/><Relationship Id="rId282" Type="http://schemas.openxmlformats.org/officeDocument/2006/relationships/customXml" Target="../ink/ink140.xml"/><Relationship Id="rId317" Type="http://schemas.openxmlformats.org/officeDocument/2006/relationships/image" Target="../media/image158.png"/><Relationship Id="rId8" Type="http://schemas.openxmlformats.org/officeDocument/2006/relationships/customXml" Target="../ink/ink3.xml"/><Relationship Id="rId98" Type="http://schemas.openxmlformats.org/officeDocument/2006/relationships/customXml" Target="../ink/ink48.xml"/><Relationship Id="rId121" Type="http://schemas.openxmlformats.org/officeDocument/2006/relationships/image" Target="../media/image60.png"/><Relationship Id="rId142" Type="http://schemas.openxmlformats.org/officeDocument/2006/relationships/customXml" Target="../ink/ink70.xml"/><Relationship Id="rId163" Type="http://schemas.openxmlformats.org/officeDocument/2006/relationships/image" Target="../media/image81.png"/><Relationship Id="rId184" Type="http://schemas.openxmlformats.org/officeDocument/2006/relationships/customXml" Target="../ink/ink91.xml"/><Relationship Id="rId219" Type="http://schemas.openxmlformats.org/officeDocument/2006/relationships/image" Target="../media/image109.png"/><Relationship Id="rId230" Type="http://schemas.openxmlformats.org/officeDocument/2006/relationships/customXml" Target="../ink/ink114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2.xml"/><Relationship Id="rId67" Type="http://schemas.openxmlformats.org/officeDocument/2006/relationships/image" Target="../media/image33.png"/><Relationship Id="rId272" Type="http://schemas.openxmlformats.org/officeDocument/2006/relationships/customXml" Target="../ink/ink135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28" Type="http://schemas.openxmlformats.org/officeDocument/2006/relationships/customXml" Target="../ink/ink163.xml"/><Relationship Id="rId88" Type="http://schemas.openxmlformats.org/officeDocument/2006/relationships/customXml" Target="../ink/ink43.xml"/><Relationship Id="rId111" Type="http://schemas.openxmlformats.org/officeDocument/2006/relationships/image" Target="../media/image55.png"/><Relationship Id="rId132" Type="http://schemas.openxmlformats.org/officeDocument/2006/relationships/customXml" Target="../ink/ink65.xml"/><Relationship Id="rId153" Type="http://schemas.openxmlformats.org/officeDocument/2006/relationships/image" Target="../media/image76.png"/><Relationship Id="rId174" Type="http://schemas.openxmlformats.org/officeDocument/2006/relationships/customXml" Target="../ink/ink86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09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7.xml"/><Relationship Id="rId57" Type="http://schemas.openxmlformats.org/officeDocument/2006/relationships/image" Target="../media/image28.png"/><Relationship Id="rId262" Type="http://schemas.openxmlformats.org/officeDocument/2006/relationships/customXml" Target="../ink/ink130.xml"/><Relationship Id="rId283" Type="http://schemas.openxmlformats.org/officeDocument/2006/relationships/image" Target="../media/image141.png"/><Relationship Id="rId318" Type="http://schemas.openxmlformats.org/officeDocument/2006/relationships/customXml" Target="../ink/ink158.xml"/><Relationship Id="rId78" Type="http://schemas.openxmlformats.org/officeDocument/2006/relationships/customXml" Target="../ink/ink38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0.xml"/><Relationship Id="rId143" Type="http://schemas.openxmlformats.org/officeDocument/2006/relationships/image" Target="../media/image71.png"/><Relationship Id="rId164" Type="http://schemas.openxmlformats.org/officeDocument/2006/relationships/customXml" Target="../ink/ink81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4.xml"/><Relationship Id="rId26" Type="http://schemas.openxmlformats.org/officeDocument/2006/relationships/customXml" Target="../ink/ink12.xml"/><Relationship Id="rId231" Type="http://schemas.openxmlformats.org/officeDocument/2006/relationships/image" Target="../media/image115.png"/><Relationship Id="rId252" Type="http://schemas.openxmlformats.org/officeDocument/2006/relationships/customXml" Target="../ink/ink125.xml"/><Relationship Id="rId273" Type="http://schemas.openxmlformats.org/officeDocument/2006/relationships/image" Target="../media/image136.png"/><Relationship Id="rId294" Type="http://schemas.openxmlformats.org/officeDocument/2006/relationships/customXml" Target="../ink/ink146.xml"/><Relationship Id="rId308" Type="http://schemas.openxmlformats.org/officeDocument/2006/relationships/customXml" Target="../ink/ink153.xml"/><Relationship Id="rId329" Type="http://schemas.openxmlformats.org/officeDocument/2006/relationships/image" Target="../media/image164.png"/><Relationship Id="rId47" Type="http://schemas.openxmlformats.org/officeDocument/2006/relationships/image" Target="../media/image23.png"/><Relationship Id="rId68" Type="http://schemas.openxmlformats.org/officeDocument/2006/relationships/customXml" Target="../ink/ink33.xml"/><Relationship Id="rId89" Type="http://schemas.openxmlformats.org/officeDocument/2006/relationships/image" Target="../media/image44.png"/><Relationship Id="rId112" Type="http://schemas.openxmlformats.org/officeDocument/2006/relationships/customXml" Target="../ink/ink55.xml"/><Relationship Id="rId133" Type="http://schemas.openxmlformats.org/officeDocument/2006/relationships/image" Target="../media/image66.png"/><Relationship Id="rId154" Type="http://schemas.openxmlformats.org/officeDocument/2006/relationships/customXml" Target="../ink/ink76.xml"/><Relationship Id="rId175" Type="http://schemas.openxmlformats.org/officeDocument/2006/relationships/image" Target="../media/image87.png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7.xml"/><Relationship Id="rId221" Type="http://schemas.openxmlformats.org/officeDocument/2006/relationships/image" Target="../media/image110.png"/><Relationship Id="rId242" Type="http://schemas.openxmlformats.org/officeDocument/2006/relationships/customXml" Target="../ink/ink120.xml"/><Relationship Id="rId263" Type="http://schemas.openxmlformats.org/officeDocument/2006/relationships/image" Target="../media/image131.png"/><Relationship Id="rId284" Type="http://schemas.openxmlformats.org/officeDocument/2006/relationships/customXml" Target="../ink/ink141.xml"/><Relationship Id="rId319" Type="http://schemas.openxmlformats.org/officeDocument/2006/relationships/image" Target="../media/image159.png"/><Relationship Id="rId37" Type="http://schemas.openxmlformats.org/officeDocument/2006/relationships/image" Target="../media/image18.png"/><Relationship Id="rId58" Type="http://schemas.openxmlformats.org/officeDocument/2006/relationships/customXml" Target="../ink/ink28.xml"/><Relationship Id="rId79" Type="http://schemas.openxmlformats.org/officeDocument/2006/relationships/image" Target="../media/image39.png"/><Relationship Id="rId102" Type="http://schemas.openxmlformats.org/officeDocument/2006/relationships/customXml" Target="../ink/ink50.xml"/><Relationship Id="rId123" Type="http://schemas.openxmlformats.org/officeDocument/2006/relationships/image" Target="../media/image61.png"/><Relationship Id="rId144" Type="http://schemas.openxmlformats.org/officeDocument/2006/relationships/customXml" Target="../ink/ink71.xml"/><Relationship Id="rId330" Type="http://schemas.openxmlformats.org/officeDocument/2006/relationships/customXml" Target="../ink/ink164.xml"/><Relationship Id="rId90" Type="http://schemas.openxmlformats.org/officeDocument/2006/relationships/customXml" Target="../ink/ink44.xml"/><Relationship Id="rId165" Type="http://schemas.openxmlformats.org/officeDocument/2006/relationships/image" Target="../media/image82.png"/><Relationship Id="rId186" Type="http://schemas.openxmlformats.org/officeDocument/2006/relationships/customXml" Target="../ink/ink92.xml"/><Relationship Id="rId211" Type="http://schemas.openxmlformats.org/officeDocument/2006/relationships/image" Target="../media/image105.png"/><Relationship Id="rId232" Type="http://schemas.openxmlformats.org/officeDocument/2006/relationships/customXml" Target="../ink/ink115.xml"/><Relationship Id="rId253" Type="http://schemas.openxmlformats.org/officeDocument/2006/relationships/image" Target="../media/image126.png"/><Relationship Id="rId274" Type="http://schemas.openxmlformats.org/officeDocument/2006/relationships/customXml" Target="../ink/ink136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image" Target="../media/image13.png"/><Relationship Id="rId48" Type="http://schemas.openxmlformats.org/officeDocument/2006/relationships/customXml" Target="../ink/ink23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6.xml"/><Relationship Id="rId320" Type="http://schemas.openxmlformats.org/officeDocument/2006/relationships/customXml" Target="../ink/ink159.xml"/><Relationship Id="rId80" Type="http://schemas.openxmlformats.org/officeDocument/2006/relationships/customXml" Target="../ink/ink39.xml"/><Relationship Id="rId155" Type="http://schemas.openxmlformats.org/officeDocument/2006/relationships/image" Target="../media/image77.png"/><Relationship Id="rId176" Type="http://schemas.openxmlformats.org/officeDocument/2006/relationships/customXml" Target="../ink/ink87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0.xml"/><Relationship Id="rId243" Type="http://schemas.openxmlformats.org/officeDocument/2006/relationships/image" Target="../media/image121.png"/><Relationship Id="rId264" Type="http://schemas.openxmlformats.org/officeDocument/2006/relationships/customXml" Target="../ink/ink131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8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1.xml"/><Relationship Id="rId310" Type="http://schemas.openxmlformats.org/officeDocument/2006/relationships/customXml" Target="../ink/ink154.xml"/><Relationship Id="rId70" Type="http://schemas.openxmlformats.org/officeDocument/2006/relationships/customXml" Target="../ink/ink34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2.xml"/><Relationship Id="rId187" Type="http://schemas.openxmlformats.org/officeDocument/2006/relationships/image" Target="../media/image93.png"/><Relationship Id="rId331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5.xml"/><Relationship Id="rId233" Type="http://schemas.openxmlformats.org/officeDocument/2006/relationships/image" Target="../media/image116.png"/><Relationship Id="rId254" Type="http://schemas.openxmlformats.org/officeDocument/2006/relationships/customXml" Target="../ink/ink126.xml"/><Relationship Id="rId28" Type="http://schemas.openxmlformats.org/officeDocument/2006/relationships/customXml" Target="../ink/ink13.xml"/><Relationship Id="rId49" Type="http://schemas.openxmlformats.org/officeDocument/2006/relationships/image" Target="../media/image24.png"/><Relationship Id="rId114" Type="http://schemas.openxmlformats.org/officeDocument/2006/relationships/customXml" Target="../ink/ink56.xml"/><Relationship Id="rId275" Type="http://schemas.openxmlformats.org/officeDocument/2006/relationships/image" Target="../media/image137.png"/><Relationship Id="rId296" Type="http://schemas.openxmlformats.org/officeDocument/2006/relationships/customXml" Target="../ink/ink147.xml"/><Relationship Id="rId300" Type="http://schemas.openxmlformats.org/officeDocument/2006/relationships/customXml" Target="../ink/ink149.xml"/><Relationship Id="rId60" Type="http://schemas.openxmlformats.org/officeDocument/2006/relationships/customXml" Target="../ink/ink29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7.xml"/><Relationship Id="rId177" Type="http://schemas.openxmlformats.org/officeDocument/2006/relationships/image" Target="../media/image88.png"/><Relationship Id="rId198" Type="http://schemas.openxmlformats.org/officeDocument/2006/relationships/customXml" Target="../ink/ink98.xml"/><Relationship Id="rId321" Type="http://schemas.openxmlformats.org/officeDocument/2006/relationships/image" Target="../media/image160.png"/><Relationship Id="rId202" Type="http://schemas.openxmlformats.org/officeDocument/2006/relationships/customXml" Target="../ink/ink100.xml"/><Relationship Id="rId223" Type="http://schemas.openxmlformats.org/officeDocument/2006/relationships/image" Target="../media/image111.png"/><Relationship Id="rId244" Type="http://schemas.openxmlformats.org/officeDocument/2006/relationships/customXml" Target="../ink/ink121.xml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142.xml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image" Target="../media/image62.png"/><Relationship Id="rId146" Type="http://schemas.openxmlformats.org/officeDocument/2006/relationships/customXml" Target="../ink/ink72.xml"/><Relationship Id="rId167" Type="http://schemas.openxmlformats.org/officeDocument/2006/relationships/image" Target="../media/image83.png"/><Relationship Id="rId188" Type="http://schemas.openxmlformats.org/officeDocument/2006/relationships/customXml" Target="../ink/ink93.xml"/><Relationship Id="rId311" Type="http://schemas.openxmlformats.org/officeDocument/2006/relationships/image" Target="../media/image155.png"/><Relationship Id="rId332" Type="http://schemas.openxmlformats.org/officeDocument/2006/relationships/customXml" Target="../ink/ink165.xml"/><Relationship Id="rId71" Type="http://schemas.openxmlformats.org/officeDocument/2006/relationships/image" Target="../media/image35.png"/><Relationship Id="rId92" Type="http://schemas.openxmlformats.org/officeDocument/2006/relationships/customXml" Target="../ink/ink45.xml"/><Relationship Id="rId213" Type="http://schemas.openxmlformats.org/officeDocument/2006/relationships/image" Target="../media/image106.png"/><Relationship Id="rId234" Type="http://schemas.openxmlformats.org/officeDocument/2006/relationships/customXml" Target="../ink/ink116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7.xml"/><Relationship Id="rId297" Type="http://schemas.openxmlformats.org/officeDocument/2006/relationships/image" Target="../media/image148.png"/><Relationship Id="rId40" Type="http://schemas.openxmlformats.org/officeDocument/2006/relationships/customXml" Target="../ink/ink19.xml"/><Relationship Id="rId115" Type="http://schemas.openxmlformats.org/officeDocument/2006/relationships/image" Target="../media/image57.png"/><Relationship Id="rId136" Type="http://schemas.openxmlformats.org/officeDocument/2006/relationships/customXml" Target="../ink/ink67.xml"/><Relationship Id="rId157" Type="http://schemas.openxmlformats.org/officeDocument/2006/relationships/image" Target="../media/image78.png"/><Relationship Id="rId178" Type="http://schemas.openxmlformats.org/officeDocument/2006/relationships/customXml" Target="../ink/ink88.xml"/><Relationship Id="rId301" Type="http://schemas.openxmlformats.org/officeDocument/2006/relationships/image" Target="../media/image150.png"/><Relationship Id="rId322" Type="http://schemas.openxmlformats.org/officeDocument/2006/relationships/customXml" Target="../ink/ink160.xml"/><Relationship Id="rId61" Type="http://schemas.openxmlformats.org/officeDocument/2006/relationships/image" Target="../media/image30.png"/><Relationship Id="rId82" Type="http://schemas.openxmlformats.org/officeDocument/2006/relationships/customXml" Target="../ink/ink40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1.xml"/><Relationship Id="rId245" Type="http://schemas.openxmlformats.org/officeDocument/2006/relationships/image" Target="../media/image122.png"/><Relationship Id="rId266" Type="http://schemas.openxmlformats.org/officeDocument/2006/relationships/customXml" Target="../ink/ink132.xml"/><Relationship Id="rId287" Type="http://schemas.openxmlformats.org/officeDocument/2006/relationships/image" Target="../media/image143.png"/><Relationship Id="rId30" Type="http://schemas.openxmlformats.org/officeDocument/2006/relationships/customXml" Target="../ink/ink14.xml"/><Relationship Id="rId105" Type="http://schemas.openxmlformats.org/officeDocument/2006/relationships/image" Target="../media/image52.png"/><Relationship Id="rId126" Type="http://schemas.openxmlformats.org/officeDocument/2006/relationships/customXml" Target="../ink/ink62.xml"/><Relationship Id="rId147" Type="http://schemas.openxmlformats.org/officeDocument/2006/relationships/image" Target="../media/image73.png"/><Relationship Id="rId168" Type="http://schemas.openxmlformats.org/officeDocument/2006/relationships/customXml" Target="../ink/ink83.xml"/><Relationship Id="rId312" Type="http://schemas.openxmlformats.org/officeDocument/2006/relationships/customXml" Target="../ink/ink155.xml"/><Relationship Id="rId333" Type="http://schemas.openxmlformats.org/officeDocument/2006/relationships/image" Target="../media/image166.png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6.xml"/><Relationship Id="rId235" Type="http://schemas.openxmlformats.org/officeDocument/2006/relationships/image" Target="../media/image117.png"/><Relationship Id="rId256" Type="http://schemas.openxmlformats.org/officeDocument/2006/relationships/customXml" Target="../ink/ink127.xml"/><Relationship Id="rId277" Type="http://schemas.openxmlformats.org/officeDocument/2006/relationships/image" Target="../media/image138.png"/><Relationship Id="rId298" Type="http://schemas.openxmlformats.org/officeDocument/2006/relationships/customXml" Target="../ink/ink148.xml"/><Relationship Id="rId116" Type="http://schemas.openxmlformats.org/officeDocument/2006/relationships/customXml" Target="../ink/ink57.xml"/><Relationship Id="rId137" Type="http://schemas.openxmlformats.org/officeDocument/2006/relationships/image" Target="../media/image68.png"/><Relationship Id="rId158" Type="http://schemas.openxmlformats.org/officeDocument/2006/relationships/customXml" Target="../ink/ink78.xml"/><Relationship Id="rId302" Type="http://schemas.openxmlformats.org/officeDocument/2006/relationships/customXml" Target="../ink/ink150.xml"/><Relationship Id="rId323" Type="http://schemas.openxmlformats.org/officeDocument/2006/relationships/image" Target="../media/image161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62" Type="http://schemas.openxmlformats.org/officeDocument/2006/relationships/customXml" Target="../ink/ink30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225" Type="http://schemas.openxmlformats.org/officeDocument/2006/relationships/image" Target="../media/image112.png"/><Relationship Id="rId246" Type="http://schemas.openxmlformats.org/officeDocument/2006/relationships/customXml" Target="../ink/ink122.xml"/><Relationship Id="rId267" Type="http://schemas.openxmlformats.org/officeDocument/2006/relationships/image" Target="../media/image133.png"/><Relationship Id="rId288" Type="http://schemas.openxmlformats.org/officeDocument/2006/relationships/customXml" Target="../ink/ink143.xml"/><Relationship Id="rId106" Type="http://schemas.openxmlformats.org/officeDocument/2006/relationships/customXml" Target="../ink/ink52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52" Type="http://schemas.openxmlformats.org/officeDocument/2006/relationships/customXml" Target="../ink/ink25.xml"/><Relationship Id="rId73" Type="http://schemas.openxmlformats.org/officeDocument/2006/relationships/image" Target="../media/image36.png"/><Relationship Id="rId94" Type="http://schemas.openxmlformats.org/officeDocument/2006/relationships/customXml" Target="../ink/ink46.xml"/><Relationship Id="rId148" Type="http://schemas.openxmlformats.org/officeDocument/2006/relationships/customXml" Target="../ink/ink73.xml"/><Relationship Id="rId169" Type="http://schemas.openxmlformats.org/officeDocument/2006/relationships/image" Target="../media/image84.png"/><Relationship Id="rId4" Type="http://schemas.openxmlformats.org/officeDocument/2006/relationships/customXml" Target="../ink/ink1.xml"/><Relationship Id="rId180" Type="http://schemas.openxmlformats.org/officeDocument/2006/relationships/customXml" Target="../ink/ink89.xml"/><Relationship Id="rId215" Type="http://schemas.openxmlformats.org/officeDocument/2006/relationships/image" Target="../media/image107.png"/><Relationship Id="rId236" Type="http://schemas.openxmlformats.org/officeDocument/2006/relationships/customXml" Target="../ink/ink117.xml"/><Relationship Id="rId257" Type="http://schemas.openxmlformats.org/officeDocument/2006/relationships/image" Target="../media/image128.png"/><Relationship Id="rId278" Type="http://schemas.openxmlformats.org/officeDocument/2006/relationships/customXml" Target="../ink/ink138.xml"/><Relationship Id="rId303" Type="http://schemas.openxmlformats.org/officeDocument/2006/relationships/image" Target="../media/image151.png"/><Relationship Id="rId42" Type="http://schemas.openxmlformats.org/officeDocument/2006/relationships/customXml" Target="../ink/ink20.xml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6.xml"/><Relationship Id="rId95" Type="http://schemas.openxmlformats.org/officeDocument/2006/relationships/image" Target="../media/image47.png"/><Relationship Id="rId160" Type="http://schemas.openxmlformats.org/officeDocument/2006/relationships/customXml" Target="../ink/ink79.xml"/><Relationship Id="rId216" Type="http://schemas.openxmlformats.org/officeDocument/2006/relationships/customXml" Target="../ink/ink107.xml"/><Relationship Id="rId258" Type="http://schemas.openxmlformats.org/officeDocument/2006/relationships/customXml" Target="../ink/ink128.xml"/><Relationship Id="rId22" Type="http://schemas.openxmlformats.org/officeDocument/2006/relationships/customXml" Target="../ink/ink10.xml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325" Type="http://schemas.openxmlformats.org/officeDocument/2006/relationships/image" Target="../media/image162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39.xml"/><Relationship Id="rId75" Type="http://schemas.openxmlformats.org/officeDocument/2006/relationships/image" Target="../media/image37.png"/><Relationship Id="rId140" Type="http://schemas.openxmlformats.org/officeDocument/2006/relationships/customXml" Target="../ink/ink69.xml"/><Relationship Id="rId182" Type="http://schemas.openxmlformats.org/officeDocument/2006/relationships/customXml" Target="../ink/ink90.xml"/><Relationship Id="rId6" Type="http://schemas.openxmlformats.org/officeDocument/2006/relationships/customXml" Target="../ink/ink2.xml"/><Relationship Id="rId238" Type="http://schemas.openxmlformats.org/officeDocument/2006/relationships/customXml" Target="../ink/ink118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44" Type="http://schemas.openxmlformats.org/officeDocument/2006/relationships/customXml" Target="../ink/ink21.xml"/><Relationship Id="rId86" Type="http://schemas.openxmlformats.org/officeDocument/2006/relationships/customXml" Target="../ink/ink42.xml"/><Relationship Id="rId151" Type="http://schemas.openxmlformats.org/officeDocument/2006/relationships/image" Target="../media/image7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29.xml"/><Relationship Id="rId316" Type="http://schemas.openxmlformats.org/officeDocument/2006/relationships/customXml" Target="../ink/ink157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59.xml"/><Relationship Id="rId162" Type="http://schemas.openxmlformats.org/officeDocument/2006/relationships/customXml" Target="../ink/ink80.xml"/><Relationship Id="rId218" Type="http://schemas.openxmlformats.org/officeDocument/2006/relationships/customXml" Target="../ink/ink108.xml"/><Relationship Id="rId271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9E718-6957-B8E8-1449-31C918ED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89" name="図 188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C715696-9AE3-AAAF-50D5-052D76014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grpSp>
        <p:nvGrpSpPr>
          <p:cNvPr id="234" name="グループ化 233">
            <a:extLst>
              <a:ext uri="{FF2B5EF4-FFF2-40B4-BE49-F238E27FC236}">
                <a16:creationId xmlns:a16="http://schemas.microsoft.com/office/drawing/2014/main" id="{5966414E-EA9B-3B6C-2EEB-3B223527602D}"/>
              </a:ext>
            </a:extLst>
          </p:cNvPr>
          <p:cNvGrpSpPr/>
          <p:nvPr/>
        </p:nvGrpSpPr>
        <p:grpSpPr>
          <a:xfrm>
            <a:off x="3250202" y="1106531"/>
            <a:ext cx="3695602" cy="2265711"/>
            <a:chOff x="3250202" y="1106531"/>
            <a:chExt cx="3695602" cy="226571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8" name="インク 197">
                  <a:extLst>
                    <a:ext uri="{FF2B5EF4-FFF2-40B4-BE49-F238E27FC236}">
                      <a16:creationId xmlns:a16="http://schemas.microsoft.com/office/drawing/2014/main" id="{FEE9922F-F8BE-C035-9541-76568AB91099}"/>
                    </a:ext>
                  </a:extLst>
                </p14:cNvPr>
                <p14:cNvContentPartPr/>
                <p14:nvPr/>
              </p14:nvContentPartPr>
              <p14:xfrm>
                <a:off x="6605964" y="1285451"/>
                <a:ext cx="339840" cy="299880"/>
              </p14:xfrm>
            </p:contentPart>
          </mc:Choice>
          <mc:Fallback>
            <p:pic>
              <p:nvPicPr>
                <p:cNvPr id="198" name="インク 197">
                  <a:extLst>
                    <a:ext uri="{FF2B5EF4-FFF2-40B4-BE49-F238E27FC236}">
                      <a16:creationId xmlns:a16="http://schemas.microsoft.com/office/drawing/2014/main" id="{FEE9922F-F8BE-C035-9541-76568AB910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96964" y="1276451"/>
                  <a:ext cx="3574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6" name="インク 205">
                  <a:extLst>
                    <a:ext uri="{FF2B5EF4-FFF2-40B4-BE49-F238E27FC236}">
                      <a16:creationId xmlns:a16="http://schemas.microsoft.com/office/drawing/2014/main" id="{6D00BA73-977B-EF1C-9961-449292234090}"/>
                    </a:ext>
                  </a:extLst>
                </p14:cNvPr>
                <p14:cNvContentPartPr/>
                <p14:nvPr/>
              </p14:nvContentPartPr>
              <p14:xfrm>
                <a:off x="6265044" y="1160891"/>
                <a:ext cx="137160" cy="147600"/>
              </p14:xfrm>
            </p:contentPart>
          </mc:Choice>
          <mc:Fallback>
            <p:pic>
              <p:nvPicPr>
                <p:cNvPr id="206" name="インク 205">
                  <a:extLst>
                    <a:ext uri="{FF2B5EF4-FFF2-40B4-BE49-F238E27FC236}">
                      <a16:creationId xmlns:a16="http://schemas.microsoft.com/office/drawing/2014/main" id="{6D00BA73-977B-EF1C-9961-4492922340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56404" y="1152251"/>
                  <a:ext cx="154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1" name="インク 220">
                  <a:extLst>
                    <a:ext uri="{FF2B5EF4-FFF2-40B4-BE49-F238E27FC236}">
                      <a16:creationId xmlns:a16="http://schemas.microsoft.com/office/drawing/2014/main" id="{846B7F84-A761-7520-4BD4-094A66C5635A}"/>
                    </a:ext>
                  </a:extLst>
                </p14:cNvPr>
                <p14:cNvContentPartPr/>
                <p14:nvPr/>
              </p14:nvContentPartPr>
              <p14:xfrm>
                <a:off x="6180804" y="1106531"/>
                <a:ext cx="293400" cy="297000"/>
              </p14:xfrm>
            </p:contentPart>
          </mc:Choice>
          <mc:Fallback>
            <p:pic>
              <p:nvPicPr>
                <p:cNvPr id="221" name="インク 220">
                  <a:extLst>
                    <a:ext uri="{FF2B5EF4-FFF2-40B4-BE49-F238E27FC236}">
                      <a16:creationId xmlns:a16="http://schemas.microsoft.com/office/drawing/2014/main" id="{846B7F84-A761-7520-4BD4-094A66C563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71804" y="1097891"/>
                  <a:ext cx="3110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2" name="インク 231">
                  <a:extLst>
                    <a:ext uri="{FF2B5EF4-FFF2-40B4-BE49-F238E27FC236}">
                      <a16:creationId xmlns:a16="http://schemas.microsoft.com/office/drawing/2014/main" id="{846372DC-01D1-217A-DEA8-22F5A220B04D}"/>
                    </a:ext>
                  </a:extLst>
                </p14:cNvPr>
                <p14:cNvContentPartPr/>
                <p14:nvPr/>
              </p14:nvContentPartPr>
              <p14:xfrm>
                <a:off x="3250202" y="1512842"/>
                <a:ext cx="3374280" cy="1833120"/>
              </p14:xfrm>
            </p:contentPart>
          </mc:Choice>
          <mc:Fallback>
            <p:pic>
              <p:nvPicPr>
                <p:cNvPr id="232" name="インク 231">
                  <a:extLst>
                    <a:ext uri="{FF2B5EF4-FFF2-40B4-BE49-F238E27FC236}">
                      <a16:creationId xmlns:a16="http://schemas.microsoft.com/office/drawing/2014/main" id="{846372DC-01D1-217A-DEA8-22F5A220B04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41202" y="1503842"/>
                  <a:ext cx="3391920" cy="18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3" name="インク 232">
                  <a:extLst>
                    <a:ext uri="{FF2B5EF4-FFF2-40B4-BE49-F238E27FC236}">
                      <a16:creationId xmlns:a16="http://schemas.microsoft.com/office/drawing/2014/main" id="{5BD47627-E612-AB6B-7802-E8389502ED66}"/>
                    </a:ext>
                  </a:extLst>
                </p14:cNvPr>
                <p14:cNvContentPartPr/>
                <p14:nvPr/>
              </p14:nvContentPartPr>
              <p14:xfrm>
                <a:off x="3304562" y="3073082"/>
                <a:ext cx="227160" cy="299160"/>
              </p14:xfrm>
            </p:contentPart>
          </mc:Choice>
          <mc:Fallback>
            <p:pic>
              <p:nvPicPr>
                <p:cNvPr id="233" name="インク 232">
                  <a:extLst>
                    <a:ext uri="{FF2B5EF4-FFF2-40B4-BE49-F238E27FC236}">
                      <a16:creationId xmlns:a16="http://schemas.microsoft.com/office/drawing/2014/main" id="{5BD47627-E612-AB6B-7802-E8389502ED6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95922" y="3064082"/>
                  <a:ext cx="24480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グループ化 257">
            <a:extLst>
              <a:ext uri="{FF2B5EF4-FFF2-40B4-BE49-F238E27FC236}">
                <a16:creationId xmlns:a16="http://schemas.microsoft.com/office/drawing/2014/main" id="{EA4B1539-A383-3BA9-D953-D3D8EE9C0A78}"/>
              </a:ext>
            </a:extLst>
          </p:cNvPr>
          <p:cNvGrpSpPr/>
          <p:nvPr/>
        </p:nvGrpSpPr>
        <p:grpSpPr>
          <a:xfrm>
            <a:off x="3800642" y="3502979"/>
            <a:ext cx="2712245" cy="1108743"/>
            <a:chOff x="3800642" y="3502979"/>
            <a:chExt cx="2712245" cy="110874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0" name="インク 189">
                  <a:extLst>
                    <a:ext uri="{FF2B5EF4-FFF2-40B4-BE49-F238E27FC236}">
                      <a16:creationId xmlns:a16="http://schemas.microsoft.com/office/drawing/2014/main" id="{E4A48CB1-7803-020E-3403-6AC9E76D432E}"/>
                    </a:ext>
                  </a:extLst>
                </p14:cNvPr>
                <p14:cNvContentPartPr/>
                <p14:nvPr/>
              </p14:nvContentPartPr>
              <p14:xfrm>
                <a:off x="4833127" y="3660659"/>
                <a:ext cx="55440" cy="180720"/>
              </p14:xfrm>
            </p:contentPart>
          </mc:Choice>
          <mc:Fallback>
            <p:pic>
              <p:nvPicPr>
                <p:cNvPr id="190" name="インク 189">
                  <a:extLst>
                    <a:ext uri="{FF2B5EF4-FFF2-40B4-BE49-F238E27FC236}">
                      <a16:creationId xmlns:a16="http://schemas.microsoft.com/office/drawing/2014/main" id="{E4A48CB1-7803-020E-3403-6AC9E76D43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24127" y="3651659"/>
                  <a:ext cx="73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1" name="インク 190">
                  <a:extLst>
                    <a:ext uri="{FF2B5EF4-FFF2-40B4-BE49-F238E27FC236}">
                      <a16:creationId xmlns:a16="http://schemas.microsoft.com/office/drawing/2014/main" id="{04E112C0-95BC-7D95-7AC1-B02C0807C2B2}"/>
                    </a:ext>
                  </a:extLst>
                </p14:cNvPr>
                <p14:cNvContentPartPr/>
                <p14:nvPr/>
              </p14:nvContentPartPr>
              <p14:xfrm>
                <a:off x="4622887" y="3502979"/>
                <a:ext cx="415080" cy="418320"/>
              </p14:xfrm>
            </p:contentPart>
          </mc:Choice>
          <mc:Fallback>
            <p:pic>
              <p:nvPicPr>
                <p:cNvPr id="191" name="インク 190">
                  <a:extLst>
                    <a:ext uri="{FF2B5EF4-FFF2-40B4-BE49-F238E27FC236}">
                      <a16:creationId xmlns:a16="http://schemas.microsoft.com/office/drawing/2014/main" id="{04E112C0-95BC-7D95-7AC1-B02C0807C2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14247" y="3494339"/>
                  <a:ext cx="43272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3" name="インク 192">
                  <a:extLst>
                    <a:ext uri="{FF2B5EF4-FFF2-40B4-BE49-F238E27FC236}">
                      <a16:creationId xmlns:a16="http://schemas.microsoft.com/office/drawing/2014/main" id="{2ABDA3B0-5C1F-8124-9CB6-DFA25419B188}"/>
                    </a:ext>
                  </a:extLst>
                </p14:cNvPr>
                <p14:cNvContentPartPr/>
                <p14:nvPr/>
              </p14:nvContentPartPr>
              <p14:xfrm>
                <a:off x="5050567" y="3632939"/>
                <a:ext cx="1454760" cy="318600"/>
              </p14:xfrm>
            </p:contentPart>
          </mc:Choice>
          <mc:Fallback>
            <p:pic>
              <p:nvPicPr>
                <p:cNvPr id="193" name="インク 192">
                  <a:extLst>
                    <a:ext uri="{FF2B5EF4-FFF2-40B4-BE49-F238E27FC236}">
                      <a16:creationId xmlns:a16="http://schemas.microsoft.com/office/drawing/2014/main" id="{2ABDA3B0-5C1F-8124-9CB6-DFA25419B1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41567" y="3623939"/>
                  <a:ext cx="14724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AE347B81-6717-06D5-86E3-2EB52EEC2F68}"/>
                    </a:ext>
                  </a:extLst>
                </p14:cNvPr>
                <p14:cNvContentPartPr/>
                <p14:nvPr/>
              </p14:nvContentPartPr>
              <p14:xfrm>
                <a:off x="6358807" y="3796379"/>
                <a:ext cx="154080" cy="185040"/>
              </p14:xfrm>
            </p:contentPart>
          </mc:Choice>
          <mc:Fallback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AE347B81-6717-06D5-86E3-2EB52EEC2F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49807" y="3787739"/>
                  <a:ext cx="171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5" name="インク 234">
                  <a:extLst>
                    <a:ext uri="{FF2B5EF4-FFF2-40B4-BE49-F238E27FC236}">
                      <a16:creationId xmlns:a16="http://schemas.microsoft.com/office/drawing/2014/main" id="{D04FBD7E-D9F6-DC5E-DEB7-5ED6BAA6E6FC}"/>
                    </a:ext>
                  </a:extLst>
                </p14:cNvPr>
                <p14:cNvContentPartPr/>
                <p14:nvPr/>
              </p14:nvContentPartPr>
              <p14:xfrm>
                <a:off x="3800642" y="4001522"/>
                <a:ext cx="131040" cy="44640"/>
              </p14:xfrm>
            </p:contentPart>
          </mc:Choice>
          <mc:Fallback>
            <p:pic>
              <p:nvPicPr>
                <p:cNvPr id="235" name="インク 234">
                  <a:extLst>
                    <a:ext uri="{FF2B5EF4-FFF2-40B4-BE49-F238E27FC236}">
                      <a16:creationId xmlns:a16="http://schemas.microsoft.com/office/drawing/2014/main" id="{D04FBD7E-D9F6-DC5E-DEB7-5ED6BAA6E6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1642" y="3992882"/>
                  <a:ext cx="148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6" name="インク 235">
                  <a:extLst>
                    <a:ext uri="{FF2B5EF4-FFF2-40B4-BE49-F238E27FC236}">
                      <a16:creationId xmlns:a16="http://schemas.microsoft.com/office/drawing/2014/main" id="{63F78B9C-7C66-CA6E-01D2-D41EBE0FF4EE}"/>
                    </a:ext>
                  </a:extLst>
                </p14:cNvPr>
                <p14:cNvContentPartPr/>
                <p14:nvPr/>
              </p14:nvContentPartPr>
              <p14:xfrm>
                <a:off x="3829082" y="4057682"/>
                <a:ext cx="15480" cy="158400"/>
              </p14:xfrm>
            </p:contentPart>
          </mc:Choice>
          <mc:Fallback>
            <p:pic>
              <p:nvPicPr>
                <p:cNvPr id="236" name="インク 235">
                  <a:extLst>
                    <a:ext uri="{FF2B5EF4-FFF2-40B4-BE49-F238E27FC236}">
                      <a16:creationId xmlns:a16="http://schemas.microsoft.com/office/drawing/2014/main" id="{63F78B9C-7C66-CA6E-01D2-D41EBE0FF4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20082" y="4049042"/>
                  <a:ext cx="33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7" name="インク 236">
                  <a:extLst>
                    <a:ext uri="{FF2B5EF4-FFF2-40B4-BE49-F238E27FC236}">
                      <a16:creationId xmlns:a16="http://schemas.microsoft.com/office/drawing/2014/main" id="{D2E8AD70-1BEC-012C-B12A-60BACFF367F5}"/>
                    </a:ext>
                  </a:extLst>
                </p14:cNvPr>
                <p14:cNvContentPartPr/>
                <p14:nvPr/>
              </p14:nvContentPartPr>
              <p14:xfrm>
                <a:off x="3854282" y="4115642"/>
                <a:ext cx="76680" cy="28800"/>
              </p14:xfrm>
            </p:contentPart>
          </mc:Choice>
          <mc:Fallback>
            <p:pic>
              <p:nvPicPr>
                <p:cNvPr id="237" name="インク 236">
                  <a:extLst>
                    <a:ext uri="{FF2B5EF4-FFF2-40B4-BE49-F238E27FC236}">
                      <a16:creationId xmlns:a16="http://schemas.microsoft.com/office/drawing/2014/main" id="{D2E8AD70-1BEC-012C-B12A-60BACFF367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45642" y="4107002"/>
                  <a:ext cx="94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8" name="インク 237">
                  <a:extLst>
                    <a:ext uri="{FF2B5EF4-FFF2-40B4-BE49-F238E27FC236}">
                      <a16:creationId xmlns:a16="http://schemas.microsoft.com/office/drawing/2014/main" id="{F64D3DFB-86E7-6308-B089-3C32ED3A94BA}"/>
                    </a:ext>
                  </a:extLst>
                </p14:cNvPr>
                <p14:cNvContentPartPr/>
                <p14:nvPr/>
              </p14:nvContentPartPr>
              <p14:xfrm>
                <a:off x="3860042" y="4197002"/>
                <a:ext cx="101160" cy="27720"/>
              </p14:xfrm>
            </p:contentPart>
          </mc:Choice>
          <mc:Fallback>
            <p:pic>
              <p:nvPicPr>
                <p:cNvPr id="238" name="インク 237">
                  <a:extLst>
                    <a:ext uri="{FF2B5EF4-FFF2-40B4-BE49-F238E27FC236}">
                      <a16:creationId xmlns:a16="http://schemas.microsoft.com/office/drawing/2014/main" id="{F64D3DFB-86E7-6308-B089-3C32ED3A94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51402" y="4188362"/>
                  <a:ext cx="118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9" name="インク 238">
                  <a:extLst>
                    <a:ext uri="{FF2B5EF4-FFF2-40B4-BE49-F238E27FC236}">
                      <a16:creationId xmlns:a16="http://schemas.microsoft.com/office/drawing/2014/main" id="{A127BEC8-D8F5-A9FC-0C73-616B26B9EB14}"/>
                    </a:ext>
                  </a:extLst>
                </p14:cNvPr>
                <p14:cNvContentPartPr/>
                <p14:nvPr/>
              </p14:nvContentPartPr>
              <p14:xfrm>
                <a:off x="3976322" y="4114562"/>
                <a:ext cx="84600" cy="56160"/>
              </p14:xfrm>
            </p:contentPart>
          </mc:Choice>
          <mc:Fallback>
            <p:pic>
              <p:nvPicPr>
                <p:cNvPr id="239" name="インク 238">
                  <a:extLst>
                    <a:ext uri="{FF2B5EF4-FFF2-40B4-BE49-F238E27FC236}">
                      <a16:creationId xmlns:a16="http://schemas.microsoft.com/office/drawing/2014/main" id="{A127BEC8-D8F5-A9FC-0C73-616B26B9EB1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67322" y="4105562"/>
                  <a:ext cx="1022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0" name="インク 239">
                  <a:extLst>
                    <a:ext uri="{FF2B5EF4-FFF2-40B4-BE49-F238E27FC236}">
                      <a16:creationId xmlns:a16="http://schemas.microsoft.com/office/drawing/2014/main" id="{4E89C89F-0320-469B-7F18-5EDC74309DBE}"/>
                    </a:ext>
                  </a:extLst>
                </p14:cNvPr>
                <p14:cNvContentPartPr/>
                <p14:nvPr/>
              </p14:nvContentPartPr>
              <p14:xfrm>
                <a:off x="3988562" y="4090802"/>
                <a:ext cx="65880" cy="88560"/>
              </p14:xfrm>
            </p:contentPart>
          </mc:Choice>
          <mc:Fallback>
            <p:pic>
              <p:nvPicPr>
                <p:cNvPr id="240" name="インク 239">
                  <a:extLst>
                    <a:ext uri="{FF2B5EF4-FFF2-40B4-BE49-F238E27FC236}">
                      <a16:creationId xmlns:a16="http://schemas.microsoft.com/office/drawing/2014/main" id="{4E89C89F-0320-469B-7F18-5EDC74309D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79562" y="4081802"/>
                  <a:ext cx="83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1" name="インク 240">
                  <a:extLst>
                    <a:ext uri="{FF2B5EF4-FFF2-40B4-BE49-F238E27FC236}">
                      <a16:creationId xmlns:a16="http://schemas.microsoft.com/office/drawing/2014/main" id="{A4D9F101-7E1A-DEAD-7C44-466A1762D8D0}"/>
                    </a:ext>
                  </a:extLst>
                </p14:cNvPr>
                <p14:cNvContentPartPr/>
                <p14:nvPr/>
              </p14:nvContentPartPr>
              <p14:xfrm>
                <a:off x="4101602" y="4081442"/>
                <a:ext cx="14040" cy="206640"/>
              </p14:xfrm>
            </p:contentPart>
          </mc:Choice>
          <mc:Fallback>
            <p:pic>
              <p:nvPicPr>
                <p:cNvPr id="241" name="インク 240">
                  <a:extLst>
                    <a:ext uri="{FF2B5EF4-FFF2-40B4-BE49-F238E27FC236}">
                      <a16:creationId xmlns:a16="http://schemas.microsoft.com/office/drawing/2014/main" id="{A4D9F101-7E1A-DEAD-7C44-466A1762D8D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2962" y="4072802"/>
                  <a:ext cx="31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2" name="インク 241">
                  <a:extLst>
                    <a:ext uri="{FF2B5EF4-FFF2-40B4-BE49-F238E27FC236}">
                      <a16:creationId xmlns:a16="http://schemas.microsoft.com/office/drawing/2014/main" id="{41BE9AE6-EF41-A4A5-635C-A4D15EDDA06A}"/>
                    </a:ext>
                  </a:extLst>
                </p14:cNvPr>
                <p14:cNvContentPartPr/>
                <p14:nvPr/>
              </p14:nvContentPartPr>
              <p14:xfrm>
                <a:off x="4101242" y="4125722"/>
                <a:ext cx="73800" cy="67680"/>
              </p14:xfrm>
            </p:contentPart>
          </mc:Choice>
          <mc:Fallback>
            <p:pic>
              <p:nvPicPr>
                <p:cNvPr id="242" name="インク 241">
                  <a:extLst>
                    <a:ext uri="{FF2B5EF4-FFF2-40B4-BE49-F238E27FC236}">
                      <a16:creationId xmlns:a16="http://schemas.microsoft.com/office/drawing/2014/main" id="{41BE9AE6-EF41-A4A5-635C-A4D15EDDA0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92242" y="4117082"/>
                  <a:ext cx="91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3" name="インク 242">
                  <a:extLst>
                    <a:ext uri="{FF2B5EF4-FFF2-40B4-BE49-F238E27FC236}">
                      <a16:creationId xmlns:a16="http://schemas.microsoft.com/office/drawing/2014/main" id="{932204D6-42F1-3712-4734-937F3B5F83C1}"/>
                    </a:ext>
                  </a:extLst>
                </p14:cNvPr>
                <p14:cNvContentPartPr/>
                <p14:nvPr/>
              </p14:nvContentPartPr>
              <p14:xfrm>
                <a:off x="4222202" y="3940682"/>
                <a:ext cx="11520" cy="253800"/>
              </p14:xfrm>
            </p:contentPart>
          </mc:Choice>
          <mc:Fallback>
            <p:pic>
              <p:nvPicPr>
                <p:cNvPr id="243" name="インク 242">
                  <a:extLst>
                    <a:ext uri="{FF2B5EF4-FFF2-40B4-BE49-F238E27FC236}">
                      <a16:creationId xmlns:a16="http://schemas.microsoft.com/office/drawing/2014/main" id="{932204D6-42F1-3712-4734-937F3B5F83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13202" y="3932042"/>
                  <a:ext cx="29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4" name="インク 243">
                  <a:extLst>
                    <a:ext uri="{FF2B5EF4-FFF2-40B4-BE49-F238E27FC236}">
                      <a16:creationId xmlns:a16="http://schemas.microsoft.com/office/drawing/2014/main" id="{3B7FAE62-3631-8F58-7F65-E7B6B05B010F}"/>
                    </a:ext>
                  </a:extLst>
                </p14:cNvPr>
                <p14:cNvContentPartPr/>
                <p14:nvPr/>
              </p14:nvContentPartPr>
              <p14:xfrm>
                <a:off x="4283402" y="4100162"/>
                <a:ext cx="48960" cy="76680"/>
              </p14:xfrm>
            </p:contentPart>
          </mc:Choice>
          <mc:Fallback>
            <p:pic>
              <p:nvPicPr>
                <p:cNvPr id="244" name="インク 243">
                  <a:extLst>
                    <a:ext uri="{FF2B5EF4-FFF2-40B4-BE49-F238E27FC236}">
                      <a16:creationId xmlns:a16="http://schemas.microsoft.com/office/drawing/2014/main" id="{3B7FAE62-3631-8F58-7F65-E7B6B05B010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74762" y="4091162"/>
                  <a:ext cx="666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5" name="インク 244">
                  <a:extLst>
                    <a:ext uri="{FF2B5EF4-FFF2-40B4-BE49-F238E27FC236}">
                      <a16:creationId xmlns:a16="http://schemas.microsoft.com/office/drawing/2014/main" id="{9798391F-B1BB-FE0C-E38B-D885A0960712}"/>
                    </a:ext>
                  </a:extLst>
                </p14:cNvPr>
                <p14:cNvContentPartPr/>
                <p14:nvPr/>
              </p14:nvContentPartPr>
              <p14:xfrm>
                <a:off x="4362602" y="4065962"/>
                <a:ext cx="99720" cy="121320"/>
              </p14:xfrm>
            </p:contentPart>
          </mc:Choice>
          <mc:Fallback>
            <p:pic>
              <p:nvPicPr>
                <p:cNvPr id="245" name="インク 244">
                  <a:extLst>
                    <a:ext uri="{FF2B5EF4-FFF2-40B4-BE49-F238E27FC236}">
                      <a16:creationId xmlns:a16="http://schemas.microsoft.com/office/drawing/2014/main" id="{9798391F-B1BB-FE0C-E38B-D885A09607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53962" y="4057322"/>
                  <a:ext cx="117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6" name="インク 245">
                  <a:extLst>
                    <a:ext uri="{FF2B5EF4-FFF2-40B4-BE49-F238E27FC236}">
                      <a16:creationId xmlns:a16="http://schemas.microsoft.com/office/drawing/2014/main" id="{DAA16C47-DDBD-CB65-46EC-91E767E8303F}"/>
                    </a:ext>
                  </a:extLst>
                </p14:cNvPr>
                <p14:cNvContentPartPr/>
                <p14:nvPr/>
              </p14:nvContentPartPr>
              <p14:xfrm>
                <a:off x="4478882" y="4086482"/>
                <a:ext cx="90360" cy="110520"/>
              </p14:xfrm>
            </p:contentPart>
          </mc:Choice>
          <mc:Fallback>
            <p:pic>
              <p:nvPicPr>
                <p:cNvPr id="246" name="インク 245">
                  <a:extLst>
                    <a:ext uri="{FF2B5EF4-FFF2-40B4-BE49-F238E27FC236}">
                      <a16:creationId xmlns:a16="http://schemas.microsoft.com/office/drawing/2014/main" id="{DAA16C47-DDBD-CB65-46EC-91E767E830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70242" y="4077482"/>
                  <a:ext cx="108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7" name="インク 246">
                  <a:extLst>
                    <a:ext uri="{FF2B5EF4-FFF2-40B4-BE49-F238E27FC236}">
                      <a16:creationId xmlns:a16="http://schemas.microsoft.com/office/drawing/2014/main" id="{7A1FA17A-4954-063D-66F8-8506DD15CB95}"/>
                    </a:ext>
                  </a:extLst>
                </p14:cNvPr>
                <p14:cNvContentPartPr/>
                <p14:nvPr/>
              </p14:nvContentPartPr>
              <p14:xfrm>
                <a:off x="4620002" y="4071362"/>
                <a:ext cx="90360" cy="114120"/>
              </p14:xfrm>
            </p:contentPart>
          </mc:Choice>
          <mc:Fallback>
            <p:pic>
              <p:nvPicPr>
                <p:cNvPr id="247" name="インク 246">
                  <a:extLst>
                    <a:ext uri="{FF2B5EF4-FFF2-40B4-BE49-F238E27FC236}">
                      <a16:creationId xmlns:a16="http://schemas.microsoft.com/office/drawing/2014/main" id="{7A1FA17A-4954-063D-66F8-8506DD15CB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11002" y="4062722"/>
                  <a:ext cx="108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9" name="インク 248">
                  <a:extLst>
                    <a:ext uri="{FF2B5EF4-FFF2-40B4-BE49-F238E27FC236}">
                      <a16:creationId xmlns:a16="http://schemas.microsoft.com/office/drawing/2014/main" id="{DE98D1BD-8655-8F31-B766-3FDC173A01DC}"/>
                    </a:ext>
                  </a:extLst>
                </p14:cNvPr>
                <p14:cNvContentPartPr/>
                <p14:nvPr/>
              </p14:nvContentPartPr>
              <p14:xfrm>
                <a:off x="4771922" y="4021322"/>
                <a:ext cx="83160" cy="49320"/>
              </p14:xfrm>
            </p:contentPart>
          </mc:Choice>
          <mc:Fallback>
            <p:pic>
              <p:nvPicPr>
                <p:cNvPr id="249" name="インク 248">
                  <a:extLst>
                    <a:ext uri="{FF2B5EF4-FFF2-40B4-BE49-F238E27FC236}">
                      <a16:creationId xmlns:a16="http://schemas.microsoft.com/office/drawing/2014/main" id="{DE98D1BD-8655-8F31-B766-3FDC173A01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922" y="4012682"/>
                  <a:ext cx="100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0" name="インク 249">
                  <a:extLst>
                    <a:ext uri="{FF2B5EF4-FFF2-40B4-BE49-F238E27FC236}">
                      <a16:creationId xmlns:a16="http://schemas.microsoft.com/office/drawing/2014/main" id="{6A9C3667-102E-B402-822E-BD9B88C3E475}"/>
                    </a:ext>
                  </a:extLst>
                </p14:cNvPr>
                <p14:cNvContentPartPr/>
                <p14:nvPr/>
              </p14:nvContentPartPr>
              <p14:xfrm>
                <a:off x="4802162" y="4017722"/>
                <a:ext cx="84240" cy="199440"/>
              </p14:xfrm>
            </p:contentPart>
          </mc:Choice>
          <mc:Fallback>
            <p:pic>
              <p:nvPicPr>
                <p:cNvPr id="250" name="インク 249">
                  <a:extLst>
                    <a:ext uri="{FF2B5EF4-FFF2-40B4-BE49-F238E27FC236}">
                      <a16:creationId xmlns:a16="http://schemas.microsoft.com/office/drawing/2014/main" id="{6A9C3667-102E-B402-822E-BD9B88C3E4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93162" y="4009082"/>
                  <a:ext cx="101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51" name="インク 250">
                  <a:extLst>
                    <a:ext uri="{FF2B5EF4-FFF2-40B4-BE49-F238E27FC236}">
                      <a16:creationId xmlns:a16="http://schemas.microsoft.com/office/drawing/2014/main" id="{604FBEE7-6EDF-706E-E64F-D0F082516B45}"/>
                    </a:ext>
                  </a:extLst>
                </p14:cNvPr>
                <p14:cNvContentPartPr/>
                <p14:nvPr/>
              </p14:nvContentPartPr>
              <p14:xfrm>
                <a:off x="4176842" y="4401842"/>
                <a:ext cx="20520" cy="208080"/>
              </p14:xfrm>
            </p:contentPart>
          </mc:Choice>
          <mc:Fallback>
            <p:pic>
              <p:nvPicPr>
                <p:cNvPr id="251" name="インク 250">
                  <a:extLst>
                    <a:ext uri="{FF2B5EF4-FFF2-40B4-BE49-F238E27FC236}">
                      <a16:creationId xmlns:a16="http://schemas.microsoft.com/office/drawing/2014/main" id="{604FBEE7-6EDF-706E-E64F-D0F082516B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68202" y="4392842"/>
                  <a:ext cx="38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52" name="インク 251">
                  <a:extLst>
                    <a:ext uri="{FF2B5EF4-FFF2-40B4-BE49-F238E27FC236}">
                      <a16:creationId xmlns:a16="http://schemas.microsoft.com/office/drawing/2014/main" id="{509849DE-C871-A030-9207-E0F31245F816}"/>
                    </a:ext>
                  </a:extLst>
                </p14:cNvPr>
                <p14:cNvContentPartPr/>
                <p14:nvPr/>
              </p14:nvContentPartPr>
              <p14:xfrm>
                <a:off x="4249562" y="4310762"/>
                <a:ext cx="222840" cy="300960"/>
              </p14:xfrm>
            </p:contentPart>
          </mc:Choice>
          <mc:Fallback>
            <p:pic>
              <p:nvPicPr>
                <p:cNvPr id="252" name="インク 251">
                  <a:extLst>
                    <a:ext uri="{FF2B5EF4-FFF2-40B4-BE49-F238E27FC236}">
                      <a16:creationId xmlns:a16="http://schemas.microsoft.com/office/drawing/2014/main" id="{509849DE-C871-A030-9207-E0F31245F8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40562" y="4302122"/>
                  <a:ext cx="2404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53" name="インク 252">
                  <a:extLst>
                    <a:ext uri="{FF2B5EF4-FFF2-40B4-BE49-F238E27FC236}">
                      <a16:creationId xmlns:a16="http://schemas.microsoft.com/office/drawing/2014/main" id="{3DB34635-4243-69BB-0317-A90A2EE2E591}"/>
                    </a:ext>
                  </a:extLst>
                </p14:cNvPr>
                <p14:cNvContentPartPr/>
                <p14:nvPr/>
              </p14:nvContentPartPr>
              <p14:xfrm>
                <a:off x="4245602" y="4478522"/>
                <a:ext cx="126000" cy="50760"/>
              </p14:xfrm>
            </p:contentPart>
          </mc:Choice>
          <mc:Fallback>
            <p:pic>
              <p:nvPicPr>
                <p:cNvPr id="253" name="インク 252">
                  <a:extLst>
                    <a:ext uri="{FF2B5EF4-FFF2-40B4-BE49-F238E27FC236}">
                      <a16:creationId xmlns:a16="http://schemas.microsoft.com/office/drawing/2014/main" id="{3DB34635-4243-69BB-0317-A90A2EE2E5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36962" y="4469882"/>
                  <a:ext cx="143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54" name="インク 253">
                  <a:extLst>
                    <a:ext uri="{FF2B5EF4-FFF2-40B4-BE49-F238E27FC236}">
                      <a16:creationId xmlns:a16="http://schemas.microsoft.com/office/drawing/2014/main" id="{BD62931F-21FA-5858-2284-769C642D3D33}"/>
                    </a:ext>
                  </a:extLst>
                </p14:cNvPr>
                <p14:cNvContentPartPr/>
                <p14:nvPr/>
              </p14:nvContentPartPr>
              <p14:xfrm>
                <a:off x="4265042" y="4518842"/>
                <a:ext cx="118440" cy="39960"/>
              </p14:xfrm>
            </p:contentPart>
          </mc:Choice>
          <mc:Fallback>
            <p:pic>
              <p:nvPicPr>
                <p:cNvPr id="254" name="インク 253">
                  <a:extLst>
                    <a:ext uri="{FF2B5EF4-FFF2-40B4-BE49-F238E27FC236}">
                      <a16:creationId xmlns:a16="http://schemas.microsoft.com/office/drawing/2014/main" id="{BD62931F-21FA-5858-2284-769C642D3D3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56402" y="4509842"/>
                  <a:ext cx="136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B71CA788-98F5-7940-8D32-2B0FCAF8DFA5}"/>
                    </a:ext>
                  </a:extLst>
                </p14:cNvPr>
                <p14:cNvContentPartPr/>
                <p14:nvPr/>
              </p14:nvContentPartPr>
              <p14:xfrm>
                <a:off x="4287362" y="4526042"/>
                <a:ext cx="16560" cy="66600"/>
              </p14:xfrm>
            </p:contentPart>
          </mc:Choice>
          <mc:Fallback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B71CA788-98F5-7940-8D32-2B0FCAF8DF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78362" y="4517402"/>
                  <a:ext cx="34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6" name="インク 255">
                  <a:extLst>
                    <a:ext uri="{FF2B5EF4-FFF2-40B4-BE49-F238E27FC236}">
                      <a16:creationId xmlns:a16="http://schemas.microsoft.com/office/drawing/2014/main" id="{CD54F756-4708-2194-0080-DC1552EC991E}"/>
                    </a:ext>
                  </a:extLst>
                </p14:cNvPr>
                <p14:cNvContentPartPr/>
                <p14:nvPr/>
              </p14:nvContentPartPr>
              <p14:xfrm>
                <a:off x="4337042" y="4506962"/>
                <a:ext cx="23040" cy="102600"/>
              </p14:xfrm>
            </p:contentPart>
          </mc:Choice>
          <mc:Fallback>
            <p:pic>
              <p:nvPicPr>
                <p:cNvPr id="256" name="インク 255">
                  <a:extLst>
                    <a:ext uri="{FF2B5EF4-FFF2-40B4-BE49-F238E27FC236}">
                      <a16:creationId xmlns:a16="http://schemas.microsoft.com/office/drawing/2014/main" id="{CD54F756-4708-2194-0080-DC1552EC991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28402" y="4497962"/>
                  <a:ext cx="406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57" name="インク 256">
                  <a:extLst>
                    <a:ext uri="{FF2B5EF4-FFF2-40B4-BE49-F238E27FC236}">
                      <a16:creationId xmlns:a16="http://schemas.microsoft.com/office/drawing/2014/main" id="{93C364B2-E150-7CD1-EBAC-A288BB38AA50}"/>
                    </a:ext>
                  </a:extLst>
                </p14:cNvPr>
                <p14:cNvContentPartPr/>
                <p14:nvPr/>
              </p14:nvContentPartPr>
              <p14:xfrm>
                <a:off x="4535762" y="4392122"/>
                <a:ext cx="122760" cy="154800"/>
              </p14:xfrm>
            </p:contentPart>
          </mc:Choice>
          <mc:Fallback>
            <p:pic>
              <p:nvPicPr>
                <p:cNvPr id="257" name="インク 256">
                  <a:extLst>
                    <a:ext uri="{FF2B5EF4-FFF2-40B4-BE49-F238E27FC236}">
                      <a16:creationId xmlns:a16="http://schemas.microsoft.com/office/drawing/2014/main" id="{93C364B2-E150-7CD1-EBAC-A288BB38AA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27122" y="4383482"/>
                  <a:ext cx="1404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EB0E8124-0C00-FA2D-12AF-3BEA6CB11135}"/>
              </a:ext>
            </a:extLst>
          </p:cNvPr>
          <p:cNvGrpSpPr/>
          <p:nvPr/>
        </p:nvGrpSpPr>
        <p:grpSpPr>
          <a:xfrm>
            <a:off x="6706889" y="2073118"/>
            <a:ext cx="2351160" cy="606600"/>
            <a:chOff x="6706889" y="2073118"/>
            <a:chExt cx="2351160" cy="60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59" name="インク 258">
                  <a:extLst>
                    <a:ext uri="{FF2B5EF4-FFF2-40B4-BE49-F238E27FC236}">
                      <a16:creationId xmlns:a16="http://schemas.microsoft.com/office/drawing/2014/main" id="{701C6894-3B49-BECF-E76F-8EC03BBCD47B}"/>
                    </a:ext>
                  </a:extLst>
                </p14:cNvPr>
                <p14:cNvContentPartPr/>
                <p14:nvPr/>
              </p14:nvContentPartPr>
              <p14:xfrm>
                <a:off x="6717329" y="2190118"/>
                <a:ext cx="69120" cy="18720"/>
              </p14:xfrm>
            </p:contentPart>
          </mc:Choice>
          <mc:Fallback>
            <p:pic>
              <p:nvPicPr>
                <p:cNvPr id="259" name="インク 258">
                  <a:extLst>
                    <a:ext uri="{FF2B5EF4-FFF2-40B4-BE49-F238E27FC236}">
                      <a16:creationId xmlns:a16="http://schemas.microsoft.com/office/drawing/2014/main" id="{701C6894-3B49-BECF-E76F-8EC03BBCD4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08689" y="2181118"/>
                  <a:ext cx="86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60" name="インク 259">
                  <a:extLst>
                    <a:ext uri="{FF2B5EF4-FFF2-40B4-BE49-F238E27FC236}">
                      <a16:creationId xmlns:a16="http://schemas.microsoft.com/office/drawing/2014/main" id="{28207335-D165-C336-7A0D-A3BB9920D950}"/>
                    </a:ext>
                  </a:extLst>
                </p14:cNvPr>
                <p14:cNvContentPartPr/>
                <p14:nvPr/>
              </p14:nvContentPartPr>
              <p14:xfrm>
                <a:off x="6706889" y="2282278"/>
                <a:ext cx="106200" cy="46440"/>
              </p14:xfrm>
            </p:contentPart>
          </mc:Choice>
          <mc:Fallback>
            <p:pic>
              <p:nvPicPr>
                <p:cNvPr id="260" name="インク 259">
                  <a:extLst>
                    <a:ext uri="{FF2B5EF4-FFF2-40B4-BE49-F238E27FC236}">
                      <a16:creationId xmlns:a16="http://schemas.microsoft.com/office/drawing/2014/main" id="{28207335-D165-C336-7A0D-A3BB9920D95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98249" y="2273278"/>
                  <a:ext cx="123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61" name="インク 260">
                  <a:extLst>
                    <a:ext uri="{FF2B5EF4-FFF2-40B4-BE49-F238E27FC236}">
                      <a16:creationId xmlns:a16="http://schemas.microsoft.com/office/drawing/2014/main" id="{B40F3962-891C-F78C-F948-CC3623DBDFD1}"/>
                    </a:ext>
                  </a:extLst>
                </p14:cNvPr>
                <p14:cNvContentPartPr/>
                <p14:nvPr/>
              </p14:nvContentPartPr>
              <p14:xfrm>
                <a:off x="6886529" y="2186158"/>
                <a:ext cx="149400" cy="118800"/>
              </p14:xfrm>
            </p:contentPart>
          </mc:Choice>
          <mc:Fallback>
            <p:pic>
              <p:nvPicPr>
                <p:cNvPr id="261" name="インク 260">
                  <a:extLst>
                    <a:ext uri="{FF2B5EF4-FFF2-40B4-BE49-F238E27FC236}">
                      <a16:creationId xmlns:a16="http://schemas.microsoft.com/office/drawing/2014/main" id="{B40F3962-891C-F78C-F948-CC3623DBDFD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7889" y="2177158"/>
                  <a:ext cx="167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71" name="インク 270">
                  <a:extLst>
                    <a:ext uri="{FF2B5EF4-FFF2-40B4-BE49-F238E27FC236}">
                      <a16:creationId xmlns:a16="http://schemas.microsoft.com/office/drawing/2014/main" id="{2E75DD10-E4DA-B4F7-449B-1BCC13A5B761}"/>
                    </a:ext>
                  </a:extLst>
                </p14:cNvPr>
                <p14:cNvContentPartPr/>
                <p14:nvPr/>
              </p14:nvContentPartPr>
              <p14:xfrm>
                <a:off x="7138169" y="2140438"/>
                <a:ext cx="127080" cy="187200"/>
              </p14:xfrm>
            </p:contentPart>
          </mc:Choice>
          <mc:Fallback>
            <p:pic>
              <p:nvPicPr>
                <p:cNvPr id="271" name="インク 270">
                  <a:extLst>
                    <a:ext uri="{FF2B5EF4-FFF2-40B4-BE49-F238E27FC236}">
                      <a16:creationId xmlns:a16="http://schemas.microsoft.com/office/drawing/2014/main" id="{2E75DD10-E4DA-B4F7-449B-1BCC13A5B7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29169" y="2131798"/>
                  <a:ext cx="144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72" name="インク 271">
                  <a:extLst>
                    <a:ext uri="{FF2B5EF4-FFF2-40B4-BE49-F238E27FC236}">
                      <a16:creationId xmlns:a16="http://schemas.microsoft.com/office/drawing/2014/main" id="{989B796C-809C-0DE7-E8FF-1D4B17D4FBA3}"/>
                    </a:ext>
                  </a:extLst>
                </p14:cNvPr>
                <p14:cNvContentPartPr/>
                <p14:nvPr/>
              </p14:nvContentPartPr>
              <p14:xfrm>
                <a:off x="7303409" y="2243398"/>
                <a:ext cx="82800" cy="18000"/>
              </p14:xfrm>
            </p:contentPart>
          </mc:Choice>
          <mc:Fallback>
            <p:pic>
              <p:nvPicPr>
                <p:cNvPr id="272" name="インク 271">
                  <a:extLst>
                    <a:ext uri="{FF2B5EF4-FFF2-40B4-BE49-F238E27FC236}">
                      <a16:creationId xmlns:a16="http://schemas.microsoft.com/office/drawing/2014/main" id="{989B796C-809C-0DE7-E8FF-1D4B17D4FBA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94409" y="2234398"/>
                  <a:ext cx="100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73" name="インク 272">
                  <a:extLst>
                    <a:ext uri="{FF2B5EF4-FFF2-40B4-BE49-F238E27FC236}">
                      <a16:creationId xmlns:a16="http://schemas.microsoft.com/office/drawing/2014/main" id="{C2C8762B-31EC-EB18-8CB1-C901E988CB1A}"/>
                    </a:ext>
                  </a:extLst>
                </p14:cNvPr>
                <p14:cNvContentPartPr/>
                <p14:nvPr/>
              </p14:nvContentPartPr>
              <p14:xfrm>
                <a:off x="7356689" y="2216398"/>
                <a:ext cx="20520" cy="155520"/>
              </p14:xfrm>
            </p:contentPart>
          </mc:Choice>
          <mc:Fallback>
            <p:pic>
              <p:nvPicPr>
                <p:cNvPr id="273" name="インク 272">
                  <a:extLst>
                    <a:ext uri="{FF2B5EF4-FFF2-40B4-BE49-F238E27FC236}">
                      <a16:creationId xmlns:a16="http://schemas.microsoft.com/office/drawing/2014/main" id="{C2C8762B-31EC-EB18-8CB1-C901E988CB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48049" y="2207398"/>
                  <a:ext cx="38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74" name="インク 273">
                  <a:extLst>
                    <a:ext uri="{FF2B5EF4-FFF2-40B4-BE49-F238E27FC236}">
                      <a16:creationId xmlns:a16="http://schemas.microsoft.com/office/drawing/2014/main" id="{3F17C796-3E71-AA69-FF5C-DB13F044450D}"/>
                    </a:ext>
                  </a:extLst>
                </p14:cNvPr>
                <p14:cNvContentPartPr/>
                <p14:nvPr/>
              </p14:nvContentPartPr>
              <p14:xfrm>
                <a:off x="7296209" y="2299198"/>
                <a:ext cx="56880" cy="35280"/>
              </p14:xfrm>
            </p:contentPart>
          </mc:Choice>
          <mc:Fallback>
            <p:pic>
              <p:nvPicPr>
                <p:cNvPr id="274" name="インク 273">
                  <a:extLst>
                    <a:ext uri="{FF2B5EF4-FFF2-40B4-BE49-F238E27FC236}">
                      <a16:creationId xmlns:a16="http://schemas.microsoft.com/office/drawing/2014/main" id="{3F17C796-3E71-AA69-FF5C-DB13F04445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87209" y="2290558"/>
                  <a:ext cx="74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75" name="インク 274">
                  <a:extLst>
                    <a:ext uri="{FF2B5EF4-FFF2-40B4-BE49-F238E27FC236}">
                      <a16:creationId xmlns:a16="http://schemas.microsoft.com/office/drawing/2014/main" id="{CB9BFEC0-E720-2611-6E18-7A450470D85F}"/>
                    </a:ext>
                  </a:extLst>
                </p14:cNvPr>
                <p14:cNvContentPartPr/>
                <p14:nvPr/>
              </p14:nvContentPartPr>
              <p14:xfrm>
                <a:off x="7476929" y="2177878"/>
                <a:ext cx="27000" cy="110520"/>
              </p14:xfrm>
            </p:contentPart>
          </mc:Choice>
          <mc:Fallback>
            <p:pic>
              <p:nvPicPr>
                <p:cNvPr id="275" name="インク 274">
                  <a:extLst>
                    <a:ext uri="{FF2B5EF4-FFF2-40B4-BE49-F238E27FC236}">
                      <a16:creationId xmlns:a16="http://schemas.microsoft.com/office/drawing/2014/main" id="{CB9BFEC0-E720-2611-6E18-7A450470D8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67929" y="2169238"/>
                  <a:ext cx="44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76" name="インク 275">
                  <a:extLst>
                    <a:ext uri="{FF2B5EF4-FFF2-40B4-BE49-F238E27FC236}">
                      <a16:creationId xmlns:a16="http://schemas.microsoft.com/office/drawing/2014/main" id="{976BFF4B-3CAE-63C1-8A93-4BA06676F85B}"/>
                    </a:ext>
                  </a:extLst>
                </p14:cNvPr>
                <p14:cNvContentPartPr/>
                <p14:nvPr/>
              </p14:nvContentPartPr>
              <p14:xfrm>
                <a:off x="7554689" y="2174278"/>
                <a:ext cx="100440" cy="107640"/>
              </p14:xfrm>
            </p:contentPart>
          </mc:Choice>
          <mc:Fallback>
            <p:pic>
              <p:nvPicPr>
                <p:cNvPr id="276" name="インク 275">
                  <a:extLst>
                    <a:ext uri="{FF2B5EF4-FFF2-40B4-BE49-F238E27FC236}">
                      <a16:creationId xmlns:a16="http://schemas.microsoft.com/office/drawing/2014/main" id="{976BFF4B-3CAE-63C1-8A93-4BA06676F8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45689" y="2165278"/>
                  <a:ext cx="118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77" name="インク 276">
                  <a:extLst>
                    <a:ext uri="{FF2B5EF4-FFF2-40B4-BE49-F238E27FC236}">
                      <a16:creationId xmlns:a16="http://schemas.microsoft.com/office/drawing/2014/main" id="{DD73E462-5741-B2E9-E4D5-290A92BD3B2A}"/>
                    </a:ext>
                  </a:extLst>
                </p14:cNvPr>
                <p14:cNvContentPartPr/>
                <p14:nvPr/>
              </p14:nvContentPartPr>
              <p14:xfrm>
                <a:off x="7695809" y="2092198"/>
                <a:ext cx="101520" cy="211320"/>
              </p14:xfrm>
            </p:contentPart>
          </mc:Choice>
          <mc:Fallback>
            <p:pic>
              <p:nvPicPr>
                <p:cNvPr id="277" name="インク 276">
                  <a:extLst>
                    <a:ext uri="{FF2B5EF4-FFF2-40B4-BE49-F238E27FC236}">
                      <a16:creationId xmlns:a16="http://schemas.microsoft.com/office/drawing/2014/main" id="{DD73E462-5741-B2E9-E4D5-290A92BD3B2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87169" y="2083558"/>
                  <a:ext cx="119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78" name="インク 277">
                  <a:extLst>
                    <a:ext uri="{FF2B5EF4-FFF2-40B4-BE49-F238E27FC236}">
                      <a16:creationId xmlns:a16="http://schemas.microsoft.com/office/drawing/2014/main" id="{84B9ED33-1C21-72CE-DD64-A72523332B59}"/>
                    </a:ext>
                  </a:extLst>
                </p14:cNvPr>
                <p14:cNvContentPartPr/>
                <p14:nvPr/>
              </p14:nvContentPartPr>
              <p14:xfrm>
                <a:off x="7691129" y="2214958"/>
                <a:ext cx="95400" cy="19440"/>
              </p14:xfrm>
            </p:contentPart>
          </mc:Choice>
          <mc:Fallback>
            <p:pic>
              <p:nvPicPr>
                <p:cNvPr id="278" name="インク 277">
                  <a:extLst>
                    <a:ext uri="{FF2B5EF4-FFF2-40B4-BE49-F238E27FC236}">
                      <a16:creationId xmlns:a16="http://schemas.microsoft.com/office/drawing/2014/main" id="{84B9ED33-1C21-72CE-DD64-A72523332B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82489" y="2205958"/>
                  <a:ext cx="113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79" name="インク 278">
                  <a:extLst>
                    <a:ext uri="{FF2B5EF4-FFF2-40B4-BE49-F238E27FC236}">
                      <a16:creationId xmlns:a16="http://schemas.microsoft.com/office/drawing/2014/main" id="{7DF810FF-7B8C-23B6-3F84-3E4C1E7D2511}"/>
                    </a:ext>
                  </a:extLst>
                </p14:cNvPr>
                <p14:cNvContentPartPr/>
                <p14:nvPr/>
              </p14:nvContentPartPr>
              <p14:xfrm>
                <a:off x="7850249" y="2073118"/>
                <a:ext cx="50400" cy="9000"/>
              </p14:xfrm>
            </p:contentPart>
          </mc:Choice>
          <mc:Fallback>
            <p:pic>
              <p:nvPicPr>
                <p:cNvPr id="279" name="インク 278">
                  <a:extLst>
                    <a:ext uri="{FF2B5EF4-FFF2-40B4-BE49-F238E27FC236}">
                      <a16:creationId xmlns:a16="http://schemas.microsoft.com/office/drawing/2014/main" id="{7DF810FF-7B8C-23B6-3F84-3E4C1E7D25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41609" y="2064478"/>
                  <a:ext cx="68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80" name="インク 279">
                  <a:extLst>
                    <a:ext uri="{FF2B5EF4-FFF2-40B4-BE49-F238E27FC236}">
                      <a16:creationId xmlns:a16="http://schemas.microsoft.com/office/drawing/2014/main" id="{CD3EBEA4-1702-9398-A5F8-97C13A728413}"/>
                    </a:ext>
                  </a:extLst>
                </p14:cNvPr>
                <p14:cNvContentPartPr/>
                <p14:nvPr/>
              </p14:nvContentPartPr>
              <p14:xfrm>
                <a:off x="7899209" y="2198398"/>
                <a:ext cx="72720" cy="13320"/>
              </p14:xfrm>
            </p:contentPart>
          </mc:Choice>
          <mc:Fallback>
            <p:pic>
              <p:nvPicPr>
                <p:cNvPr id="280" name="インク 279">
                  <a:extLst>
                    <a:ext uri="{FF2B5EF4-FFF2-40B4-BE49-F238E27FC236}">
                      <a16:creationId xmlns:a16="http://schemas.microsoft.com/office/drawing/2014/main" id="{CD3EBEA4-1702-9398-A5F8-97C13A72841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90209" y="2189398"/>
                  <a:ext cx="90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82" name="インク 281">
                  <a:extLst>
                    <a:ext uri="{FF2B5EF4-FFF2-40B4-BE49-F238E27FC236}">
                      <a16:creationId xmlns:a16="http://schemas.microsoft.com/office/drawing/2014/main" id="{B8EFD1DC-21F4-CF84-61B9-6EFCE773061E}"/>
                    </a:ext>
                  </a:extLst>
                </p14:cNvPr>
                <p14:cNvContentPartPr/>
                <p14:nvPr/>
              </p14:nvContentPartPr>
              <p14:xfrm>
                <a:off x="8090369" y="2134678"/>
                <a:ext cx="151920" cy="78120"/>
              </p14:xfrm>
            </p:contentPart>
          </mc:Choice>
          <mc:Fallback>
            <p:pic>
              <p:nvPicPr>
                <p:cNvPr id="282" name="インク 281">
                  <a:extLst>
                    <a:ext uri="{FF2B5EF4-FFF2-40B4-BE49-F238E27FC236}">
                      <a16:creationId xmlns:a16="http://schemas.microsoft.com/office/drawing/2014/main" id="{B8EFD1DC-21F4-CF84-61B9-6EFCE77306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81369" y="2125678"/>
                  <a:ext cx="169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83" name="インク 282">
                  <a:extLst>
                    <a:ext uri="{FF2B5EF4-FFF2-40B4-BE49-F238E27FC236}">
                      <a16:creationId xmlns:a16="http://schemas.microsoft.com/office/drawing/2014/main" id="{3288A208-1577-5625-0159-35C3B87A3F0A}"/>
                    </a:ext>
                  </a:extLst>
                </p14:cNvPr>
                <p14:cNvContentPartPr/>
                <p14:nvPr/>
              </p14:nvContentPartPr>
              <p14:xfrm>
                <a:off x="8144009" y="2221078"/>
                <a:ext cx="63000" cy="108360"/>
              </p14:xfrm>
            </p:contentPart>
          </mc:Choice>
          <mc:Fallback>
            <p:pic>
              <p:nvPicPr>
                <p:cNvPr id="283" name="インク 282">
                  <a:extLst>
                    <a:ext uri="{FF2B5EF4-FFF2-40B4-BE49-F238E27FC236}">
                      <a16:creationId xmlns:a16="http://schemas.microsoft.com/office/drawing/2014/main" id="{3288A208-1577-5625-0159-35C3B87A3F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35009" y="2212078"/>
                  <a:ext cx="80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84" name="インク 283">
                  <a:extLst>
                    <a:ext uri="{FF2B5EF4-FFF2-40B4-BE49-F238E27FC236}">
                      <a16:creationId xmlns:a16="http://schemas.microsoft.com/office/drawing/2014/main" id="{AC87B777-273A-2B79-DFD9-D2E778EA331B}"/>
                    </a:ext>
                  </a:extLst>
                </p14:cNvPr>
                <p14:cNvContentPartPr/>
                <p14:nvPr/>
              </p14:nvContentPartPr>
              <p14:xfrm>
                <a:off x="8286569" y="2134318"/>
                <a:ext cx="118080" cy="99360"/>
              </p14:xfrm>
            </p:contentPart>
          </mc:Choice>
          <mc:Fallback>
            <p:pic>
              <p:nvPicPr>
                <p:cNvPr id="284" name="インク 283">
                  <a:extLst>
                    <a:ext uri="{FF2B5EF4-FFF2-40B4-BE49-F238E27FC236}">
                      <a16:creationId xmlns:a16="http://schemas.microsoft.com/office/drawing/2014/main" id="{AC87B777-273A-2B79-DFD9-D2E778EA33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77929" y="2125678"/>
                  <a:ext cx="135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85" name="インク 284">
                  <a:extLst>
                    <a:ext uri="{FF2B5EF4-FFF2-40B4-BE49-F238E27FC236}">
                      <a16:creationId xmlns:a16="http://schemas.microsoft.com/office/drawing/2014/main" id="{CF246032-E529-B74F-8290-601969147DD5}"/>
                    </a:ext>
                  </a:extLst>
                </p14:cNvPr>
                <p14:cNvContentPartPr/>
                <p14:nvPr/>
              </p14:nvContentPartPr>
              <p14:xfrm>
                <a:off x="8361809" y="2203438"/>
                <a:ext cx="32040" cy="105120"/>
              </p14:xfrm>
            </p:contentPart>
          </mc:Choice>
          <mc:Fallback>
            <p:pic>
              <p:nvPicPr>
                <p:cNvPr id="285" name="インク 284">
                  <a:extLst>
                    <a:ext uri="{FF2B5EF4-FFF2-40B4-BE49-F238E27FC236}">
                      <a16:creationId xmlns:a16="http://schemas.microsoft.com/office/drawing/2014/main" id="{CF246032-E529-B74F-8290-601969147D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53169" y="2194438"/>
                  <a:ext cx="49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86" name="インク 285">
                  <a:extLst>
                    <a:ext uri="{FF2B5EF4-FFF2-40B4-BE49-F238E27FC236}">
                      <a16:creationId xmlns:a16="http://schemas.microsoft.com/office/drawing/2014/main" id="{BBD189FB-97FC-8936-451F-34BA4FA0FF2E}"/>
                    </a:ext>
                  </a:extLst>
                </p14:cNvPr>
                <p14:cNvContentPartPr/>
                <p14:nvPr/>
              </p14:nvContentPartPr>
              <p14:xfrm>
                <a:off x="8477729" y="2147278"/>
                <a:ext cx="122040" cy="139320"/>
              </p14:xfrm>
            </p:contentPart>
          </mc:Choice>
          <mc:Fallback>
            <p:pic>
              <p:nvPicPr>
                <p:cNvPr id="286" name="インク 285">
                  <a:extLst>
                    <a:ext uri="{FF2B5EF4-FFF2-40B4-BE49-F238E27FC236}">
                      <a16:creationId xmlns:a16="http://schemas.microsoft.com/office/drawing/2014/main" id="{BBD189FB-97FC-8936-451F-34BA4FA0FF2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69089" y="2138278"/>
                  <a:ext cx="139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87" name="インク 286">
                  <a:extLst>
                    <a:ext uri="{FF2B5EF4-FFF2-40B4-BE49-F238E27FC236}">
                      <a16:creationId xmlns:a16="http://schemas.microsoft.com/office/drawing/2014/main" id="{BC67A667-9947-83D7-E073-C750DA884B40}"/>
                    </a:ext>
                  </a:extLst>
                </p14:cNvPr>
                <p14:cNvContentPartPr/>
                <p14:nvPr/>
              </p14:nvContentPartPr>
              <p14:xfrm>
                <a:off x="8489249" y="2291998"/>
                <a:ext cx="95400" cy="22320"/>
              </p14:xfrm>
            </p:contentPart>
          </mc:Choice>
          <mc:Fallback>
            <p:pic>
              <p:nvPicPr>
                <p:cNvPr id="287" name="インク 286">
                  <a:extLst>
                    <a:ext uri="{FF2B5EF4-FFF2-40B4-BE49-F238E27FC236}">
                      <a16:creationId xmlns:a16="http://schemas.microsoft.com/office/drawing/2014/main" id="{BC67A667-9947-83D7-E073-C750DA884B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80609" y="2283358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88" name="インク 287">
                  <a:extLst>
                    <a:ext uri="{FF2B5EF4-FFF2-40B4-BE49-F238E27FC236}">
                      <a16:creationId xmlns:a16="http://schemas.microsoft.com/office/drawing/2014/main" id="{C0D26F82-A3BD-E25A-B6F7-F8B9EAF93A03}"/>
                    </a:ext>
                  </a:extLst>
                </p14:cNvPr>
                <p14:cNvContentPartPr/>
                <p14:nvPr/>
              </p14:nvContentPartPr>
              <p14:xfrm>
                <a:off x="8689049" y="2159518"/>
                <a:ext cx="64440" cy="22320"/>
              </p14:xfrm>
            </p:contentPart>
          </mc:Choice>
          <mc:Fallback>
            <p:pic>
              <p:nvPicPr>
                <p:cNvPr id="288" name="インク 287">
                  <a:extLst>
                    <a:ext uri="{FF2B5EF4-FFF2-40B4-BE49-F238E27FC236}">
                      <a16:creationId xmlns:a16="http://schemas.microsoft.com/office/drawing/2014/main" id="{C0D26F82-A3BD-E25A-B6F7-F8B9EAF93A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80409" y="2150518"/>
                  <a:ext cx="82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89" name="インク 288">
                  <a:extLst>
                    <a:ext uri="{FF2B5EF4-FFF2-40B4-BE49-F238E27FC236}">
                      <a16:creationId xmlns:a16="http://schemas.microsoft.com/office/drawing/2014/main" id="{178F78C3-C1B6-C92B-3521-8B0DAC9E8E3E}"/>
                    </a:ext>
                  </a:extLst>
                </p14:cNvPr>
                <p14:cNvContentPartPr/>
                <p14:nvPr/>
              </p14:nvContentPartPr>
              <p14:xfrm>
                <a:off x="8691569" y="2266078"/>
                <a:ext cx="123480" cy="27720"/>
              </p14:xfrm>
            </p:contentPart>
          </mc:Choice>
          <mc:Fallback>
            <p:pic>
              <p:nvPicPr>
                <p:cNvPr id="289" name="インク 288">
                  <a:extLst>
                    <a:ext uri="{FF2B5EF4-FFF2-40B4-BE49-F238E27FC236}">
                      <a16:creationId xmlns:a16="http://schemas.microsoft.com/office/drawing/2014/main" id="{178F78C3-C1B6-C92B-3521-8B0DAC9E8E3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82569" y="2257078"/>
                  <a:ext cx="141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90" name="インク 289">
                  <a:extLst>
                    <a:ext uri="{FF2B5EF4-FFF2-40B4-BE49-F238E27FC236}">
                      <a16:creationId xmlns:a16="http://schemas.microsoft.com/office/drawing/2014/main" id="{22F6866E-5776-E11C-12A0-4D6EDCD9B2D6}"/>
                    </a:ext>
                  </a:extLst>
                </p14:cNvPr>
                <p14:cNvContentPartPr/>
                <p14:nvPr/>
              </p14:nvContentPartPr>
              <p14:xfrm>
                <a:off x="8866889" y="2152318"/>
                <a:ext cx="138960" cy="20520"/>
              </p14:xfrm>
            </p:contentPart>
          </mc:Choice>
          <mc:Fallback>
            <p:pic>
              <p:nvPicPr>
                <p:cNvPr id="290" name="インク 289">
                  <a:extLst>
                    <a:ext uri="{FF2B5EF4-FFF2-40B4-BE49-F238E27FC236}">
                      <a16:creationId xmlns:a16="http://schemas.microsoft.com/office/drawing/2014/main" id="{22F6866E-5776-E11C-12A0-4D6EDCD9B2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57889" y="2143678"/>
                  <a:ext cx="156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91" name="インク 290">
                  <a:extLst>
                    <a:ext uri="{FF2B5EF4-FFF2-40B4-BE49-F238E27FC236}">
                      <a16:creationId xmlns:a16="http://schemas.microsoft.com/office/drawing/2014/main" id="{B9AB003C-90D9-388A-3DF2-99BC49987E11}"/>
                    </a:ext>
                  </a:extLst>
                </p14:cNvPr>
                <p14:cNvContentPartPr/>
                <p14:nvPr/>
              </p14:nvContentPartPr>
              <p14:xfrm>
                <a:off x="8936369" y="2151958"/>
                <a:ext cx="84600" cy="139680"/>
              </p14:xfrm>
            </p:contentPart>
          </mc:Choice>
          <mc:Fallback>
            <p:pic>
              <p:nvPicPr>
                <p:cNvPr id="291" name="インク 290">
                  <a:extLst>
                    <a:ext uri="{FF2B5EF4-FFF2-40B4-BE49-F238E27FC236}">
                      <a16:creationId xmlns:a16="http://schemas.microsoft.com/office/drawing/2014/main" id="{B9AB003C-90D9-388A-3DF2-99BC49987E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27369" y="2142958"/>
                  <a:ext cx="102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92" name="インク 291">
                  <a:extLst>
                    <a:ext uri="{FF2B5EF4-FFF2-40B4-BE49-F238E27FC236}">
                      <a16:creationId xmlns:a16="http://schemas.microsoft.com/office/drawing/2014/main" id="{9DD314CF-E6BB-553A-06AC-945D125DB9BA}"/>
                    </a:ext>
                  </a:extLst>
                </p14:cNvPr>
                <p14:cNvContentPartPr/>
                <p14:nvPr/>
              </p14:nvContentPartPr>
              <p14:xfrm>
                <a:off x="8968049" y="2236198"/>
                <a:ext cx="90000" cy="105840"/>
              </p14:xfrm>
            </p:contentPart>
          </mc:Choice>
          <mc:Fallback>
            <p:pic>
              <p:nvPicPr>
                <p:cNvPr id="292" name="インク 291">
                  <a:extLst>
                    <a:ext uri="{FF2B5EF4-FFF2-40B4-BE49-F238E27FC236}">
                      <a16:creationId xmlns:a16="http://schemas.microsoft.com/office/drawing/2014/main" id="{9DD314CF-E6BB-553A-06AC-945D125DB9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59049" y="2227558"/>
                  <a:ext cx="107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94" name="インク 293">
                  <a:extLst>
                    <a:ext uri="{FF2B5EF4-FFF2-40B4-BE49-F238E27FC236}">
                      <a16:creationId xmlns:a16="http://schemas.microsoft.com/office/drawing/2014/main" id="{90C9E828-44B6-E554-C22A-441C380F4691}"/>
                    </a:ext>
                  </a:extLst>
                </p14:cNvPr>
                <p14:cNvContentPartPr/>
                <p14:nvPr/>
              </p14:nvContentPartPr>
              <p14:xfrm>
                <a:off x="6926129" y="2485678"/>
                <a:ext cx="19440" cy="179640"/>
              </p14:xfrm>
            </p:contentPart>
          </mc:Choice>
          <mc:Fallback>
            <p:pic>
              <p:nvPicPr>
                <p:cNvPr id="294" name="インク 293">
                  <a:extLst>
                    <a:ext uri="{FF2B5EF4-FFF2-40B4-BE49-F238E27FC236}">
                      <a16:creationId xmlns:a16="http://schemas.microsoft.com/office/drawing/2014/main" id="{90C9E828-44B6-E554-C22A-441C380F46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17129" y="2477038"/>
                  <a:ext cx="37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95" name="インク 294">
                  <a:extLst>
                    <a:ext uri="{FF2B5EF4-FFF2-40B4-BE49-F238E27FC236}">
                      <a16:creationId xmlns:a16="http://schemas.microsoft.com/office/drawing/2014/main" id="{948FE332-85FF-6427-1750-81864C8459F8}"/>
                    </a:ext>
                  </a:extLst>
                </p14:cNvPr>
                <p14:cNvContentPartPr/>
                <p14:nvPr/>
              </p14:nvContentPartPr>
              <p14:xfrm>
                <a:off x="7002809" y="2403958"/>
                <a:ext cx="189360" cy="275760"/>
              </p14:xfrm>
            </p:contentPart>
          </mc:Choice>
          <mc:Fallback>
            <p:pic>
              <p:nvPicPr>
                <p:cNvPr id="295" name="インク 294">
                  <a:extLst>
                    <a:ext uri="{FF2B5EF4-FFF2-40B4-BE49-F238E27FC236}">
                      <a16:creationId xmlns:a16="http://schemas.microsoft.com/office/drawing/2014/main" id="{948FE332-85FF-6427-1750-81864C8459F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93809" y="2394958"/>
                  <a:ext cx="2070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96" name="インク 295">
                  <a:extLst>
                    <a:ext uri="{FF2B5EF4-FFF2-40B4-BE49-F238E27FC236}">
                      <a16:creationId xmlns:a16="http://schemas.microsoft.com/office/drawing/2014/main" id="{48467D0C-1630-8C2C-BDB2-DABD4F708CB2}"/>
                    </a:ext>
                  </a:extLst>
                </p14:cNvPr>
                <p14:cNvContentPartPr/>
                <p14:nvPr/>
              </p14:nvContentPartPr>
              <p14:xfrm>
                <a:off x="6985529" y="2560558"/>
                <a:ext cx="115560" cy="31680"/>
              </p14:xfrm>
            </p:contentPart>
          </mc:Choice>
          <mc:Fallback>
            <p:pic>
              <p:nvPicPr>
                <p:cNvPr id="296" name="インク 295">
                  <a:extLst>
                    <a:ext uri="{FF2B5EF4-FFF2-40B4-BE49-F238E27FC236}">
                      <a16:creationId xmlns:a16="http://schemas.microsoft.com/office/drawing/2014/main" id="{48467D0C-1630-8C2C-BDB2-DABD4F708C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76529" y="2551918"/>
                  <a:ext cx="133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97" name="インク 296">
                  <a:extLst>
                    <a:ext uri="{FF2B5EF4-FFF2-40B4-BE49-F238E27FC236}">
                      <a16:creationId xmlns:a16="http://schemas.microsoft.com/office/drawing/2014/main" id="{F0D9831E-5340-6241-2127-0E088CEBADB6}"/>
                    </a:ext>
                  </a:extLst>
                </p14:cNvPr>
                <p14:cNvContentPartPr/>
                <p14:nvPr/>
              </p14:nvContentPartPr>
              <p14:xfrm>
                <a:off x="6987329" y="2608438"/>
                <a:ext cx="122400" cy="25560"/>
              </p14:xfrm>
            </p:contentPart>
          </mc:Choice>
          <mc:Fallback>
            <p:pic>
              <p:nvPicPr>
                <p:cNvPr id="297" name="インク 296">
                  <a:extLst>
                    <a:ext uri="{FF2B5EF4-FFF2-40B4-BE49-F238E27FC236}">
                      <a16:creationId xmlns:a16="http://schemas.microsoft.com/office/drawing/2014/main" id="{F0D9831E-5340-6241-2127-0E088CEBADB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78329" y="2599798"/>
                  <a:ext cx="140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98" name="インク 297">
                  <a:extLst>
                    <a:ext uri="{FF2B5EF4-FFF2-40B4-BE49-F238E27FC236}">
                      <a16:creationId xmlns:a16="http://schemas.microsoft.com/office/drawing/2014/main" id="{C9BADB1C-B385-921B-CF6D-73573A5120B1}"/>
                    </a:ext>
                  </a:extLst>
                </p14:cNvPr>
                <p14:cNvContentPartPr/>
                <p14:nvPr/>
              </p14:nvContentPartPr>
              <p14:xfrm>
                <a:off x="7037369" y="2582518"/>
                <a:ext cx="4680" cy="70560"/>
              </p14:xfrm>
            </p:contentPart>
          </mc:Choice>
          <mc:Fallback>
            <p:pic>
              <p:nvPicPr>
                <p:cNvPr id="298" name="インク 297">
                  <a:extLst>
                    <a:ext uri="{FF2B5EF4-FFF2-40B4-BE49-F238E27FC236}">
                      <a16:creationId xmlns:a16="http://schemas.microsoft.com/office/drawing/2014/main" id="{C9BADB1C-B385-921B-CF6D-73573A5120B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28729" y="2573518"/>
                  <a:ext cx="22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99" name="インク 298">
                  <a:extLst>
                    <a:ext uri="{FF2B5EF4-FFF2-40B4-BE49-F238E27FC236}">
                      <a16:creationId xmlns:a16="http://schemas.microsoft.com/office/drawing/2014/main" id="{09EC2921-31D9-AF58-737E-156181284773}"/>
                    </a:ext>
                  </a:extLst>
                </p14:cNvPr>
                <p14:cNvContentPartPr/>
                <p14:nvPr/>
              </p14:nvContentPartPr>
              <p14:xfrm>
                <a:off x="7074449" y="2584318"/>
                <a:ext cx="6840" cy="73440"/>
              </p14:xfrm>
            </p:contentPart>
          </mc:Choice>
          <mc:Fallback>
            <p:pic>
              <p:nvPicPr>
                <p:cNvPr id="299" name="インク 298">
                  <a:extLst>
                    <a:ext uri="{FF2B5EF4-FFF2-40B4-BE49-F238E27FC236}">
                      <a16:creationId xmlns:a16="http://schemas.microsoft.com/office/drawing/2014/main" id="{09EC2921-31D9-AF58-737E-15618128477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65809" y="2575678"/>
                  <a:ext cx="24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00" name="インク 299">
                  <a:extLst>
                    <a:ext uri="{FF2B5EF4-FFF2-40B4-BE49-F238E27FC236}">
                      <a16:creationId xmlns:a16="http://schemas.microsoft.com/office/drawing/2014/main" id="{4D5DB98D-BEA1-26AE-1B2D-5D482019DFAF}"/>
                    </a:ext>
                  </a:extLst>
                </p14:cNvPr>
                <p14:cNvContentPartPr/>
                <p14:nvPr/>
              </p14:nvContentPartPr>
              <p14:xfrm>
                <a:off x="7266689" y="2573878"/>
                <a:ext cx="29880" cy="42120"/>
              </p14:xfrm>
            </p:contentPart>
          </mc:Choice>
          <mc:Fallback>
            <p:pic>
              <p:nvPicPr>
                <p:cNvPr id="300" name="インク 299">
                  <a:extLst>
                    <a:ext uri="{FF2B5EF4-FFF2-40B4-BE49-F238E27FC236}">
                      <a16:creationId xmlns:a16="http://schemas.microsoft.com/office/drawing/2014/main" id="{4D5DB98D-BEA1-26AE-1B2D-5D482019DFA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58049" y="2565238"/>
                  <a:ext cx="47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01" name="インク 300">
                  <a:extLst>
                    <a:ext uri="{FF2B5EF4-FFF2-40B4-BE49-F238E27FC236}">
                      <a16:creationId xmlns:a16="http://schemas.microsoft.com/office/drawing/2014/main" id="{36BCD036-C3ED-5A46-EC61-954EE27D14F7}"/>
                    </a:ext>
                  </a:extLst>
                </p14:cNvPr>
                <p14:cNvContentPartPr/>
                <p14:nvPr/>
              </p14:nvContentPartPr>
              <p14:xfrm>
                <a:off x="7343009" y="2563438"/>
                <a:ext cx="46080" cy="24480"/>
              </p14:xfrm>
            </p:contentPart>
          </mc:Choice>
          <mc:Fallback>
            <p:pic>
              <p:nvPicPr>
                <p:cNvPr id="301" name="インク 300">
                  <a:extLst>
                    <a:ext uri="{FF2B5EF4-FFF2-40B4-BE49-F238E27FC236}">
                      <a16:creationId xmlns:a16="http://schemas.microsoft.com/office/drawing/2014/main" id="{36BCD036-C3ED-5A46-EC61-954EE27D14F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34369" y="2554798"/>
                  <a:ext cx="63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02" name="インク 301">
                  <a:extLst>
                    <a:ext uri="{FF2B5EF4-FFF2-40B4-BE49-F238E27FC236}">
                      <a16:creationId xmlns:a16="http://schemas.microsoft.com/office/drawing/2014/main" id="{E66262DE-CF3B-F33D-A7D5-030C8EEF850D}"/>
                    </a:ext>
                  </a:extLst>
                </p14:cNvPr>
                <p14:cNvContentPartPr/>
                <p14:nvPr/>
              </p14:nvContentPartPr>
              <p14:xfrm>
                <a:off x="7466489" y="2521678"/>
                <a:ext cx="78480" cy="33480"/>
              </p14:xfrm>
            </p:contentPart>
          </mc:Choice>
          <mc:Fallback>
            <p:pic>
              <p:nvPicPr>
                <p:cNvPr id="302" name="インク 301">
                  <a:extLst>
                    <a:ext uri="{FF2B5EF4-FFF2-40B4-BE49-F238E27FC236}">
                      <a16:creationId xmlns:a16="http://schemas.microsoft.com/office/drawing/2014/main" id="{E66262DE-CF3B-F33D-A7D5-030C8EEF8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57849" y="2513038"/>
                  <a:ext cx="96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03" name="インク 302">
                  <a:extLst>
                    <a:ext uri="{FF2B5EF4-FFF2-40B4-BE49-F238E27FC236}">
                      <a16:creationId xmlns:a16="http://schemas.microsoft.com/office/drawing/2014/main" id="{08EC761F-39B8-472F-7AB4-54024D5DD2B7}"/>
                    </a:ext>
                  </a:extLst>
                </p14:cNvPr>
                <p14:cNvContentPartPr/>
                <p14:nvPr/>
              </p14:nvContentPartPr>
              <p14:xfrm>
                <a:off x="7470809" y="2496838"/>
                <a:ext cx="22320" cy="135720"/>
              </p14:xfrm>
            </p:contentPart>
          </mc:Choice>
          <mc:Fallback>
            <p:pic>
              <p:nvPicPr>
                <p:cNvPr id="303" name="インク 302">
                  <a:extLst>
                    <a:ext uri="{FF2B5EF4-FFF2-40B4-BE49-F238E27FC236}">
                      <a16:creationId xmlns:a16="http://schemas.microsoft.com/office/drawing/2014/main" id="{08EC761F-39B8-472F-7AB4-54024D5DD2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62169" y="2487838"/>
                  <a:ext cx="39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04" name="インク 303">
                  <a:extLst>
                    <a:ext uri="{FF2B5EF4-FFF2-40B4-BE49-F238E27FC236}">
                      <a16:creationId xmlns:a16="http://schemas.microsoft.com/office/drawing/2014/main" id="{CB90A3D4-4D1C-D558-1ABE-A13DF9243955}"/>
                    </a:ext>
                  </a:extLst>
                </p14:cNvPr>
                <p14:cNvContentPartPr/>
                <p14:nvPr/>
              </p14:nvContentPartPr>
              <p14:xfrm>
                <a:off x="7519769" y="2591878"/>
                <a:ext cx="62280" cy="8280"/>
              </p14:xfrm>
            </p:contentPart>
          </mc:Choice>
          <mc:Fallback>
            <p:pic>
              <p:nvPicPr>
                <p:cNvPr id="304" name="インク 303">
                  <a:extLst>
                    <a:ext uri="{FF2B5EF4-FFF2-40B4-BE49-F238E27FC236}">
                      <a16:creationId xmlns:a16="http://schemas.microsoft.com/office/drawing/2014/main" id="{CB90A3D4-4D1C-D558-1ABE-A13DF924395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10769" y="2583238"/>
                  <a:ext cx="79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05" name="インク 304">
                  <a:extLst>
                    <a:ext uri="{FF2B5EF4-FFF2-40B4-BE49-F238E27FC236}">
                      <a16:creationId xmlns:a16="http://schemas.microsoft.com/office/drawing/2014/main" id="{B98FD761-B764-F9F5-136F-49D661E0052F}"/>
                    </a:ext>
                  </a:extLst>
                </p14:cNvPr>
                <p14:cNvContentPartPr/>
                <p14:nvPr/>
              </p14:nvContentPartPr>
              <p14:xfrm>
                <a:off x="7551089" y="2643358"/>
                <a:ext cx="83880" cy="15480"/>
              </p14:xfrm>
            </p:contentPart>
          </mc:Choice>
          <mc:Fallback>
            <p:pic>
              <p:nvPicPr>
                <p:cNvPr id="305" name="インク 304">
                  <a:extLst>
                    <a:ext uri="{FF2B5EF4-FFF2-40B4-BE49-F238E27FC236}">
                      <a16:creationId xmlns:a16="http://schemas.microsoft.com/office/drawing/2014/main" id="{B98FD761-B764-F9F5-136F-49D661E0052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42089" y="2634358"/>
                  <a:ext cx="101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07" name="インク 306">
                  <a:extLst>
                    <a:ext uri="{FF2B5EF4-FFF2-40B4-BE49-F238E27FC236}">
                      <a16:creationId xmlns:a16="http://schemas.microsoft.com/office/drawing/2014/main" id="{844F66D1-7115-60B8-AB3A-82B04931F0BD}"/>
                    </a:ext>
                  </a:extLst>
                </p14:cNvPr>
                <p14:cNvContentPartPr/>
                <p14:nvPr/>
              </p14:nvContentPartPr>
              <p14:xfrm>
                <a:off x="7718129" y="2489998"/>
                <a:ext cx="133560" cy="149400"/>
              </p14:xfrm>
            </p:contentPart>
          </mc:Choice>
          <mc:Fallback>
            <p:pic>
              <p:nvPicPr>
                <p:cNvPr id="307" name="インク 306">
                  <a:extLst>
                    <a:ext uri="{FF2B5EF4-FFF2-40B4-BE49-F238E27FC236}">
                      <a16:creationId xmlns:a16="http://schemas.microsoft.com/office/drawing/2014/main" id="{844F66D1-7115-60B8-AB3A-82B04931F0B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09489" y="2481358"/>
                  <a:ext cx="151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08" name="インク 307">
                  <a:extLst>
                    <a:ext uri="{FF2B5EF4-FFF2-40B4-BE49-F238E27FC236}">
                      <a16:creationId xmlns:a16="http://schemas.microsoft.com/office/drawing/2014/main" id="{CA2E8688-7C80-1323-5D36-D9916A9C4077}"/>
                    </a:ext>
                  </a:extLst>
                </p14:cNvPr>
                <p14:cNvContentPartPr/>
                <p14:nvPr/>
              </p14:nvContentPartPr>
              <p14:xfrm>
                <a:off x="7866089" y="2571718"/>
                <a:ext cx="118800" cy="14400"/>
              </p14:xfrm>
            </p:contentPart>
          </mc:Choice>
          <mc:Fallback>
            <p:pic>
              <p:nvPicPr>
                <p:cNvPr id="308" name="インク 307">
                  <a:extLst>
                    <a:ext uri="{FF2B5EF4-FFF2-40B4-BE49-F238E27FC236}">
                      <a16:creationId xmlns:a16="http://schemas.microsoft.com/office/drawing/2014/main" id="{CA2E8688-7C80-1323-5D36-D9916A9C407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57089" y="2562718"/>
                  <a:ext cx="136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09" name="インク 308">
                  <a:extLst>
                    <a:ext uri="{FF2B5EF4-FFF2-40B4-BE49-F238E27FC236}">
                      <a16:creationId xmlns:a16="http://schemas.microsoft.com/office/drawing/2014/main" id="{D0FAB2D5-8189-C35B-26AB-8971252D1CC2}"/>
                    </a:ext>
                  </a:extLst>
                </p14:cNvPr>
                <p14:cNvContentPartPr/>
                <p14:nvPr/>
              </p14:nvContentPartPr>
              <p14:xfrm>
                <a:off x="7935929" y="2546158"/>
                <a:ext cx="30240" cy="114120"/>
              </p14:xfrm>
            </p:contentPart>
          </mc:Choice>
          <mc:Fallback>
            <p:pic>
              <p:nvPicPr>
                <p:cNvPr id="309" name="インク 308">
                  <a:extLst>
                    <a:ext uri="{FF2B5EF4-FFF2-40B4-BE49-F238E27FC236}">
                      <a16:creationId xmlns:a16="http://schemas.microsoft.com/office/drawing/2014/main" id="{D0FAB2D5-8189-C35B-26AB-8971252D1CC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27289" y="2537158"/>
                  <a:ext cx="47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10" name="インク 309">
                  <a:extLst>
                    <a:ext uri="{FF2B5EF4-FFF2-40B4-BE49-F238E27FC236}">
                      <a16:creationId xmlns:a16="http://schemas.microsoft.com/office/drawing/2014/main" id="{70EB3089-E10A-7E42-4E49-73A76DB4895A}"/>
                    </a:ext>
                  </a:extLst>
                </p14:cNvPr>
                <p14:cNvContentPartPr/>
                <p14:nvPr/>
              </p14:nvContentPartPr>
              <p14:xfrm>
                <a:off x="7874369" y="2606998"/>
                <a:ext cx="46800" cy="42120"/>
              </p14:xfrm>
            </p:contentPart>
          </mc:Choice>
          <mc:Fallback>
            <p:pic>
              <p:nvPicPr>
                <p:cNvPr id="310" name="インク 309">
                  <a:extLst>
                    <a:ext uri="{FF2B5EF4-FFF2-40B4-BE49-F238E27FC236}">
                      <a16:creationId xmlns:a16="http://schemas.microsoft.com/office/drawing/2014/main" id="{70EB3089-E10A-7E42-4E49-73A76DB489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65729" y="2598358"/>
                  <a:ext cx="64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11" name="インク 310">
                  <a:extLst>
                    <a:ext uri="{FF2B5EF4-FFF2-40B4-BE49-F238E27FC236}">
                      <a16:creationId xmlns:a16="http://schemas.microsoft.com/office/drawing/2014/main" id="{A3A4FD36-2DCB-E247-BFBC-A0FB4E81CA66}"/>
                    </a:ext>
                  </a:extLst>
                </p14:cNvPr>
                <p14:cNvContentPartPr/>
                <p14:nvPr/>
              </p14:nvContentPartPr>
              <p14:xfrm>
                <a:off x="8055449" y="2484958"/>
                <a:ext cx="41760" cy="104400"/>
              </p14:xfrm>
            </p:contentPart>
          </mc:Choice>
          <mc:Fallback>
            <p:pic>
              <p:nvPicPr>
                <p:cNvPr id="311" name="インク 310">
                  <a:extLst>
                    <a:ext uri="{FF2B5EF4-FFF2-40B4-BE49-F238E27FC236}">
                      <a16:creationId xmlns:a16="http://schemas.microsoft.com/office/drawing/2014/main" id="{A3A4FD36-2DCB-E247-BFBC-A0FB4E81CA6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46809" y="2476318"/>
                  <a:ext cx="59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12" name="インク 311">
                  <a:extLst>
                    <a:ext uri="{FF2B5EF4-FFF2-40B4-BE49-F238E27FC236}">
                      <a16:creationId xmlns:a16="http://schemas.microsoft.com/office/drawing/2014/main" id="{79373664-DE8A-F466-598D-57FBC837EA21}"/>
                    </a:ext>
                  </a:extLst>
                </p14:cNvPr>
                <p14:cNvContentPartPr/>
                <p14:nvPr/>
              </p14:nvContentPartPr>
              <p14:xfrm>
                <a:off x="8136809" y="2507998"/>
                <a:ext cx="102960" cy="127800"/>
              </p14:xfrm>
            </p:contentPart>
          </mc:Choice>
          <mc:Fallback>
            <p:pic>
              <p:nvPicPr>
                <p:cNvPr id="312" name="インク 311">
                  <a:extLst>
                    <a:ext uri="{FF2B5EF4-FFF2-40B4-BE49-F238E27FC236}">
                      <a16:creationId xmlns:a16="http://schemas.microsoft.com/office/drawing/2014/main" id="{79373664-DE8A-F466-598D-57FBC837EA2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28169" y="2499358"/>
                  <a:ext cx="120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13" name="インク 312">
                  <a:extLst>
                    <a:ext uri="{FF2B5EF4-FFF2-40B4-BE49-F238E27FC236}">
                      <a16:creationId xmlns:a16="http://schemas.microsoft.com/office/drawing/2014/main" id="{D198BFF8-5720-E08E-E492-4B62A9F02CE7}"/>
                    </a:ext>
                  </a:extLst>
                </p14:cNvPr>
                <p14:cNvContentPartPr/>
                <p14:nvPr/>
              </p14:nvContentPartPr>
              <p14:xfrm>
                <a:off x="8288729" y="2442838"/>
                <a:ext cx="102240" cy="197280"/>
              </p14:xfrm>
            </p:contentPart>
          </mc:Choice>
          <mc:Fallback>
            <p:pic>
              <p:nvPicPr>
                <p:cNvPr id="313" name="インク 312">
                  <a:extLst>
                    <a:ext uri="{FF2B5EF4-FFF2-40B4-BE49-F238E27FC236}">
                      <a16:creationId xmlns:a16="http://schemas.microsoft.com/office/drawing/2014/main" id="{D198BFF8-5720-E08E-E492-4B62A9F02CE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80089" y="2433838"/>
                  <a:ext cx="119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14" name="インク 313">
                  <a:extLst>
                    <a:ext uri="{FF2B5EF4-FFF2-40B4-BE49-F238E27FC236}">
                      <a16:creationId xmlns:a16="http://schemas.microsoft.com/office/drawing/2014/main" id="{61C4EF49-7D01-539A-251B-D086753155AB}"/>
                    </a:ext>
                  </a:extLst>
                </p14:cNvPr>
                <p14:cNvContentPartPr/>
                <p14:nvPr/>
              </p14:nvContentPartPr>
              <p14:xfrm>
                <a:off x="8288009" y="2566678"/>
                <a:ext cx="73800" cy="5760"/>
              </p14:xfrm>
            </p:contentPart>
          </mc:Choice>
          <mc:Fallback>
            <p:pic>
              <p:nvPicPr>
                <p:cNvPr id="314" name="インク 313">
                  <a:extLst>
                    <a:ext uri="{FF2B5EF4-FFF2-40B4-BE49-F238E27FC236}">
                      <a16:creationId xmlns:a16="http://schemas.microsoft.com/office/drawing/2014/main" id="{61C4EF49-7D01-539A-251B-D086753155A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79009" y="2557678"/>
                  <a:ext cx="91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15" name="インク 314">
                  <a:extLst>
                    <a:ext uri="{FF2B5EF4-FFF2-40B4-BE49-F238E27FC236}">
                      <a16:creationId xmlns:a16="http://schemas.microsoft.com/office/drawing/2014/main" id="{5C79F4C2-0B7E-360B-553B-C13F89DDF2A6}"/>
                    </a:ext>
                  </a:extLst>
                </p14:cNvPr>
                <p14:cNvContentPartPr/>
                <p14:nvPr/>
              </p14:nvContentPartPr>
              <p14:xfrm>
                <a:off x="8431289" y="2441758"/>
                <a:ext cx="51120" cy="13320"/>
              </p14:xfrm>
            </p:contentPart>
          </mc:Choice>
          <mc:Fallback>
            <p:pic>
              <p:nvPicPr>
                <p:cNvPr id="315" name="インク 314">
                  <a:extLst>
                    <a:ext uri="{FF2B5EF4-FFF2-40B4-BE49-F238E27FC236}">
                      <a16:creationId xmlns:a16="http://schemas.microsoft.com/office/drawing/2014/main" id="{5C79F4C2-0B7E-360B-553B-C13F89DDF2A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22649" y="2432758"/>
                  <a:ext cx="68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16" name="インク 315">
                  <a:extLst>
                    <a:ext uri="{FF2B5EF4-FFF2-40B4-BE49-F238E27FC236}">
                      <a16:creationId xmlns:a16="http://schemas.microsoft.com/office/drawing/2014/main" id="{9ADBA93B-976A-1C1F-6C9E-B246809798BF}"/>
                    </a:ext>
                  </a:extLst>
                </p14:cNvPr>
                <p14:cNvContentPartPr/>
                <p14:nvPr/>
              </p14:nvContentPartPr>
              <p14:xfrm>
                <a:off x="8501129" y="2558398"/>
                <a:ext cx="81720" cy="21600"/>
              </p14:xfrm>
            </p:contentPart>
          </mc:Choice>
          <mc:Fallback>
            <p:pic>
              <p:nvPicPr>
                <p:cNvPr id="316" name="インク 315">
                  <a:extLst>
                    <a:ext uri="{FF2B5EF4-FFF2-40B4-BE49-F238E27FC236}">
                      <a16:creationId xmlns:a16="http://schemas.microsoft.com/office/drawing/2014/main" id="{9ADBA93B-976A-1C1F-6C9E-B246809798B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92129" y="2549398"/>
                  <a:ext cx="99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17" name="インク 316">
                  <a:extLst>
                    <a:ext uri="{FF2B5EF4-FFF2-40B4-BE49-F238E27FC236}">
                      <a16:creationId xmlns:a16="http://schemas.microsoft.com/office/drawing/2014/main" id="{1CBF3B58-3401-4933-1EC5-93B3B3D06FDC}"/>
                    </a:ext>
                  </a:extLst>
                </p14:cNvPr>
                <p14:cNvContentPartPr/>
                <p14:nvPr/>
              </p14:nvContentPartPr>
              <p14:xfrm>
                <a:off x="8710289" y="2491438"/>
                <a:ext cx="9720" cy="107640"/>
              </p14:xfrm>
            </p:contentPart>
          </mc:Choice>
          <mc:Fallback>
            <p:pic>
              <p:nvPicPr>
                <p:cNvPr id="317" name="インク 316">
                  <a:extLst>
                    <a:ext uri="{FF2B5EF4-FFF2-40B4-BE49-F238E27FC236}">
                      <a16:creationId xmlns:a16="http://schemas.microsoft.com/office/drawing/2014/main" id="{1CBF3B58-3401-4933-1EC5-93B3B3D06FD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01289" y="2482798"/>
                  <a:ext cx="27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18" name="インク 317">
                  <a:extLst>
                    <a:ext uri="{FF2B5EF4-FFF2-40B4-BE49-F238E27FC236}">
                      <a16:creationId xmlns:a16="http://schemas.microsoft.com/office/drawing/2014/main" id="{DED338CF-35A8-3134-BE08-17DEA1C50133}"/>
                    </a:ext>
                  </a:extLst>
                </p14:cNvPr>
                <p14:cNvContentPartPr/>
                <p14:nvPr/>
              </p14:nvContentPartPr>
              <p14:xfrm>
                <a:off x="8750609" y="2509078"/>
                <a:ext cx="83160" cy="9720"/>
              </p14:xfrm>
            </p:contentPart>
          </mc:Choice>
          <mc:Fallback>
            <p:pic>
              <p:nvPicPr>
                <p:cNvPr id="318" name="インク 317">
                  <a:extLst>
                    <a:ext uri="{FF2B5EF4-FFF2-40B4-BE49-F238E27FC236}">
                      <a16:creationId xmlns:a16="http://schemas.microsoft.com/office/drawing/2014/main" id="{DED338CF-35A8-3134-BE08-17DEA1C5013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41969" y="2500078"/>
                  <a:ext cx="100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19" name="インク 318">
                  <a:extLst>
                    <a:ext uri="{FF2B5EF4-FFF2-40B4-BE49-F238E27FC236}">
                      <a16:creationId xmlns:a16="http://schemas.microsoft.com/office/drawing/2014/main" id="{35C8143B-33D8-FAA8-9830-841DC5A6B3F0}"/>
                    </a:ext>
                  </a:extLst>
                </p14:cNvPr>
                <p14:cNvContentPartPr/>
                <p14:nvPr/>
              </p14:nvContentPartPr>
              <p14:xfrm>
                <a:off x="8797049" y="2586478"/>
                <a:ext cx="104040" cy="11880"/>
              </p14:xfrm>
            </p:contentPart>
          </mc:Choice>
          <mc:Fallback>
            <p:pic>
              <p:nvPicPr>
                <p:cNvPr id="319" name="インク 318">
                  <a:extLst>
                    <a:ext uri="{FF2B5EF4-FFF2-40B4-BE49-F238E27FC236}">
                      <a16:creationId xmlns:a16="http://schemas.microsoft.com/office/drawing/2014/main" id="{35C8143B-33D8-FAA8-9830-841DC5A6B3F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88409" y="2577838"/>
                  <a:ext cx="12168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グループ化 349">
            <a:extLst>
              <a:ext uri="{FF2B5EF4-FFF2-40B4-BE49-F238E27FC236}">
                <a16:creationId xmlns:a16="http://schemas.microsoft.com/office/drawing/2014/main" id="{6BED2BA2-9900-BF25-BC1C-BDBC85ECB835}"/>
              </a:ext>
            </a:extLst>
          </p:cNvPr>
          <p:cNvGrpSpPr/>
          <p:nvPr/>
        </p:nvGrpSpPr>
        <p:grpSpPr>
          <a:xfrm>
            <a:off x="8087436" y="2783037"/>
            <a:ext cx="975960" cy="196920"/>
            <a:chOff x="8087436" y="2783037"/>
            <a:chExt cx="97596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36" name="インク 335">
                  <a:extLst>
                    <a:ext uri="{FF2B5EF4-FFF2-40B4-BE49-F238E27FC236}">
                      <a16:creationId xmlns:a16="http://schemas.microsoft.com/office/drawing/2014/main" id="{6D8DA70F-5349-D34F-BE7A-8652EDF74913}"/>
                    </a:ext>
                  </a:extLst>
                </p14:cNvPr>
                <p14:cNvContentPartPr/>
                <p14:nvPr/>
              </p14:nvContentPartPr>
              <p14:xfrm>
                <a:off x="8087436" y="2815437"/>
                <a:ext cx="142920" cy="164520"/>
              </p14:xfrm>
            </p:contentPart>
          </mc:Choice>
          <mc:Fallback>
            <p:pic>
              <p:nvPicPr>
                <p:cNvPr id="336" name="インク 335">
                  <a:extLst>
                    <a:ext uri="{FF2B5EF4-FFF2-40B4-BE49-F238E27FC236}">
                      <a16:creationId xmlns:a16="http://schemas.microsoft.com/office/drawing/2014/main" id="{6D8DA70F-5349-D34F-BE7A-8652EDF7491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78796" y="2806437"/>
                  <a:ext cx="160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38" name="インク 337">
                  <a:extLst>
                    <a:ext uri="{FF2B5EF4-FFF2-40B4-BE49-F238E27FC236}">
                      <a16:creationId xmlns:a16="http://schemas.microsoft.com/office/drawing/2014/main" id="{8EC02D92-8CA6-C41C-441F-13F766379103}"/>
                    </a:ext>
                  </a:extLst>
                </p14:cNvPr>
                <p14:cNvContentPartPr/>
                <p14:nvPr/>
              </p14:nvContentPartPr>
              <p14:xfrm>
                <a:off x="8321076" y="2802837"/>
                <a:ext cx="16560" cy="166680"/>
              </p14:xfrm>
            </p:contentPart>
          </mc:Choice>
          <mc:Fallback>
            <p:pic>
              <p:nvPicPr>
                <p:cNvPr id="338" name="インク 337">
                  <a:extLst>
                    <a:ext uri="{FF2B5EF4-FFF2-40B4-BE49-F238E27FC236}">
                      <a16:creationId xmlns:a16="http://schemas.microsoft.com/office/drawing/2014/main" id="{8EC02D92-8CA6-C41C-441F-13F76637910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12436" y="2793837"/>
                  <a:ext cx="34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39" name="インク 338">
                  <a:extLst>
                    <a:ext uri="{FF2B5EF4-FFF2-40B4-BE49-F238E27FC236}">
                      <a16:creationId xmlns:a16="http://schemas.microsoft.com/office/drawing/2014/main" id="{153AB94A-3798-BA8E-9F6A-AD5CA899F6B7}"/>
                    </a:ext>
                  </a:extLst>
                </p14:cNvPr>
                <p14:cNvContentPartPr/>
                <p14:nvPr/>
              </p14:nvContentPartPr>
              <p14:xfrm>
                <a:off x="8345556" y="2901117"/>
                <a:ext cx="56520" cy="5760"/>
              </p14:xfrm>
            </p:contentPart>
          </mc:Choice>
          <mc:Fallback>
            <p:pic>
              <p:nvPicPr>
                <p:cNvPr id="339" name="インク 338">
                  <a:extLst>
                    <a:ext uri="{FF2B5EF4-FFF2-40B4-BE49-F238E27FC236}">
                      <a16:creationId xmlns:a16="http://schemas.microsoft.com/office/drawing/2014/main" id="{153AB94A-3798-BA8E-9F6A-AD5CA899F6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36916" y="2892117"/>
                  <a:ext cx="74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40" name="インク 339">
                  <a:extLst>
                    <a:ext uri="{FF2B5EF4-FFF2-40B4-BE49-F238E27FC236}">
                      <a16:creationId xmlns:a16="http://schemas.microsoft.com/office/drawing/2014/main" id="{569EEC3A-43E2-F5F2-7686-B77A5C3DB78B}"/>
                    </a:ext>
                  </a:extLst>
                </p14:cNvPr>
                <p14:cNvContentPartPr/>
                <p14:nvPr/>
              </p14:nvContentPartPr>
              <p14:xfrm>
                <a:off x="8409636" y="2829837"/>
                <a:ext cx="14040" cy="10080"/>
              </p14:xfrm>
            </p:contentPart>
          </mc:Choice>
          <mc:Fallback>
            <p:pic>
              <p:nvPicPr>
                <p:cNvPr id="340" name="インク 339">
                  <a:extLst>
                    <a:ext uri="{FF2B5EF4-FFF2-40B4-BE49-F238E27FC236}">
                      <a16:creationId xmlns:a16="http://schemas.microsoft.com/office/drawing/2014/main" id="{569EEC3A-43E2-F5F2-7686-B77A5C3DB78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00636" y="2820837"/>
                  <a:ext cx="31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41" name="インク 340">
                  <a:extLst>
                    <a:ext uri="{FF2B5EF4-FFF2-40B4-BE49-F238E27FC236}">
                      <a16:creationId xmlns:a16="http://schemas.microsoft.com/office/drawing/2014/main" id="{CBE33943-4E13-764F-D5D2-624DF53BF5EB}"/>
                    </a:ext>
                  </a:extLst>
                </p14:cNvPr>
                <p14:cNvContentPartPr/>
                <p14:nvPr/>
              </p14:nvContentPartPr>
              <p14:xfrm>
                <a:off x="8439156" y="2816517"/>
                <a:ext cx="7920" cy="13680"/>
              </p14:xfrm>
            </p:contentPart>
          </mc:Choice>
          <mc:Fallback>
            <p:pic>
              <p:nvPicPr>
                <p:cNvPr id="341" name="インク 340">
                  <a:extLst>
                    <a:ext uri="{FF2B5EF4-FFF2-40B4-BE49-F238E27FC236}">
                      <a16:creationId xmlns:a16="http://schemas.microsoft.com/office/drawing/2014/main" id="{CBE33943-4E13-764F-D5D2-624DF53BF5E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30156" y="2807517"/>
                  <a:ext cx="25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42" name="インク 341">
                  <a:extLst>
                    <a:ext uri="{FF2B5EF4-FFF2-40B4-BE49-F238E27FC236}">
                      <a16:creationId xmlns:a16="http://schemas.microsoft.com/office/drawing/2014/main" id="{54801371-B3FE-CAD1-A8CF-F9A73BACCB23}"/>
                    </a:ext>
                  </a:extLst>
                </p14:cNvPr>
                <p14:cNvContentPartPr/>
                <p14:nvPr/>
              </p14:nvContentPartPr>
              <p14:xfrm>
                <a:off x="8515836" y="2820117"/>
                <a:ext cx="24120" cy="96840"/>
              </p14:xfrm>
            </p:contentPart>
          </mc:Choice>
          <mc:Fallback>
            <p:pic>
              <p:nvPicPr>
                <p:cNvPr id="342" name="インク 341">
                  <a:extLst>
                    <a:ext uri="{FF2B5EF4-FFF2-40B4-BE49-F238E27FC236}">
                      <a16:creationId xmlns:a16="http://schemas.microsoft.com/office/drawing/2014/main" id="{54801371-B3FE-CAD1-A8CF-F9A73BACCB2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06836" y="2811477"/>
                  <a:ext cx="41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43" name="インク 342">
                  <a:extLst>
                    <a:ext uri="{FF2B5EF4-FFF2-40B4-BE49-F238E27FC236}">
                      <a16:creationId xmlns:a16="http://schemas.microsoft.com/office/drawing/2014/main" id="{2B30D3D5-B95A-01E8-DAEC-108C9EDCEF80}"/>
                    </a:ext>
                  </a:extLst>
                </p14:cNvPr>
                <p14:cNvContentPartPr/>
                <p14:nvPr/>
              </p14:nvContentPartPr>
              <p14:xfrm>
                <a:off x="8524476" y="2810757"/>
                <a:ext cx="104400" cy="99000"/>
              </p14:xfrm>
            </p:contentPart>
          </mc:Choice>
          <mc:Fallback>
            <p:pic>
              <p:nvPicPr>
                <p:cNvPr id="343" name="インク 342">
                  <a:extLst>
                    <a:ext uri="{FF2B5EF4-FFF2-40B4-BE49-F238E27FC236}">
                      <a16:creationId xmlns:a16="http://schemas.microsoft.com/office/drawing/2014/main" id="{2B30D3D5-B95A-01E8-DAEC-108C9EDCEF8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15476" y="2801757"/>
                  <a:ext cx="122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44" name="インク 343">
                  <a:extLst>
                    <a:ext uri="{FF2B5EF4-FFF2-40B4-BE49-F238E27FC236}">
                      <a16:creationId xmlns:a16="http://schemas.microsoft.com/office/drawing/2014/main" id="{7E8D7351-29AC-F524-63B8-BD813E42E132}"/>
                    </a:ext>
                  </a:extLst>
                </p14:cNvPr>
                <p14:cNvContentPartPr/>
                <p14:nvPr/>
              </p14:nvContentPartPr>
              <p14:xfrm>
                <a:off x="8548236" y="2927397"/>
                <a:ext cx="75600" cy="25920"/>
              </p14:xfrm>
            </p:contentPart>
          </mc:Choice>
          <mc:Fallback>
            <p:pic>
              <p:nvPicPr>
                <p:cNvPr id="344" name="インク 343">
                  <a:extLst>
                    <a:ext uri="{FF2B5EF4-FFF2-40B4-BE49-F238E27FC236}">
                      <a16:creationId xmlns:a16="http://schemas.microsoft.com/office/drawing/2014/main" id="{7E8D7351-29AC-F524-63B8-BD813E42E13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39236" y="2918757"/>
                  <a:ext cx="93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45" name="インク 344">
                  <a:extLst>
                    <a:ext uri="{FF2B5EF4-FFF2-40B4-BE49-F238E27FC236}">
                      <a16:creationId xmlns:a16="http://schemas.microsoft.com/office/drawing/2014/main" id="{4AE614D5-0255-80C9-260C-139E69305092}"/>
                    </a:ext>
                  </a:extLst>
                </p14:cNvPr>
                <p14:cNvContentPartPr/>
                <p14:nvPr/>
              </p14:nvContentPartPr>
              <p14:xfrm>
                <a:off x="8676756" y="2881677"/>
                <a:ext cx="23760" cy="26280"/>
              </p14:xfrm>
            </p:contentPart>
          </mc:Choice>
          <mc:Fallback>
            <p:pic>
              <p:nvPicPr>
                <p:cNvPr id="345" name="インク 344">
                  <a:extLst>
                    <a:ext uri="{FF2B5EF4-FFF2-40B4-BE49-F238E27FC236}">
                      <a16:creationId xmlns:a16="http://schemas.microsoft.com/office/drawing/2014/main" id="{4AE614D5-0255-80C9-260C-139E693050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68116" y="2872677"/>
                  <a:ext cx="414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46" name="インク 345">
                  <a:extLst>
                    <a:ext uri="{FF2B5EF4-FFF2-40B4-BE49-F238E27FC236}">
                      <a16:creationId xmlns:a16="http://schemas.microsoft.com/office/drawing/2014/main" id="{EAA8102A-5C41-54C7-7678-D872AFEFE871}"/>
                    </a:ext>
                  </a:extLst>
                </p14:cNvPr>
                <p14:cNvContentPartPr/>
                <p14:nvPr/>
              </p14:nvContentPartPr>
              <p14:xfrm>
                <a:off x="8710236" y="2875557"/>
                <a:ext cx="27360" cy="33480"/>
              </p14:xfrm>
            </p:contentPart>
          </mc:Choice>
          <mc:Fallback>
            <p:pic>
              <p:nvPicPr>
                <p:cNvPr id="346" name="インク 345">
                  <a:extLst>
                    <a:ext uri="{FF2B5EF4-FFF2-40B4-BE49-F238E27FC236}">
                      <a16:creationId xmlns:a16="http://schemas.microsoft.com/office/drawing/2014/main" id="{EAA8102A-5C41-54C7-7678-D872AFEFE87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01596" y="2866557"/>
                  <a:ext cx="45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47" name="インク 346">
                  <a:extLst>
                    <a:ext uri="{FF2B5EF4-FFF2-40B4-BE49-F238E27FC236}">
                      <a16:creationId xmlns:a16="http://schemas.microsoft.com/office/drawing/2014/main" id="{B0BE0225-BE04-EC87-3199-8F3136E58721}"/>
                    </a:ext>
                  </a:extLst>
                </p14:cNvPr>
                <p14:cNvContentPartPr/>
                <p14:nvPr/>
              </p14:nvContentPartPr>
              <p14:xfrm>
                <a:off x="8733276" y="2864037"/>
                <a:ext cx="68760" cy="113760"/>
              </p14:xfrm>
            </p:contentPart>
          </mc:Choice>
          <mc:Fallback>
            <p:pic>
              <p:nvPicPr>
                <p:cNvPr id="347" name="インク 346">
                  <a:extLst>
                    <a:ext uri="{FF2B5EF4-FFF2-40B4-BE49-F238E27FC236}">
                      <a16:creationId xmlns:a16="http://schemas.microsoft.com/office/drawing/2014/main" id="{B0BE0225-BE04-EC87-3199-8F3136E5872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24636" y="2855397"/>
                  <a:ext cx="86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48" name="インク 347">
                  <a:extLst>
                    <a:ext uri="{FF2B5EF4-FFF2-40B4-BE49-F238E27FC236}">
                      <a16:creationId xmlns:a16="http://schemas.microsoft.com/office/drawing/2014/main" id="{B7DA2EAC-C769-5E86-7D5A-F688C370DEDD}"/>
                    </a:ext>
                  </a:extLst>
                </p14:cNvPr>
                <p14:cNvContentPartPr/>
                <p14:nvPr/>
              </p14:nvContentPartPr>
              <p14:xfrm>
                <a:off x="8842716" y="2811477"/>
                <a:ext cx="108000" cy="158760"/>
              </p14:xfrm>
            </p:contentPart>
          </mc:Choice>
          <mc:Fallback>
            <p:pic>
              <p:nvPicPr>
                <p:cNvPr id="348" name="インク 347">
                  <a:extLst>
                    <a:ext uri="{FF2B5EF4-FFF2-40B4-BE49-F238E27FC236}">
                      <a16:creationId xmlns:a16="http://schemas.microsoft.com/office/drawing/2014/main" id="{B7DA2EAC-C769-5E86-7D5A-F688C370DED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833716" y="2802837"/>
                  <a:ext cx="1256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49" name="インク 348">
                  <a:extLst>
                    <a:ext uri="{FF2B5EF4-FFF2-40B4-BE49-F238E27FC236}">
                      <a16:creationId xmlns:a16="http://schemas.microsoft.com/office/drawing/2014/main" id="{5A2C3593-67F6-3692-D7F6-AD9886BBF392}"/>
                    </a:ext>
                  </a:extLst>
                </p14:cNvPr>
                <p14:cNvContentPartPr/>
                <p14:nvPr/>
              </p14:nvContentPartPr>
              <p14:xfrm>
                <a:off x="9007956" y="2783037"/>
                <a:ext cx="55440" cy="67320"/>
              </p14:xfrm>
            </p:contentPart>
          </mc:Choice>
          <mc:Fallback>
            <p:pic>
              <p:nvPicPr>
                <p:cNvPr id="349" name="インク 348">
                  <a:extLst>
                    <a:ext uri="{FF2B5EF4-FFF2-40B4-BE49-F238E27FC236}">
                      <a16:creationId xmlns:a16="http://schemas.microsoft.com/office/drawing/2014/main" id="{5A2C3593-67F6-3692-D7F6-AD9886BBF39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99316" y="2774037"/>
                  <a:ext cx="730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グループ化 364">
            <a:extLst>
              <a:ext uri="{FF2B5EF4-FFF2-40B4-BE49-F238E27FC236}">
                <a16:creationId xmlns:a16="http://schemas.microsoft.com/office/drawing/2014/main" id="{F8CA8604-4E56-B7B5-1C1F-D2B16744AD20}"/>
              </a:ext>
            </a:extLst>
          </p:cNvPr>
          <p:cNvGrpSpPr/>
          <p:nvPr/>
        </p:nvGrpSpPr>
        <p:grpSpPr>
          <a:xfrm>
            <a:off x="7184916" y="2765397"/>
            <a:ext cx="843480" cy="185400"/>
            <a:chOff x="7184916" y="2765397"/>
            <a:chExt cx="84348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51" name="インク 350">
                  <a:extLst>
                    <a:ext uri="{FF2B5EF4-FFF2-40B4-BE49-F238E27FC236}">
                      <a16:creationId xmlns:a16="http://schemas.microsoft.com/office/drawing/2014/main" id="{A18E92CE-963E-14C6-2BFD-584FAEA95D17}"/>
                    </a:ext>
                  </a:extLst>
                </p14:cNvPr>
                <p14:cNvContentPartPr/>
                <p14:nvPr/>
              </p14:nvContentPartPr>
              <p14:xfrm>
                <a:off x="7184916" y="2765397"/>
                <a:ext cx="16200" cy="176040"/>
              </p14:xfrm>
            </p:contentPart>
          </mc:Choice>
          <mc:Fallback>
            <p:pic>
              <p:nvPicPr>
                <p:cNvPr id="351" name="インク 350">
                  <a:extLst>
                    <a:ext uri="{FF2B5EF4-FFF2-40B4-BE49-F238E27FC236}">
                      <a16:creationId xmlns:a16="http://schemas.microsoft.com/office/drawing/2014/main" id="{A18E92CE-963E-14C6-2BFD-584FAEA95D1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76276" y="2756397"/>
                  <a:ext cx="33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52" name="インク 351">
                  <a:extLst>
                    <a:ext uri="{FF2B5EF4-FFF2-40B4-BE49-F238E27FC236}">
                      <a16:creationId xmlns:a16="http://schemas.microsoft.com/office/drawing/2014/main" id="{546ACDA5-BBE4-58AB-4949-EB8793EFE58F}"/>
                    </a:ext>
                  </a:extLst>
                </p14:cNvPr>
                <p14:cNvContentPartPr/>
                <p14:nvPr/>
              </p14:nvContentPartPr>
              <p14:xfrm>
                <a:off x="7208316" y="2859717"/>
                <a:ext cx="65880" cy="26640"/>
              </p14:xfrm>
            </p:contentPart>
          </mc:Choice>
          <mc:Fallback>
            <p:pic>
              <p:nvPicPr>
                <p:cNvPr id="352" name="インク 351">
                  <a:extLst>
                    <a:ext uri="{FF2B5EF4-FFF2-40B4-BE49-F238E27FC236}">
                      <a16:creationId xmlns:a16="http://schemas.microsoft.com/office/drawing/2014/main" id="{546ACDA5-BBE4-58AB-4949-EB8793EFE58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99676" y="2850717"/>
                  <a:ext cx="83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53" name="インク 352">
                  <a:extLst>
                    <a:ext uri="{FF2B5EF4-FFF2-40B4-BE49-F238E27FC236}">
                      <a16:creationId xmlns:a16="http://schemas.microsoft.com/office/drawing/2014/main" id="{FC2F31D7-963D-DCCC-674D-AD368AFD7BAA}"/>
                    </a:ext>
                  </a:extLst>
                </p14:cNvPr>
                <p14:cNvContentPartPr/>
                <p14:nvPr/>
              </p14:nvContentPartPr>
              <p14:xfrm>
                <a:off x="7274556" y="2777997"/>
                <a:ext cx="19800" cy="21240"/>
              </p14:xfrm>
            </p:contentPart>
          </mc:Choice>
          <mc:Fallback>
            <p:pic>
              <p:nvPicPr>
                <p:cNvPr id="353" name="インク 352">
                  <a:extLst>
                    <a:ext uri="{FF2B5EF4-FFF2-40B4-BE49-F238E27FC236}">
                      <a16:creationId xmlns:a16="http://schemas.microsoft.com/office/drawing/2014/main" id="{FC2F31D7-963D-DCCC-674D-AD368AFD7BA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65916" y="2769357"/>
                  <a:ext cx="37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54" name="インク 353">
                  <a:extLst>
                    <a:ext uri="{FF2B5EF4-FFF2-40B4-BE49-F238E27FC236}">
                      <a16:creationId xmlns:a16="http://schemas.microsoft.com/office/drawing/2014/main" id="{C8E5196E-DADE-A2F1-2C64-E576EC1727D4}"/>
                    </a:ext>
                  </a:extLst>
                </p14:cNvPr>
                <p14:cNvContentPartPr/>
                <p14:nvPr/>
              </p14:nvContentPartPr>
              <p14:xfrm>
                <a:off x="7305876" y="2771517"/>
                <a:ext cx="13320" cy="16920"/>
              </p14:xfrm>
            </p:contentPart>
          </mc:Choice>
          <mc:Fallback>
            <p:pic>
              <p:nvPicPr>
                <p:cNvPr id="354" name="インク 353">
                  <a:extLst>
                    <a:ext uri="{FF2B5EF4-FFF2-40B4-BE49-F238E27FC236}">
                      <a16:creationId xmlns:a16="http://schemas.microsoft.com/office/drawing/2014/main" id="{C8E5196E-DADE-A2F1-2C64-E576EC1727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97236" y="2762517"/>
                  <a:ext cx="30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55" name="インク 354">
                  <a:extLst>
                    <a:ext uri="{FF2B5EF4-FFF2-40B4-BE49-F238E27FC236}">
                      <a16:creationId xmlns:a16="http://schemas.microsoft.com/office/drawing/2014/main" id="{8541809C-7412-4D6F-36C0-B374C505794A}"/>
                    </a:ext>
                  </a:extLst>
                </p14:cNvPr>
                <p14:cNvContentPartPr/>
                <p14:nvPr/>
              </p14:nvContentPartPr>
              <p14:xfrm>
                <a:off x="7403076" y="2786277"/>
                <a:ext cx="65160" cy="6480"/>
              </p14:xfrm>
            </p:contentPart>
          </mc:Choice>
          <mc:Fallback>
            <p:pic>
              <p:nvPicPr>
                <p:cNvPr id="355" name="インク 354">
                  <a:extLst>
                    <a:ext uri="{FF2B5EF4-FFF2-40B4-BE49-F238E27FC236}">
                      <a16:creationId xmlns:a16="http://schemas.microsoft.com/office/drawing/2014/main" id="{8541809C-7412-4D6F-36C0-B374C505794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394436" y="2777277"/>
                  <a:ext cx="82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56" name="インク 355">
                  <a:extLst>
                    <a:ext uri="{FF2B5EF4-FFF2-40B4-BE49-F238E27FC236}">
                      <a16:creationId xmlns:a16="http://schemas.microsoft.com/office/drawing/2014/main" id="{F04329F9-809B-9F6B-18A3-CFDD539BFDEB}"/>
                    </a:ext>
                  </a:extLst>
                </p14:cNvPr>
                <p14:cNvContentPartPr/>
                <p14:nvPr/>
              </p14:nvContentPartPr>
              <p14:xfrm>
                <a:off x="7385796" y="2834517"/>
                <a:ext cx="132840" cy="116280"/>
              </p14:xfrm>
            </p:contentPart>
          </mc:Choice>
          <mc:Fallback>
            <p:pic>
              <p:nvPicPr>
                <p:cNvPr id="356" name="インク 355">
                  <a:extLst>
                    <a:ext uri="{FF2B5EF4-FFF2-40B4-BE49-F238E27FC236}">
                      <a16:creationId xmlns:a16="http://schemas.microsoft.com/office/drawing/2014/main" id="{F04329F9-809B-9F6B-18A3-CFDD539BFD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376796" y="2825517"/>
                  <a:ext cx="15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57" name="インク 356">
                  <a:extLst>
                    <a:ext uri="{FF2B5EF4-FFF2-40B4-BE49-F238E27FC236}">
                      <a16:creationId xmlns:a16="http://schemas.microsoft.com/office/drawing/2014/main" id="{3F92230D-CF86-DA5C-C78A-4D46D053B435}"/>
                    </a:ext>
                  </a:extLst>
                </p14:cNvPr>
                <p14:cNvContentPartPr/>
                <p14:nvPr/>
              </p14:nvContentPartPr>
              <p14:xfrm>
                <a:off x="7620516" y="2877717"/>
                <a:ext cx="33840" cy="24840"/>
              </p14:xfrm>
            </p:contentPart>
          </mc:Choice>
          <mc:Fallback>
            <p:pic>
              <p:nvPicPr>
                <p:cNvPr id="357" name="インク 356">
                  <a:extLst>
                    <a:ext uri="{FF2B5EF4-FFF2-40B4-BE49-F238E27FC236}">
                      <a16:creationId xmlns:a16="http://schemas.microsoft.com/office/drawing/2014/main" id="{3F92230D-CF86-DA5C-C78A-4D46D053B43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611516" y="2868717"/>
                  <a:ext cx="51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58" name="インク 357">
                  <a:extLst>
                    <a:ext uri="{FF2B5EF4-FFF2-40B4-BE49-F238E27FC236}">
                      <a16:creationId xmlns:a16="http://schemas.microsoft.com/office/drawing/2014/main" id="{8752F379-BE42-D52A-8F72-DC8E850DC0FF}"/>
                    </a:ext>
                  </a:extLst>
                </p14:cNvPr>
                <p14:cNvContentPartPr/>
                <p14:nvPr/>
              </p14:nvContentPartPr>
              <p14:xfrm>
                <a:off x="7666956" y="2866557"/>
                <a:ext cx="19440" cy="8280"/>
              </p14:xfrm>
            </p:contentPart>
          </mc:Choice>
          <mc:Fallback>
            <p:pic>
              <p:nvPicPr>
                <p:cNvPr id="358" name="インク 357">
                  <a:extLst>
                    <a:ext uri="{FF2B5EF4-FFF2-40B4-BE49-F238E27FC236}">
                      <a16:creationId xmlns:a16="http://schemas.microsoft.com/office/drawing/2014/main" id="{8752F379-BE42-D52A-8F72-DC8E850DC0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657956" y="2857917"/>
                  <a:ext cx="37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59" name="インク 358">
                  <a:extLst>
                    <a:ext uri="{FF2B5EF4-FFF2-40B4-BE49-F238E27FC236}">
                      <a16:creationId xmlns:a16="http://schemas.microsoft.com/office/drawing/2014/main" id="{7E128D3A-442A-736F-AAAF-EB57E9ECBEC3}"/>
                    </a:ext>
                  </a:extLst>
                </p14:cNvPr>
                <p14:cNvContentPartPr/>
                <p14:nvPr/>
              </p14:nvContentPartPr>
              <p14:xfrm>
                <a:off x="7728156" y="2867637"/>
                <a:ext cx="22320" cy="67320"/>
              </p14:xfrm>
            </p:contentPart>
          </mc:Choice>
          <mc:Fallback>
            <p:pic>
              <p:nvPicPr>
                <p:cNvPr id="359" name="インク 358">
                  <a:extLst>
                    <a:ext uri="{FF2B5EF4-FFF2-40B4-BE49-F238E27FC236}">
                      <a16:creationId xmlns:a16="http://schemas.microsoft.com/office/drawing/2014/main" id="{7E128D3A-442A-736F-AAAF-EB57E9ECBEC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19156" y="2858637"/>
                  <a:ext cx="39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61" name="インク 360">
                  <a:extLst>
                    <a:ext uri="{FF2B5EF4-FFF2-40B4-BE49-F238E27FC236}">
                      <a16:creationId xmlns:a16="http://schemas.microsoft.com/office/drawing/2014/main" id="{15299A76-CCF0-CF09-2BB2-BBAC78A05072}"/>
                    </a:ext>
                  </a:extLst>
                </p14:cNvPr>
                <p14:cNvContentPartPr/>
                <p14:nvPr/>
              </p14:nvContentPartPr>
              <p14:xfrm>
                <a:off x="7838316" y="2776917"/>
                <a:ext cx="28800" cy="66600"/>
              </p14:xfrm>
            </p:contentPart>
          </mc:Choice>
          <mc:Fallback>
            <p:pic>
              <p:nvPicPr>
                <p:cNvPr id="361" name="インク 360">
                  <a:extLst>
                    <a:ext uri="{FF2B5EF4-FFF2-40B4-BE49-F238E27FC236}">
                      <a16:creationId xmlns:a16="http://schemas.microsoft.com/office/drawing/2014/main" id="{15299A76-CCF0-CF09-2BB2-BBAC78A0507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29316" y="2768277"/>
                  <a:ext cx="46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62" name="インク 361">
                  <a:extLst>
                    <a:ext uri="{FF2B5EF4-FFF2-40B4-BE49-F238E27FC236}">
                      <a16:creationId xmlns:a16="http://schemas.microsoft.com/office/drawing/2014/main" id="{452CB579-D1B0-FBD9-7AB7-C4ECF2D3DB56}"/>
                    </a:ext>
                  </a:extLst>
                </p14:cNvPr>
                <p14:cNvContentPartPr/>
                <p14:nvPr/>
              </p14:nvContentPartPr>
              <p14:xfrm>
                <a:off x="7857036" y="2784837"/>
                <a:ext cx="75960" cy="143640"/>
              </p14:xfrm>
            </p:contentPart>
          </mc:Choice>
          <mc:Fallback>
            <p:pic>
              <p:nvPicPr>
                <p:cNvPr id="362" name="インク 361">
                  <a:extLst>
                    <a:ext uri="{FF2B5EF4-FFF2-40B4-BE49-F238E27FC236}">
                      <a16:creationId xmlns:a16="http://schemas.microsoft.com/office/drawing/2014/main" id="{452CB579-D1B0-FBD9-7AB7-C4ECF2D3DB5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48396" y="2775837"/>
                  <a:ext cx="93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63" name="インク 362">
                  <a:extLst>
                    <a:ext uri="{FF2B5EF4-FFF2-40B4-BE49-F238E27FC236}">
                      <a16:creationId xmlns:a16="http://schemas.microsoft.com/office/drawing/2014/main" id="{B53D59ED-AADE-DA9E-01FE-81EBFB6D8238}"/>
                    </a:ext>
                  </a:extLst>
                </p14:cNvPr>
                <p14:cNvContentPartPr/>
                <p14:nvPr/>
              </p14:nvContentPartPr>
              <p14:xfrm>
                <a:off x="7984476" y="2774397"/>
                <a:ext cx="11880" cy="27720"/>
              </p14:xfrm>
            </p:contentPart>
          </mc:Choice>
          <mc:Fallback>
            <p:pic>
              <p:nvPicPr>
                <p:cNvPr id="363" name="インク 362">
                  <a:extLst>
                    <a:ext uri="{FF2B5EF4-FFF2-40B4-BE49-F238E27FC236}">
                      <a16:creationId xmlns:a16="http://schemas.microsoft.com/office/drawing/2014/main" id="{B53D59ED-AADE-DA9E-01FE-81EBFB6D823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75836" y="2765397"/>
                  <a:ext cx="29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64" name="インク 363">
                  <a:extLst>
                    <a:ext uri="{FF2B5EF4-FFF2-40B4-BE49-F238E27FC236}">
                      <a16:creationId xmlns:a16="http://schemas.microsoft.com/office/drawing/2014/main" id="{AD863FFE-00F3-D278-4A59-1AC2218345C9}"/>
                    </a:ext>
                  </a:extLst>
                </p14:cNvPr>
                <p14:cNvContentPartPr/>
                <p14:nvPr/>
              </p14:nvContentPartPr>
              <p14:xfrm>
                <a:off x="8017236" y="2769357"/>
                <a:ext cx="11160" cy="25920"/>
              </p14:xfrm>
            </p:contentPart>
          </mc:Choice>
          <mc:Fallback>
            <p:pic>
              <p:nvPicPr>
                <p:cNvPr id="364" name="インク 363">
                  <a:extLst>
                    <a:ext uri="{FF2B5EF4-FFF2-40B4-BE49-F238E27FC236}">
                      <a16:creationId xmlns:a16="http://schemas.microsoft.com/office/drawing/2014/main" id="{AD863FFE-00F3-D278-4A59-1AC2218345C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008596" y="2760717"/>
                  <a:ext cx="2880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403" name="インク 402">
                <a:extLst>
                  <a:ext uri="{FF2B5EF4-FFF2-40B4-BE49-F238E27FC236}">
                    <a16:creationId xmlns:a16="http://schemas.microsoft.com/office/drawing/2014/main" id="{6903D987-9D75-5E82-D043-748523F582D0}"/>
                  </a:ext>
                </a:extLst>
              </p14:cNvPr>
              <p14:cNvContentPartPr/>
              <p14:nvPr/>
            </p14:nvContentPartPr>
            <p14:xfrm>
              <a:off x="5684655" y="5348784"/>
              <a:ext cx="136440" cy="112680"/>
            </p14:xfrm>
          </p:contentPart>
        </mc:Choice>
        <mc:Fallback>
          <p:pic>
            <p:nvPicPr>
              <p:cNvPr id="403" name="インク 402">
                <a:extLst>
                  <a:ext uri="{FF2B5EF4-FFF2-40B4-BE49-F238E27FC236}">
                    <a16:creationId xmlns:a16="http://schemas.microsoft.com/office/drawing/2014/main" id="{6903D987-9D75-5E82-D043-748523F582D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675655" y="5339784"/>
                <a:ext cx="1540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404" name="インク 403">
                <a:extLst>
                  <a:ext uri="{FF2B5EF4-FFF2-40B4-BE49-F238E27FC236}">
                    <a16:creationId xmlns:a16="http://schemas.microsoft.com/office/drawing/2014/main" id="{179DAA00-3BD8-63C1-B6BA-8A9D9010231B}"/>
                  </a:ext>
                </a:extLst>
              </p14:cNvPr>
              <p14:cNvContentPartPr/>
              <p14:nvPr/>
            </p14:nvContentPartPr>
            <p14:xfrm>
              <a:off x="5753415" y="5371104"/>
              <a:ext cx="30600" cy="150480"/>
            </p14:xfrm>
          </p:contentPart>
        </mc:Choice>
        <mc:Fallback>
          <p:pic>
            <p:nvPicPr>
              <p:cNvPr id="404" name="インク 403">
                <a:extLst>
                  <a:ext uri="{FF2B5EF4-FFF2-40B4-BE49-F238E27FC236}">
                    <a16:creationId xmlns:a16="http://schemas.microsoft.com/office/drawing/2014/main" id="{179DAA00-3BD8-63C1-B6BA-8A9D9010231B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744415" y="5362464"/>
                <a:ext cx="482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405" name="インク 404">
                <a:extLst>
                  <a:ext uri="{FF2B5EF4-FFF2-40B4-BE49-F238E27FC236}">
                    <a16:creationId xmlns:a16="http://schemas.microsoft.com/office/drawing/2014/main" id="{96529409-B5BB-6977-45DA-8A66B9FCC25F}"/>
                  </a:ext>
                </a:extLst>
              </p14:cNvPr>
              <p14:cNvContentPartPr/>
              <p14:nvPr/>
            </p14:nvContentPartPr>
            <p14:xfrm>
              <a:off x="5611935" y="5290824"/>
              <a:ext cx="276840" cy="274680"/>
            </p14:xfrm>
          </p:contentPart>
        </mc:Choice>
        <mc:Fallback>
          <p:pic>
            <p:nvPicPr>
              <p:cNvPr id="405" name="インク 404">
                <a:extLst>
                  <a:ext uri="{FF2B5EF4-FFF2-40B4-BE49-F238E27FC236}">
                    <a16:creationId xmlns:a16="http://schemas.microsoft.com/office/drawing/2014/main" id="{96529409-B5BB-6977-45DA-8A66B9FCC25F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603295" y="5281824"/>
                <a:ext cx="29448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4" name="グループ化 433">
            <a:extLst>
              <a:ext uri="{FF2B5EF4-FFF2-40B4-BE49-F238E27FC236}">
                <a16:creationId xmlns:a16="http://schemas.microsoft.com/office/drawing/2014/main" id="{BC224036-3E43-EC75-8935-0C939B5A9D4A}"/>
              </a:ext>
            </a:extLst>
          </p:cNvPr>
          <p:cNvGrpSpPr/>
          <p:nvPr/>
        </p:nvGrpSpPr>
        <p:grpSpPr>
          <a:xfrm>
            <a:off x="6044655" y="4128744"/>
            <a:ext cx="2345400" cy="1408680"/>
            <a:chOff x="6044655" y="4128744"/>
            <a:chExt cx="2345400" cy="14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71" name="インク 370">
                  <a:extLst>
                    <a:ext uri="{FF2B5EF4-FFF2-40B4-BE49-F238E27FC236}">
                      <a16:creationId xmlns:a16="http://schemas.microsoft.com/office/drawing/2014/main" id="{A0EE2638-CB3E-BC1F-E8BC-68588FBBEDC3}"/>
                    </a:ext>
                  </a:extLst>
                </p14:cNvPr>
                <p14:cNvContentPartPr/>
                <p14:nvPr/>
              </p14:nvContentPartPr>
              <p14:xfrm>
                <a:off x="7245975" y="5038104"/>
                <a:ext cx="83880" cy="32400"/>
              </p14:xfrm>
            </p:contentPart>
          </mc:Choice>
          <mc:Fallback>
            <p:pic>
              <p:nvPicPr>
                <p:cNvPr id="371" name="インク 370">
                  <a:extLst>
                    <a:ext uri="{FF2B5EF4-FFF2-40B4-BE49-F238E27FC236}">
                      <a16:creationId xmlns:a16="http://schemas.microsoft.com/office/drawing/2014/main" id="{A0EE2638-CB3E-BC1F-E8BC-68588FBBEDC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37335" y="5029464"/>
                  <a:ext cx="101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72" name="インク 371">
                  <a:extLst>
                    <a:ext uri="{FF2B5EF4-FFF2-40B4-BE49-F238E27FC236}">
                      <a16:creationId xmlns:a16="http://schemas.microsoft.com/office/drawing/2014/main" id="{D8D257E5-66A0-2228-F02D-0A72D3B6EB58}"/>
                    </a:ext>
                  </a:extLst>
                </p14:cNvPr>
                <p14:cNvContentPartPr/>
                <p14:nvPr/>
              </p14:nvContentPartPr>
              <p14:xfrm>
                <a:off x="7243815" y="5100384"/>
                <a:ext cx="105840" cy="28800"/>
              </p14:xfrm>
            </p:contentPart>
          </mc:Choice>
          <mc:Fallback>
            <p:pic>
              <p:nvPicPr>
                <p:cNvPr id="372" name="インク 371">
                  <a:extLst>
                    <a:ext uri="{FF2B5EF4-FFF2-40B4-BE49-F238E27FC236}">
                      <a16:creationId xmlns:a16="http://schemas.microsoft.com/office/drawing/2014/main" id="{D8D257E5-66A0-2228-F02D-0A72D3B6EB5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34815" y="5091744"/>
                  <a:ext cx="123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73" name="インク 372">
                  <a:extLst>
                    <a:ext uri="{FF2B5EF4-FFF2-40B4-BE49-F238E27FC236}">
                      <a16:creationId xmlns:a16="http://schemas.microsoft.com/office/drawing/2014/main" id="{589172C6-19C8-C51D-0889-776BE7837E4C}"/>
                    </a:ext>
                  </a:extLst>
                </p14:cNvPr>
                <p14:cNvContentPartPr/>
                <p14:nvPr/>
              </p14:nvContentPartPr>
              <p14:xfrm>
                <a:off x="7305015" y="5131344"/>
                <a:ext cx="21960" cy="77400"/>
              </p14:xfrm>
            </p:contentPart>
          </mc:Choice>
          <mc:Fallback>
            <p:pic>
              <p:nvPicPr>
                <p:cNvPr id="373" name="インク 372">
                  <a:extLst>
                    <a:ext uri="{FF2B5EF4-FFF2-40B4-BE49-F238E27FC236}">
                      <a16:creationId xmlns:a16="http://schemas.microsoft.com/office/drawing/2014/main" id="{589172C6-19C8-C51D-0889-776BE7837E4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96375" y="5122344"/>
                  <a:ext cx="39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74" name="インク 373">
                  <a:extLst>
                    <a:ext uri="{FF2B5EF4-FFF2-40B4-BE49-F238E27FC236}">
                      <a16:creationId xmlns:a16="http://schemas.microsoft.com/office/drawing/2014/main" id="{B870A7F4-E19B-0D78-9F0C-DE6AE6F5CA65}"/>
                    </a:ext>
                  </a:extLst>
                </p14:cNvPr>
                <p14:cNvContentPartPr/>
                <p14:nvPr/>
              </p14:nvContentPartPr>
              <p14:xfrm>
                <a:off x="7375215" y="5023344"/>
                <a:ext cx="11880" cy="28080"/>
              </p14:xfrm>
            </p:contentPart>
          </mc:Choice>
          <mc:Fallback>
            <p:pic>
              <p:nvPicPr>
                <p:cNvPr id="374" name="インク 373">
                  <a:extLst>
                    <a:ext uri="{FF2B5EF4-FFF2-40B4-BE49-F238E27FC236}">
                      <a16:creationId xmlns:a16="http://schemas.microsoft.com/office/drawing/2014/main" id="{B870A7F4-E19B-0D78-9F0C-DE6AE6F5CA6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366575" y="5014344"/>
                  <a:ext cx="29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375" name="インク 374">
                  <a:extLst>
                    <a:ext uri="{FF2B5EF4-FFF2-40B4-BE49-F238E27FC236}">
                      <a16:creationId xmlns:a16="http://schemas.microsoft.com/office/drawing/2014/main" id="{09C32A1C-84CB-1F7B-40D3-B0503D52110F}"/>
                    </a:ext>
                  </a:extLst>
                </p14:cNvPr>
                <p14:cNvContentPartPr/>
                <p14:nvPr/>
              </p14:nvContentPartPr>
              <p14:xfrm>
                <a:off x="7398615" y="5020824"/>
                <a:ext cx="11160" cy="28440"/>
              </p14:xfrm>
            </p:contentPart>
          </mc:Choice>
          <mc:Fallback>
            <p:pic>
              <p:nvPicPr>
                <p:cNvPr id="375" name="インク 374">
                  <a:extLst>
                    <a:ext uri="{FF2B5EF4-FFF2-40B4-BE49-F238E27FC236}">
                      <a16:creationId xmlns:a16="http://schemas.microsoft.com/office/drawing/2014/main" id="{09C32A1C-84CB-1F7B-40D3-B0503D52110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89615" y="5012184"/>
                  <a:ext cx="28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76" name="インク 375">
                  <a:extLst>
                    <a:ext uri="{FF2B5EF4-FFF2-40B4-BE49-F238E27FC236}">
                      <a16:creationId xmlns:a16="http://schemas.microsoft.com/office/drawing/2014/main" id="{E993BA7B-5ED8-57DB-D72F-53939AE3C1BF}"/>
                    </a:ext>
                  </a:extLst>
                </p14:cNvPr>
                <p14:cNvContentPartPr/>
                <p14:nvPr/>
              </p14:nvContentPartPr>
              <p14:xfrm>
                <a:off x="7426695" y="5101104"/>
                <a:ext cx="58320" cy="30240"/>
              </p14:xfrm>
            </p:contentPart>
          </mc:Choice>
          <mc:Fallback>
            <p:pic>
              <p:nvPicPr>
                <p:cNvPr id="376" name="インク 375">
                  <a:extLst>
                    <a:ext uri="{FF2B5EF4-FFF2-40B4-BE49-F238E27FC236}">
                      <a16:creationId xmlns:a16="http://schemas.microsoft.com/office/drawing/2014/main" id="{E993BA7B-5ED8-57DB-D72F-53939AE3C1B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17695" y="5092104"/>
                  <a:ext cx="75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77" name="インク 376">
                  <a:extLst>
                    <a:ext uri="{FF2B5EF4-FFF2-40B4-BE49-F238E27FC236}">
                      <a16:creationId xmlns:a16="http://schemas.microsoft.com/office/drawing/2014/main" id="{A9295305-0ED1-F48D-5C6E-088C9D1E81BB}"/>
                    </a:ext>
                  </a:extLst>
                </p14:cNvPr>
                <p14:cNvContentPartPr/>
                <p14:nvPr/>
              </p14:nvContentPartPr>
              <p14:xfrm>
                <a:off x="7536495" y="4984104"/>
                <a:ext cx="69840" cy="198360"/>
              </p14:xfrm>
            </p:contentPart>
          </mc:Choice>
          <mc:Fallback>
            <p:pic>
              <p:nvPicPr>
                <p:cNvPr id="377" name="インク 376">
                  <a:extLst>
                    <a:ext uri="{FF2B5EF4-FFF2-40B4-BE49-F238E27FC236}">
                      <a16:creationId xmlns:a16="http://schemas.microsoft.com/office/drawing/2014/main" id="{A9295305-0ED1-F48D-5C6E-088C9D1E81B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27855" y="4975464"/>
                  <a:ext cx="87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78" name="インク 377">
                  <a:extLst>
                    <a:ext uri="{FF2B5EF4-FFF2-40B4-BE49-F238E27FC236}">
                      <a16:creationId xmlns:a16="http://schemas.microsoft.com/office/drawing/2014/main" id="{AF10993A-66D8-FABB-8D5F-4B130289E32B}"/>
                    </a:ext>
                  </a:extLst>
                </p14:cNvPr>
                <p14:cNvContentPartPr/>
                <p14:nvPr/>
              </p14:nvContentPartPr>
              <p14:xfrm>
                <a:off x="7524255" y="5111544"/>
                <a:ext cx="51120" cy="4680"/>
              </p14:xfrm>
            </p:contentPart>
          </mc:Choice>
          <mc:Fallback>
            <p:pic>
              <p:nvPicPr>
                <p:cNvPr id="378" name="インク 377">
                  <a:extLst>
                    <a:ext uri="{FF2B5EF4-FFF2-40B4-BE49-F238E27FC236}">
                      <a16:creationId xmlns:a16="http://schemas.microsoft.com/office/drawing/2014/main" id="{AF10993A-66D8-FABB-8D5F-4B130289E32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15255" y="5102904"/>
                  <a:ext cx="68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80" name="インク 379">
                  <a:extLst>
                    <a:ext uri="{FF2B5EF4-FFF2-40B4-BE49-F238E27FC236}">
                      <a16:creationId xmlns:a16="http://schemas.microsoft.com/office/drawing/2014/main" id="{6C8BE523-6579-3D6E-56CB-8F41E3E59590}"/>
                    </a:ext>
                  </a:extLst>
                </p14:cNvPr>
                <p14:cNvContentPartPr/>
                <p14:nvPr/>
              </p14:nvContentPartPr>
              <p14:xfrm>
                <a:off x="7693455" y="5030184"/>
                <a:ext cx="72720" cy="29880"/>
              </p14:xfrm>
            </p:contentPart>
          </mc:Choice>
          <mc:Fallback>
            <p:pic>
              <p:nvPicPr>
                <p:cNvPr id="380" name="インク 379">
                  <a:extLst>
                    <a:ext uri="{FF2B5EF4-FFF2-40B4-BE49-F238E27FC236}">
                      <a16:creationId xmlns:a16="http://schemas.microsoft.com/office/drawing/2014/main" id="{6C8BE523-6579-3D6E-56CB-8F41E3E5959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84815" y="5021544"/>
                  <a:ext cx="90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81" name="インク 380">
                  <a:extLst>
                    <a:ext uri="{FF2B5EF4-FFF2-40B4-BE49-F238E27FC236}">
                      <a16:creationId xmlns:a16="http://schemas.microsoft.com/office/drawing/2014/main" id="{E92F6F85-8E99-582A-2E9C-D885A1C0FF51}"/>
                    </a:ext>
                  </a:extLst>
                </p14:cNvPr>
                <p14:cNvContentPartPr/>
                <p14:nvPr/>
              </p14:nvContentPartPr>
              <p14:xfrm>
                <a:off x="7711815" y="5016864"/>
                <a:ext cx="81000" cy="84240"/>
              </p14:xfrm>
            </p:contentPart>
          </mc:Choice>
          <mc:Fallback>
            <p:pic>
              <p:nvPicPr>
                <p:cNvPr id="381" name="インク 380">
                  <a:extLst>
                    <a:ext uri="{FF2B5EF4-FFF2-40B4-BE49-F238E27FC236}">
                      <a16:creationId xmlns:a16="http://schemas.microsoft.com/office/drawing/2014/main" id="{E92F6F85-8E99-582A-2E9C-D885A1C0FF5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03175" y="5008224"/>
                  <a:ext cx="98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82" name="インク 381">
                  <a:extLst>
                    <a:ext uri="{FF2B5EF4-FFF2-40B4-BE49-F238E27FC236}">
                      <a16:creationId xmlns:a16="http://schemas.microsoft.com/office/drawing/2014/main" id="{9D8D5401-9D8B-29DB-764E-180727098FA8}"/>
                    </a:ext>
                  </a:extLst>
                </p14:cNvPr>
                <p14:cNvContentPartPr/>
                <p14:nvPr/>
              </p14:nvContentPartPr>
              <p14:xfrm>
                <a:off x="7742055" y="5076264"/>
                <a:ext cx="63360" cy="90360"/>
              </p14:xfrm>
            </p:contentPart>
          </mc:Choice>
          <mc:Fallback>
            <p:pic>
              <p:nvPicPr>
                <p:cNvPr id="382" name="インク 381">
                  <a:extLst>
                    <a:ext uri="{FF2B5EF4-FFF2-40B4-BE49-F238E27FC236}">
                      <a16:creationId xmlns:a16="http://schemas.microsoft.com/office/drawing/2014/main" id="{9D8D5401-9D8B-29DB-764E-180727098FA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33055" y="5067264"/>
                  <a:ext cx="81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84" name="インク 383">
                  <a:extLst>
                    <a:ext uri="{FF2B5EF4-FFF2-40B4-BE49-F238E27FC236}">
                      <a16:creationId xmlns:a16="http://schemas.microsoft.com/office/drawing/2014/main" id="{30CD8B10-EEC9-554C-BF96-35BBAC131326}"/>
                    </a:ext>
                  </a:extLst>
                </p14:cNvPr>
                <p14:cNvContentPartPr/>
                <p14:nvPr/>
              </p14:nvContentPartPr>
              <p14:xfrm>
                <a:off x="7894335" y="4984464"/>
                <a:ext cx="106200" cy="38880"/>
              </p14:xfrm>
            </p:contentPart>
          </mc:Choice>
          <mc:Fallback>
            <p:pic>
              <p:nvPicPr>
                <p:cNvPr id="384" name="インク 383">
                  <a:extLst>
                    <a:ext uri="{FF2B5EF4-FFF2-40B4-BE49-F238E27FC236}">
                      <a16:creationId xmlns:a16="http://schemas.microsoft.com/office/drawing/2014/main" id="{30CD8B10-EEC9-554C-BF96-35BBAC1313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85695" y="4975464"/>
                  <a:ext cx="123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85" name="インク 384">
                  <a:extLst>
                    <a:ext uri="{FF2B5EF4-FFF2-40B4-BE49-F238E27FC236}">
                      <a16:creationId xmlns:a16="http://schemas.microsoft.com/office/drawing/2014/main" id="{FD05A3CF-FA66-FE4D-B411-1959C1023733}"/>
                    </a:ext>
                  </a:extLst>
                </p14:cNvPr>
                <p14:cNvContentPartPr/>
                <p14:nvPr/>
              </p14:nvContentPartPr>
              <p14:xfrm>
                <a:off x="7925655" y="5047824"/>
                <a:ext cx="51840" cy="18720"/>
              </p14:xfrm>
            </p:contentPart>
          </mc:Choice>
          <mc:Fallback>
            <p:pic>
              <p:nvPicPr>
                <p:cNvPr id="385" name="インク 384">
                  <a:extLst>
                    <a:ext uri="{FF2B5EF4-FFF2-40B4-BE49-F238E27FC236}">
                      <a16:creationId xmlns:a16="http://schemas.microsoft.com/office/drawing/2014/main" id="{FD05A3CF-FA66-FE4D-B411-1959C102373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16655" y="5039184"/>
                  <a:ext cx="69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86" name="インク 385">
                  <a:extLst>
                    <a:ext uri="{FF2B5EF4-FFF2-40B4-BE49-F238E27FC236}">
                      <a16:creationId xmlns:a16="http://schemas.microsoft.com/office/drawing/2014/main" id="{5E0151E9-9029-F982-EEBD-3EDA9C28189C}"/>
                    </a:ext>
                  </a:extLst>
                </p14:cNvPr>
                <p14:cNvContentPartPr/>
                <p14:nvPr/>
              </p14:nvContentPartPr>
              <p14:xfrm>
                <a:off x="7875975" y="5026944"/>
                <a:ext cx="38520" cy="162720"/>
              </p14:xfrm>
            </p:contentPart>
          </mc:Choice>
          <mc:Fallback>
            <p:pic>
              <p:nvPicPr>
                <p:cNvPr id="386" name="インク 385">
                  <a:extLst>
                    <a:ext uri="{FF2B5EF4-FFF2-40B4-BE49-F238E27FC236}">
                      <a16:creationId xmlns:a16="http://schemas.microsoft.com/office/drawing/2014/main" id="{5E0151E9-9029-F982-EEBD-3EDA9C28189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866975" y="5018304"/>
                  <a:ext cx="56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87" name="インク 386">
                  <a:extLst>
                    <a:ext uri="{FF2B5EF4-FFF2-40B4-BE49-F238E27FC236}">
                      <a16:creationId xmlns:a16="http://schemas.microsoft.com/office/drawing/2014/main" id="{F3E674B6-D7C1-3986-0BEF-C987764189D7}"/>
                    </a:ext>
                  </a:extLst>
                </p14:cNvPr>
                <p14:cNvContentPartPr/>
                <p14:nvPr/>
              </p14:nvContentPartPr>
              <p14:xfrm>
                <a:off x="7929975" y="5087064"/>
                <a:ext cx="100800" cy="16560"/>
              </p14:xfrm>
            </p:contentPart>
          </mc:Choice>
          <mc:Fallback>
            <p:pic>
              <p:nvPicPr>
                <p:cNvPr id="387" name="インク 386">
                  <a:extLst>
                    <a:ext uri="{FF2B5EF4-FFF2-40B4-BE49-F238E27FC236}">
                      <a16:creationId xmlns:a16="http://schemas.microsoft.com/office/drawing/2014/main" id="{F3E674B6-D7C1-3986-0BEF-C987764189D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21335" y="5078424"/>
                  <a:ext cx="118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88" name="インク 387">
                  <a:extLst>
                    <a:ext uri="{FF2B5EF4-FFF2-40B4-BE49-F238E27FC236}">
                      <a16:creationId xmlns:a16="http://schemas.microsoft.com/office/drawing/2014/main" id="{20421C01-00D3-8F08-F2E9-E6453FE299E9}"/>
                    </a:ext>
                  </a:extLst>
                </p14:cNvPr>
                <p14:cNvContentPartPr/>
                <p14:nvPr/>
              </p14:nvContentPartPr>
              <p14:xfrm>
                <a:off x="7952295" y="5089224"/>
                <a:ext cx="12960" cy="42480"/>
              </p14:xfrm>
            </p:contentPart>
          </mc:Choice>
          <mc:Fallback>
            <p:pic>
              <p:nvPicPr>
                <p:cNvPr id="388" name="インク 387">
                  <a:extLst>
                    <a:ext uri="{FF2B5EF4-FFF2-40B4-BE49-F238E27FC236}">
                      <a16:creationId xmlns:a16="http://schemas.microsoft.com/office/drawing/2014/main" id="{20421C01-00D3-8F08-F2E9-E6453FE299E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43295" y="5080584"/>
                  <a:ext cx="30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89" name="インク 388">
                  <a:extLst>
                    <a:ext uri="{FF2B5EF4-FFF2-40B4-BE49-F238E27FC236}">
                      <a16:creationId xmlns:a16="http://schemas.microsoft.com/office/drawing/2014/main" id="{CABC5CEE-A0BC-832C-987D-1F3128C874F1}"/>
                    </a:ext>
                  </a:extLst>
                </p14:cNvPr>
                <p14:cNvContentPartPr/>
                <p14:nvPr/>
              </p14:nvContentPartPr>
              <p14:xfrm>
                <a:off x="7980735" y="5072304"/>
                <a:ext cx="14040" cy="68040"/>
              </p14:xfrm>
            </p:contentPart>
          </mc:Choice>
          <mc:Fallback>
            <p:pic>
              <p:nvPicPr>
                <p:cNvPr id="389" name="インク 388">
                  <a:extLst>
                    <a:ext uri="{FF2B5EF4-FFF2-40B4-BE49-F238E27FC236}">
                      <a16:creationId xmlns:a16="http://schemas.microsoft.com/office/drawing/2014/main" id="{CABC5CEE-A0BC-832C-987D-1F3128C874F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72095" y="5063664"/>
                  <a:ext cx="31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90" name="インク 389">
                  <a:extLst>
                    <a:ext uri="{FF2B5EF4-FFF2-40B4-BE49-F238E27FC236}">
                      <a16:creationId xmlns:a16="http://schemas.microsoft.com/office/drawing/2014/main" id="{7FA524D6-8B2A-5AB4-850A-45ED2CB43014}"/>
                    </a:ext>
                  </a:extLst>
                </p14:cNvPr>
                <p14:cNvContentPartPr/>
                <p14:nvPr/>
              </p14:nvContentPartPr>
              <p14:xfrm>
                <a:off x="7919535" y="5136384"/>
                <a:ext cx="125640" cy="25920"/>
              </p14:xfrm>
            </p:contentPart>
          </mc:Choice>
          <mc:Fallback>
            <p:pic>
              <p:nvPicPr>
                <p:cNvPr id="390" name="インク 389">
                  <a:extLst>
                    <a:ext uri="{FF2B5EF4-FFF2-40B4-BE49-F238E27FC236}">
                      <a16:creationId xmlns:a16="http://schemas.microsoft.com/office/drawing/2014/main" id="{7FA524D6-8B2A-5AB4-850A-45ED2CB4301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10535" y="5127384"/>
                  <a:ext cx="143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91" name="インク 390">
                  <a:extLst>
                    <a:ext uri="{FF2B5EF4-FFF2-40B4-BE49-F238E27FC236}">
                      <a16:creationId xmlns:a16="http://schemas.microsoft.com/office/drawing/2014/main" id="{822C6CA7-70E9-6865-76D8-769FE3467E85}"/>
                    </a:ext>
                  </a:extLst>
                </p14:cNvPr>
                <p14:cNvContentPartPr/>
                <p14:nvPr/>
              </p14:nvContentPartPr>
              <p14:xfrm>
                <a:off x="7973535" y="5151864"/>
                <a:ext cx="15840" cy="71640"/>
              </p14:xfrm>
            </p:contentPart>
          </mc:Choice>
          <mc:Fallback>
            <p:pic>
              <p:nvPicPr>
                <p:cNvPr id="391" name="インク 390">
                  <a:extLst>
                    <a:ext uri="{FF2B5EF4-FFF2-40B4-BE49-F238E27FC236}">
                      <a16:creationId xmlns:a16="http://schemas.microsoft.com/office/drawing/2014/main" id="{822C6CA7-70E9-6865-76D8-769FE3467E8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64895" y="5142864"/>
                  <a:ext cx="33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92" name="インク 391">
                  <a:extLst>
                    <a:ext uri="{FF2B5EF4-FFF2-40B4-BE49-F238E27FC236}">
                      <a16:creationId xmlns:a16="http://schemas.microsoft.com/office/drawing/2014/main" id="{ED7F958D-D5CB-C484-9C8E-E66D18FAF58D}"/>
                    </a:ext>
                  </a:extLst>
                </p14:cNvPr>
                <p14:cNvContentPartPr/>
                <p14:nvPr/>
              </p14:nvContentPartPr>
              <p14:xfrm>
                <a:off x="7994775" y="5164104"/>
                <a:ext cx="96480" cy="53640"/>
              </p14:xfrm>
            </p:contentPart>
          </mc:Choice>
          <mc:Fallback>
            <p:pic>
              <p:nvPicPr>
                <p:cNvPr id="392" name="インク 391">
                  <a:extLst>
                    <a:ext uri="{FF2B5EF4-FFF2-40B4-BE49-F238E27FC236}">
                      <a16:creationId xmlns:a16="http://schemas.microsoft.com/office/drawing/2014/main" id="{ED7F958D-D5CB-C484-9C8E-E66D18FAF58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985775" y="5155464"/>
                  <a:ext cx="114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93" name="インク 392">
                  <a:extLst>
                    <a:ext uri="{FF2B5EF4-FFF2-40B4-BE49-F238E27FC236}">
                      <a16:creationId xmlns:a16="http://schemas.microsoft.com/office/drawing/2014/main" id="{837D726E-BBC2-7622-3A00-B12F02B76795}"/>
                    </a:ext>
                  </a:extLst>
                </p14:cNvPr>
                <p14:cNvContentPartPr/>
                <p14:nvPr/>
              </p14:nvContentPartPr>
              <p14:xfrm>
                <a:off x="8157495" y="5022624"/>
                <a:ext cx="16920" cy="136800"/>
              </p14:xfrm>
            </p:contentPart>
          </mc:Choice>
          <mc:Fallback>
            <p:pic>
              <p:nvPicPr>
                <p:cNvPr id="393" name="インク 392">
                  <a:extLst>
                    <a:ext uri="{FF2B5EF4-FFF2-40B4-BE49-F238E27FC236}">
                      <a16:creationId xmlns:a16="http://schemas.microsoft.com/office/drawing/2014/main" id="{837D726E-BBC2-7622-3A00-B12F02B7679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48855" y="5013984"/>
                  <a:ext cx="34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94" name="インク 393">
                  <a:extLst>
                    <a:ext uri="{FF2B5EF4-FFF2-40B4-BE49-F238E27FC236}">
                      <a16:creationId xmlns:a16="http://schemas.microsoft.com/office/drawing/2014/main" id="{CE0FB184-C231-BA6F-D88F-C07DCBE5DEED}"/>
                    </a:ext>
                  </a:extLst>
                </p14:cNvPr>
                <p14:cNvContentPartPr/>
                <p14:nvPr/>
              </p14:nvContentPartPr>
              <p14:xfrm>
                <a:off x="8218695" y="4957824"/>
                <a:ext cx="171360" cy="255240"/>
              </p14:xfrm>
            </p:contentPart>
          </mc:Choice>
          <mc:Fallback>
            <p:pic>
              <p:nvPicPr>
                <p:cNvPr id="394" name="インク 393">
                  <a:extLst>
                    <a:ext uri="{FF2B5EF4-FFF2-40B4-BE49-F238E27FC236}">
                      <a16:creationId xmlns:a16="http://schemas.microsoft.com/office/drawing/2014/main" id="{CE0FB184-C231-BA6F-D88F-C07DCBE5DEE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10055" y="4949184"/>
                  <a:ext cx="189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95" name="インク 394">
                  <a:extLst>
                    <a:ext uri="{FF2B5EF4-FFF2-40B4-BE49-F238E27FC236}">
                      <a16:creationId xmlns:a16="http://schemas.microsoft.com/office/drawing/2014/main" id="{869B58B1-E4F5-A76A-81C2-81ACFAD1315E}"/>
                    </a:ext>
                  </a:extLst>
                </p14:cNvPr>
                <p14:cNvContentPartPr/>
                <p14:nvPr/>
              </p14:nvContentPartPr>
              <p14:xfrm>
                <a:off x="8224455" y="5065824"/>
                <a:ext cx="90000" cy="7560"/>
              </p14:xfrm>
            </p:contentPart>
          </mc:Choice>
          <mc:Fallback>
            <p:pic>
              <p:nvPicPr>
                <p:cNvPr id="395" name="インク 394">
                  <a:extLst>
                    <a:ext uri="{FF2B5EF4-FFF2-40B4-BE49-F238E27FC236}">
                      <a16:creationId xmlns:a16="http://schemas.microsoft.com/office/drawing/2014/main" id="{869B58B1-E4F5-A76A-81C2-81ACFAD1315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215455" y="5056824"/>
                  <a:ext cx="107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96" name="インク 395">
                  <a:extLst>
                    <a:ext uri="{FF2B5EF4-FFF2-40B4-BE49-F238E27FC236}">
                      <a16:creationId xmlns:a16="http://schemas.microsoft.com/office/drawing/2014/main" id="{6211B9B1-037B-0786-E23D-5DEF34617561}"/>
                    </a:ext>
                  </a:extLst>
                </p14:cNvPr>
                <p14:cNvContentPartPr/>
                <p14:nvPr/>
              </p14:nvContentPartPr>
              <p14:xfrm>
                <a:off x="8214015" y="5125224"/>
                <a:ext cx="103680" cy="12240"/>
              </p14:xfrm>
            </p:contentPart>
          </mc:Choice>
          <mc:Fallback>
            <p:pic>
              <p:nvPicPr>
                <p:cNvPr id="396" name="インク 395">
                  <a:extLst>
                    <a:ext uri="{FF2B5EF4-FFF2-40B4-BE49-F238E27FC236}">
                      <a16:creationId xmlns:a16="http://schemas.microsoft.com/office/drawing/2014/main" id="{6211B9B1-037B-0786-E23D-5DEF3461756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205015" y="5116584"/>
                  <a:ext cx="12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97" name="インク 396">
                  <a:extLst>
                    <a:ext uri="{FF2B5EF4-FFF2-40B4-BE49-F238E27FC236}">
                      <a16:creationId xmlns:a16="http://schemas.microsoft.com/office/drawing/2014/main" id="{CEEF67A2-EA46-5A6F-7D45-CEDD999AD03B}"/>
                    </a:ext>
                  </a:extLst>
                </p14:cNvPr>
                <p14:cNvContentPartPr/>
                <p14:nvPr/>
              </p14:nvContentPartPr>
              <p14:xfrm>
                <a:off x="8248575" y="5095704"/>
                <a:ext cx="6480" cy="88200"/>
              </p14:xfrm>
            </p:contentPart>
          </mc:Choice>
          <mc:Fallback>
            <p:pic>
              <p:nvPicPr>
                <p:cNvPr id="397" name="インク 396">
                  <a:extLst>
                    <a:ext uri="{FF2B5EF4-FFF2-40B4-BE49-F238E27FC236}">
                      <a16:creationId xmlns:a16="http://schemas.microsoft.com/office/drawing/2014/main" id="{CEEF67A2-EA46-5A6F-7D45-CEDD999AD03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239935" y="5087064"/>
                  <a:ext cx="24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98" name="インク 397">
                  <a:extLst>
                    <a:ext uri="{FF2B5EF4-FFF2-40B4-BE49-F238E27FC236}">
                      <a16:creationId xmlns:a16="http://schemas.microsoft.com/office/drawing/2014/main" id="{BCCFDC24-0DE2-D4B3-D1FA-5BB880F1B4DB}"/>
                    </a:ext>
                  </a:extLst>
                </p14:cNvPr>
                <p14:cNvContentPartPr/>
                <p14:nvPr/>
              </p14:nvContentPartPr>
              <p14:xfrm>
                <a:off x="8294295" y="5080224"/>
                <a:ext cx="5760" cy="119520"/>
              </p14:xfrm>
            </p:contentPart>
          </mc:Choice>
          <mc:Fallback>
            <p:pic>
              <p:nvPicPr>
                <p:cNvPr id="398" name="インク 397">
                  <a:extLst>
                    <a:ext uri="{FF2B5EF4-FFF2-40B4-BE49-F238E27FC236}">
                      <a16:creationId xmlns:a16="http://schemas.microsoft.com/office/drawing/2014/main" id="{BCCFDC24-0DE2-D4B3-D1FA-5BB880F1B4D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85295" y="5071224"/>
                  <a:ext cx="23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66" name="インク 365">
                  <a:extLst>
                    <a:ext uri="{FF2B5EF4-FFF2-40B4-BE49-F238E27FC236}">
                      <a16:creationId xmlns:a16="http://schemas.microsoft.com/office/drawing/2014/main" id="{A9CDD69C-62A2-252C-35B3-29F9D721886C}"/>
                    </a:ext>
                  </a:extLst>
                </p14:cNvPr>
                <p14:cNvContentPartPr/>
                <p14:nvPr/>
              </p14:nvContentPartPr>
              <p14:xfrm>
                <a:off x="6884175" y="5061864"/>
                <a:ext cx="110160" cy="155520"/>
              </p14:xfrm>
            </p:contentPart>
          </mc:Choice>
          <mc:Fallback>
            <p:pic>
              <p:nvPicPr>
                <p:cNvPr id="366" name="インク 365">
                  <a:extLst>
                    <a:ext uri="{FF2B5EF4-FFF2-40B4-BE49-F238E27FC236}">
                      <a16:creationId xmlns:a16="http://schemas.microsoft.com/office/drawing/2014/main" id="{A9CDD69C-62A2-252C-35B3-29F9D721886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875535" y="5053224"/>
                  <a:ext cx="127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67" name="インク 366">
                  <a:extLst>
                    <a:ext uri="{FF2B5EF4-FFF2-40B4-BE49-F238E27FC236}">
                      <a16:creationId xmlns:a16="http://schemas.microsoft.com/office/drawing/2014/main" id="{9E1D1E87-B98E-8971-F2DD-58BB08043695}"/>
                    </a:ext>
                  </a:extLst>
                </p14:cNvPr>
                <p14:cNvContentPartPr/>
                <p14:nvPr/>
              </p14:nvContentPartPr>
              <p14:xfrm>
                <a:off x="6779055" y="4992744"/>
                <a:ext cx="306360" cy="288360"/>
              </p14:xfrm>
            </p:contentPart>
          </mc:Choice>
          <mc:Fallback>
            <p:pic>
              <p:nvPicPr>
                <p:cNvPr id="367" name="インク 366">
                  <a:extLst>
                    <a:ext uri="{FF2B5EF4-FFF2-40B4-BE49-F238E27FC236}">
                      <a16:creationId xmlns:a16="http://schemas.microsoft.com/office/drawing/2014/main" id="{9E1D1E87-B98E-8971-F2DD-58BB0804369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770415" y="4984104"/>
                  <a:ext cx="3240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69" name="インク 368">
                  <a:extLst>
                    <a:ext uri="{FF2B5EF4-FFF2-40B4-BE49-F238E27FC236}">
                      <a16:creationId xmlns:a16="http://schemas.microsoft.com/office/drawing/2014/main" id="{44427594-A767-84A7-B608-F37CB31E3EAD}"/>
                    </a:ext>
                  </a:extLst>
                </p14:cNvPr>
                <p14:cNvContentPartPr/>
                <p14:nvPr/>
              </p14:nvContentPartPr>
              <p14:xfrm>
                <a:off x="6703455" y="4128744"/>
                <a:ext cx="226800" cy="868680"/>
              </p14:xfrm>
            </p:contentPart>
          </mc:Choice>
          <mc:Fallback>
            <p:pic>
              <p:nvPicPr>
                <p:cNvPr id="369" name="インク 368">
                  <a:extLst>
                    <a:ext uri="{FF2B5EF4-FFF2-40B4-BE49-F238E27FC236}">
                      <a16:creationId xmlns:a16="http://schemas.microsoft.com/office/drawing/2014/main" id="{44427594-A767-84A7-B608-F37CB31E3EA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694815" y="4119744"/>
                  <a:ext cx="24444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00" name="インク 399">
                  <a:extLst>
                    <a:ext uri="{FF2B5EF4-FFF2-40B4-BE49-F238E27FC236}">
                      <a16:creationId xmlns:a16="http://schemas.microsoft.com/office/drawing/2014/main" id="{C004CE2F-7FEF-0FEC-E714-6A336D3E61A5}"/>
                    </a:ext>
                  </a:extLst>
                </p14:cNvPr>
                <p14:cNvContentPartPr/>
                <p14:nvPr/>
              </p14:nvContentPartPr>
              <p14:xfrm>
                <a:off x="6201615" y="4520784"/>
                <a:ext cx="358200" cy="639000"/>
              </p14:xfrm>
            </p:contentPart>
          </mc:Choice>
          <mc:Fallback>
            <p:pic>
              <p:nvPicPr>
                <p:cNvPr id="400" name="インク 399">
                  <a:extLst>
                    <a:ext uri="{FF2B5EF4-FFF2-40B4-BE49-F238E27FC236}">
                      <a16:creationId xmlns:a16="http://schemas.microsoft.com/office/drawing/2014/main" id="{C004CE2F-7FEF-0FEC-E714-6A336D3E61A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92975" y="4511784"/>
                  <a:ext cx="37584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401" name="インク 400">
                  <a:extLst>
                    <a:ext uri="{FF2B5EF4-FFF2-40B4-BE49-F238E27FC236}">
                      <a16:creationId xmlns:a16="http://schemas.microsoft.com/office/drawing/2014/main" id="{A66AF36F-597C-EC17-BF38-A0AE55B01598}"/>
                    </a:ext>
                  </a:extLst>
                </p14:cNvPr>
                <p14:cNvContentPartPr/>
                <p14:nvPr/>
              </p14:nvContentPartPr>
              <p14:xfrm>
                <a:off x="6451095" y="4513584"/>
                <a:ext cx="130320" cy="110880"/>
              </p14:xfrm>
            </p:contentPart>
          </mc:Choice>
          <mc:Fallback>
            <p:pic>
              <p:nvPicPr>
                <p:cNvPr id="401" name="インク 400">
                  <a:extLst>
                    <a:ext uri="{FF2B5EF4-FFF2-40B4-BE49-F238E27FC236}">
                      <a16:creationId xmlns:a16="http://schemas.microsoft.com/office/drawing/2014/main" id="{A66AF36F-597C-EC17-BF38-A0AE55B0159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442095" y="4504584"/>
                  <a:ext cx="147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407" name="インク 406">
                  <a:extLst>
                    <a:ext uri="{FF2B5EF4-FFF2-40B4-BE49-F238E27FC236}">
                      <a16:creationId xmlns:a16="http://schemas.microsoft.com/office/drawing/2014/main" id="{2F69A206-741F-A612-2FF4-8C439F517182}"/>
                    </a:ext>
                  </a:extLst>
                </p14:cNvPr>
                <p14:cNvContentPartPr/>
                <p14:nvPr/>
              </p14:nvContentPartPr>
              <p14:xfrm>
                <a:off x="6044655" y="5281104"/>
                <a:ext cx="256680" cy="204480"/>
              </p14:xfrm>
            </p:contentPart>
          </mc:Choice>
          <mc:Fallback>
            <p:pic>
              <p:nvPicPr>
                <p:cNvPr id="407" name="インク 406">
                  <a:extLst>
                    <a:ext uri="{FF2B5EF4-FFF2-40B4-BE49-F238E27FC236}">
                      <a16:creationId xmlns:a16="http://schemas.microsoft.com/office/drawing/2014/main" id="{2F69A206-741F-A612-2FF4-8C439F51718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036015" y="5272464"/>
                  <a:ext cx="274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408" name="インク 407">
                  <a:extLst>
                    <a:ext uri="{FF2B5EF4-FFF2-40B4-BE49-F238E27FC236}">
                      <a16:creationId xmlns:a16="http://schemas.microsoft.com/office/drawing/2014/main" id="{D41ABCBC-3E92-0145-ADB7-44F71C73708F}"/>
                    </a:ext>
                  </a:extLst>
                </p14:cNvPr>
                <p14:cNvContentPartPr/>
                <p14:nvPr/>
              </p14:nvContentPartPr>
              <p14:xfrm>
                <a:off x="6335895" y="5380824"/>
                <a:ext cx="76680" cy="93600"/>
              </p14:xfrm>
            </p:contentPart>
          </mc:Choice>
          <mc:Fallback>
            <p:pic>
              <p:nvPicPr>
                <p:cNvPr id="408" name="インク 407">
                  <a:extLst>
                    <a:ext uri="{FF2B5EF4-FFF2-40B4-BE49-F238E27FC236}">
                      <a16:creationId xmlns:a16="http://schemas.microsoft.com/office/drawing/2014/main" id="{D41ABCBC-3E92-0145-ADB7-44F71C73708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26895" y="5372184"/>
                  <a:ext cx="94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409" name="インク 408">
                  <a:extLst>
                    <a:ext uri="{FF2B5EF4-FFF2-40B4-BE49-F238E27FC236}">
                      <a16:creationId xmlns:a16="http://schemas.microsoft.com/office/drawing/2014/main" id="{C4323C36-48BA-E5CB-EC25-29DE15E8DA6A}"/>
                    </a:ext>
                  </a:extLst>
                </p14:cNvPr>
                <p14:cNvContentPartPr/>
                <p14:nvPr/>
              </p14:nvContentPartPr>
              <p14:xfrm>
                <a:off x="6473775" y="5252664"/>
                <a:ext cx="309600" cy="229680"/>
              </p14:xfrm>
            </p:contentPart>
          </mc:Choice>
          <mc:Fallback>
            <p:pic>
              <p:nvPicPr>
                <p:cNvPr id="409" name="インク 408">
                  <a:extLst>
                    <a:ext uri="{FF2B5EF4-FFF2-40B4-BE49-F238E27FC236}">
                      <a16:creationId xmlns:a16="http://schemas.microsoft.com/office/drawing/2014/main" id="{C4323C36-48BA-E5CB-EC25-29DE15E8DA6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65135" y="5244024"/>
                  <a:ext cx="327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411" name="インク 410">
                  <a:extLst>
                    <a:ext uri="{FF2B5EF4-FFF2-40B4-BE49-F238E27FC236}">
                      <a16:creationId xmlns:a16="http://schemas.microsoft.com/office/drawing/2014/main" id="{FD564341-0ACD-02E6-E25C-5D9DD71CFD00}"/>
                    </a:ext>
                  </a:extLst>
                </p14:cNvPr>
                <p14:cNvContentPartPr/>
                <p14:nvPr/>
              </p14:nvContentPartPr>
              <p14:xfrm>
                <a:off x="6857175" y="5343744"/>
                <a:ext cx="114840" cy="38160"/>
              </p14:xfrm>
            </p:contentPart>
          </mc:Choice>
          <mc:Fallback>
            <p:pic>
              <p:nvPicPr>
                <p:cNvPr id="411" name="インク 410">
                  <a:extLst>
                    <a:ext uri="{FF2B5EF4-FFF2-40B4-BE49-F238E27FC236}">
                      <a16:creationId xmlns:a16="http://schemas.microsoft.com/office/drawing/2014/main" id="{FD564341-0ACD-02E6-E25C-5D9DD71CFD0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848535" y="5335104"/>
                  <a:ext cx="132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412" name="インク 411">
                  <a:extLst>
                    <a:ext uri="{FF2B5EF4-FFF2-40B4-BE49-F238E27FC236}">
                      <a16:creationId xmlns:a16="http://schemas.microsoft.com/office/drawing/2014/main" id="{477D2D76-8FED-DE95-27D9-CA2B32FB8F80}"/>
                    </a:ext>
                  </a:extLst>
                </p14:cNvPr>
                <p14:cNvContentPartPr/>
                <p14:nvPr/>
              </p14:nvContentPartPr>
              <p14:xfrm>
                <a:off x="6911175" y="5341224"/>
                <a:ext cx="80280" cy="97200"/>
              </p14:xfrm>
            </p:contentPart>
          </mc:Choice>
          <mc:Fallback>
            <p:pic>
              <p:nvPicPr>
                <p:cNvPr id="412" name="インク 411">
                  <a:extLst>
                    <a:ext uri="{FF2B5EF4-FFF2-40B4-BE49-F238E27FC236}">
                      <a16:creationId xmlns:a16="http://schemas.microsoft.com/office/drawing/2014/main" id="{477D2D76-8FED-DE95-27D9-CA2B32FB8F8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902535" y="5332584"/>
                  <a:ext cx="97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413" name="インク 412">
                  <a:extLst>
                    <a:ext uri="{FF2B5EF4-FFF2-40B4-BE49-F238E27FC236}">
                      <a16:creationId xmlns:a16="http://schemas.microsoft.com/office/drawing/2014/main" id="{B4DA88FD-9045-1AC9-9682-A4173CB3202F}"/>
                    </a:ext>
                  </a:extLst>
                </p14:cNvPr>
                <p14:cNvContentPartPr/>
                <p14:nvPr/>
              </p14:nvContentPartPr>
              <p14:xfrm>
                <a:off x="6940335" y="5395584"/>
                <a:ext cx="85320" cy="88920"/>
              </p14:xfrm>
            </p:contentPart>
          </mc:Choice>
          <mc:Fallback>
            <p:pic>
              <p:nvPicPr>
                <p:cNvPr id="413" name="インク 412">
                  <a:extLst>
                    <a:ext uri="{FF2B5EF4-FFF2-40B4-BE49-F238E27FC236}">
                      <a16:creationId xmlns:a16="http://schemas.microsoft.com/office/drawing/2014/main" id="{B4DA88FD-9045-1AC9-9682-A4173CB3202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931695" y="5386944"/>
                  <a:ext cx="102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414" name="インク 413">
                  <a:extLst>
                    <a:ext uri="{FF2B5EF4-FFF2-40B4-BE49-F238E27FC236}">
                      <a16:creationId xmlns:a16="http://schemas.microsoft.com/office/drawing/2014/main" id="{E1A5BBCA-5A4F-8239-699D-D6CC99E001CE}"/>
                    </a:ext>
                  </a:extLst>
                </p14:cNvPr>
                <p14:cNvContentPartPr/>
                <p14:nvPr/>
              </p14:nvContentPartPr>
              <p14:xfrm>
                <a:off x="7185855" y="5311344"/>
                <a:ext cx="55800" cy="11880"/>
              </p14:xfrm>
            </p:contentPart>
          </mc:Choice>
          <mc:Fallback>
            <p:pic>
              <p:nvPicPr>
                <p:cNvPr id="414" name="インク 413">
                  <a:extLst>
                    <a:ext uri="{FF2B5EF4-FFF2-40B4-BE49-F238E27FC236}">
                      <a16:creationId xmlns:a16="http://schemas.microsoft.com/office/drawing/2014/main" id="{E1A5BBCA-5A4F-8239-699D-D6CC99E001C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77215" y="5302704"/>
                  <a:ext cx="73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415" name="インク 414">
                  <a:extLst>
                    <a:ext uri="{FF2B5EF4-FFF2-40B4-BE49-F238E27FC236}">
                      <a16:creationId xmlns:a16="http://schemas.microsoft.com/office/drawing/2014/main" id="{A67ACC4A-009C-61F1-9333-B064C517013A}"/>
                    </a:ext>
                  </a:extLst>
                </p14:cNvPr>
                <p14:cNvContentPartPr/>
                <p14:nvPr/>
              </p14:nvContentPartPr>
              <p14:xfrm>
                <a:off x="7153095" y="5303424"/>
                <a:ext cx="85680" cy="78480"/>
              </p14:xfrm>
            </p:contentPart>
          </mc:Choice>
          <mc:Fallback>
            <p:pic>
              <p:nvPicPr>
                <p:cNvPr id="415" name="インク 414">
                  <a:extLst>
                    <a:ext uri="{FF2B5EF4-FFF2-40B4-BE49-F238E27FC236}">
                      <a16:creationId xmlns:a16="http://schemas.microsoft.com/office/drawing/2014/main" id="{A67ACC4A-009C-61F1-9333-B064C517013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144455" y="5294424"/>
                  <a:ext cx="103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416" name="インク 415">
                  <a:extLst>
                    <a:ext uri="{FF2B5EF4-FFF2-40B4-BE49-F238E27FC236}">
                      <a16:creationId xmlns:a16="http://schemas.microsoft.com/office/drawing/2014/main" id="{62DE6978-E99E-705C-2AE3-027D6E74DA36}"/>
                    </a:ext>
                  </a:extLst>
                </p14:cNvPr>
                <p14:cNvContentPartPr/>
                <p14:nvPr/>
              </p14:nvContentPartPr>
              <p14:xfrm>
                <a:off x="7213575" y="5379384"/>
                <a:ext cx="9360" cy="78120"/>
              </p14:xfrm>
            </p:contentPart>
          </mc:Choice>
          <mc:Fallback>
            <p:pic>
              <p:nvPicPr>
                <p:cNvPr id="416" name="インク 415">
                  <a:extLst>
                    <a:ext uri="{FF2B5EF4-FFF2-40B4-BE49-F238E27FC236}">
                      <a16:creationId xmlns:a16="http://schemas.microsoft.com/office/drawing/2014/main" id="{62DE6978-E99E-705C-2AE3-027D6E74DA3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204575" y="5370384"/>
                  <a:ext cx="270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417" name="インク 416">
                  <a:extLst>
                    <a:ext uri="{FF2B5EF4-FFF2-40B4-BE49-F238E27FC236}">
                      <a16:creationId xmlns:a16="http://schemas.microsoft.com/office/drawing/2014/main" id="{1F450973-828C-DC76-9879-B96F8B008D95}"/>
                    </a:ext>
                  </a:extLst>
                </p14:cNvPr>
                <p14:cNvContentPartPr/>
                <p14:nvPr/>
              </p14:nvContentPartPr>
              <p14:xfrm>
                <a:off x="7230855" y="5412864"/>
                <a:ext cx="49320" cy="5400"/>
              </p14:xfrm>
            </p:contentPart>
          </mc:Choice>
          <mc:Fallback>
            <p:pic>
              <p:nvPicPr>
                <p:cNvPr id="417" name="インク 416">
                  <a:extLst>
                    <a:ext uri="{FF2B5EF4-FFF2-40B4-BE49-F238E27FC236}">
                      <a16:creationId xmlns:a16="http://schemas.microsoft.com/office/drawing/2014/main" id="{1F450973-828C-DC76-9879-B96F8B008D9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221855" y="5403864"/>
                  <a:ext cx="66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418" name="インク 417">
                  <a:extLst>
                    <a:ext uri="{FF2B5EF4-FFF2-40B4-BE49-F238E27FC236}">
                      <a16:creationId xmlns:a16="http://schemas.microsoft.com/office/drawing/2014/main" id="{88DF0D75-12C6-FB23-B6C7-7EFCC86C0F43}"/>
                    </a:ext>
                  </a:extLst>
                </p14:cNvPr>
                <p14:cNvContentPartPr/>
                <p14:nvPr/>
              </p14:nvContentPartPr>
              <p14:xfrm>
                <a:off x="7154895" y="5424384"/>
                <a:ext cx="34200" cy="55440"/>
              </p14:xfrm>
            </p:contentPart>
          </mc:Choice>
          <mc:Fallback>
            <p:pic>
              <p:nvPicPr>
                <p:cNvPr id="418" name="インク 417">
                  <a:extLst>
                    <a:ext uri="{FF2B5EF4-FFF2-40B4-BE49-F238E27FC236}">
                      <a16:creationId xmlns:a16="http://schemas.microsoft.com/office/drawing/2014/main" id="{88DF0D75-12C6-FB23-B6C7-7EFCC86C0F4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46255" y="5415384"/>
                  <a:ext cx="51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419" name="インク 418">
                  <a:extLst>
                    <a:ext uri="{FF2B5EF4-FFF2-40B4-BE49-F238E27FC236}">
                      <a16:creationId xmlns:a16="http://schemas.microsoft.com/office/drawing/2014/main" id="{5AE2D812-36B4-0E90-A9A4-A228C00F4C34}"/>
                    </a:ext>
                  </a:extLst>
                </p14:cNvPr>
                <p14:cNvContentPartPr/>
                <p14:nvPr/>
              </p14:nvContentPartPr>
              <p14:xfrm>
                <a:off x="7177935" y="5468664"/>
                <a:ext cx="220320" cy="34200"/>
              </p14:xfrm>
            </p:contentPart>
          </mc:Choice>
          <mc:Fallback>
            <p:pic>
              <p:nvPicPr>
                <p:cNvPr id="419" name="インク 418">
                  <a:extLst>
                    <a:ext uri="{FF2B5EF4-FFF2-40B4-BE49-F238E27FC236}">
                      <a16:creationId xmlns:a16="http://schemas.microsoft.com/office/drawing/2014/main" id="{5AE2D812-36B4-0E90-A9A4-A228C00F4C3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68935" y="5459664"/>
                  <a:ext cx="237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420" name="インク 419">
                  <a:extLst>
                    <a:ext uri="{FF2B5EF4-FFF2-40B4-BE49-F238E27FC236}">
                      <a16:creationId xmlns:a16="http://schemas.microsoft.com/office/drawing/2014/main" id="{D8CECAB7-AD4A-EC28-200C-63B5B0933CAC}"/>
                    </a:ext>
                  </a:extLst>
                </p14:cNvPr>
                <p14:cNvContentPartPr/>
                <p14:nvPr/>
              </p14:nvContentPartPr>
              <p14:xfrm>
                <a:off x="7320135" y="5286144"/>
                <a:ext cx="58680" cy="63720"/>
              </p14:xfrm>
            </p:contentPart>
          </mc:Choice>
          <mc:Fallback>
            <p:pic>
              <p:nvPicPr>
                <p:cNvPr id="420" name="インク 419">
                  <a:extLst>
                    <a:ext uri="{FF2B5EF4-FFF2-40B4-BE49-F238E27FC236}">
                      <a16:creationId xmlns:a16="http://schemas.microsoft.com/office/drawing/2014/main" id="{D8CECAB7-AD4A-EC28-200C-63B5B0933CA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11135" y="5277504"/>
                  <a:ext cx="76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421" name="インク 420">
                  <a:extLst>
                    <a:ext uri="{FF2B5EF4-FFF2-40B4-BE49-F238E27FC236}">
                      <a16:creationId xmlns:a16="http://schemas.microsoft.com/office/drawing/2014/main" id="{8874B476-F87E-C34F-C2B3-8BB82FDC844B}"/>
                    </a:ext>
                  </a:extLst>
                </p14:cNvPr>
                <p14:cNvContentPartPr/>
                <p14:nvPr/>
              </p14:nvContentPartPr>
              <p14:xfrm>
                <a:off x="7319775" y="5368224"/>
                <a:ext cx="38160" cy="10800"/>
              </p14:xfrm>
            </p:contentPart>
          </mc:Choice>
          <mc:Fallback>
            <p:pic>
              <p:nvPicPr>
                <p:cNvPr id="421" name="インク 420">
                  <a:extLst>
                    <a:ext uri="{FF2B5EF4-FFF2-40B4-BE49-F238E27FC236}">
                      <a16:creationId xmlns:a16="http://schemas.microsoft.com/office/drawing/2014/main" id="{8874B476-F87E-C34F-C2B3-8BB82FDC844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310775" y="5359224"/>
                  <a:ext cx="55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422" name="インク 421">
                  <a:extLst>
                    <a:ext uri="{FF2B5EF4-FFF2-40B4-BE49-F238E27FC236}">
                      <a16:creationId xmlns:a16="http://schemas.microsoft.com/office/drawing/2014/main" id="{2932B5E4-53EC-50D6-B981-6957DCE89EA8}"/>
                    </a:ext>
                  </a:extLst>
                </p14:cNvPr>
                <p14:cNvContentPartPr/>
                <p14:nvPr/>
              </p14:nvContentPartPr>
              <p14:xfrm>
                <a:off x="7321215" y="5382264"/>
                <a:ext cx="94680" cy="73800"/>
              </p14:xfrm>
            </p:contentPart>
          </mc:Choice>
          <mc:Fallback>
            <p:pic>
              <p:nvPicPr>
                <p:cNvPr id="422" name="インク 421">
                  <a:extLst>
                    <a:ext uri="{FF2B5EF4-FFF2-40B4-BE49-F238E27FC236}">
                      <a16:creationId xmlns:a16="http://schemas.microsoft.com/office/drawing/2014/main" id="{2932B5E4-53EC-50D6-B981-6957DCE89EA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312215" y="5373264"/>
                  <a:ext cx="112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424" name="インク 423">
                  <a:extLst>
                    <a:ext uri="{FF2B5EF4-FFF2-40B4-BE49-F238E27FC236}">
                      <a16:creationId xmlns:a16="http://schemas.microsoft.com/office/drawing/2014/main" id="{68E0B398-C328-8223-B185-943CCC5C8BC4}"/>
                    </a:ext>
                  </a:extLst>
                </p14:cNvPr>
                <p14:cNvContentPartPr/>
                <p14:nvPr/>
              </p14:nvContentPartPr>
              <p14:xfrm>
                <a:off x="7514175" y="5268144"/>
                <a:ext cx="55440" cy="45360"/>
              </p14:xfrm>
            </p:contentPart>
          </mc:Choice>
          <mc:Fallback>
            <p:pic>
              <p:nvPicPr>
                <p:cNvPr id="424" name="インク 423">
                  <a:extLst>
                    <a:ext uri="{FF2B5EF4-FFF2-40B4-BE49-F238E27FC236}">
                      <a16:creationId xmlns:a16="http://schemas.microsoft.com/office/drawing/2014/main" id="{68E0B398-C328-8223-B185-943CCC5C8BC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505175" y="5259144"/>
                  <a:ext cx="73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425" name="インク 424">
                  <a:extLst>
                    <a:ext uri="{FF2B5EF4-FFF2-40B4-BE49-F238E27FC236}">
                      <a16:creationId xmlns:a16="http://schemas.microsoft.com/office/drawing/2014/main" id="{42D14F03-62B9-4021-DBD6-7807DBB9FB86}"/>
                    </a:ext>
                  </a:extLst>
                </p14:cNvPr>
                <p14:cNvContentPartPr/>
                <p14:nvPr/>
              </p14:nvContentPartPr>
              <p14:xfrm>
                <a:off x="7445415" y="5328984"/>
                <a:ext cx="186120" cy="25920"/>
              </p14:xfrm>
            </p:contentPart>
          </mc:Choice>
          <mc:Fallback>
            <p:pic>
              <p:nvPicPr>
                <p:cNvPr id="425" name="インク 424">
                  <a:extLst>
                    <a:ext uri="{FF2B5EF4-FFF2-40B4-BE49-F238E27FC236}">
                      <a16:creationId xmlns:a16="http://schemas.microsoft.com/office/drawing/2014/main" id="{42D14F03-62B9-4021-DBD6-7807DBB9FB8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36775" y="5319984"/>
                  <a:ext cx="203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426" name="インク 425">
                  <a:extLst>
                    <a:ext uri="{FF2B5EF4-FFF2-40B4-BE49-F238E27FC236}">
                      <a16:creationId xmlns:a16="http://schemas.microsoft.com/office/drawing/2014/main" id="{25FBC5FE-AC33-79D4-8637-B9CE60692B5C}"/>
                    </a:ext>
                  </a:extLst>
                </p14:cNvPr>
                <p14:cNvContentPartPr/>
                <p14:nvPr/>
              </p14:nvContentPartPr>
              <p14:xfrm>
                <a:off x="7505175" y="5364624"/>
                <a:ext cx="101160" cy="66960"/>
              </p14:xfrm>
            </p:contentPart>
          </mc:Choice>
          <mc:Fallback>
            <p:pic>
              <p:nvPicPr>
                <p:cNvPr id="426" name="インク 425">
                  <a:extLst>
                    <a:ext uri="{FF2B5EF4-FFF2-40B4-BE49-F238E27FC236}">
                      <a16:creationId xmlns:a16="http://schemas.microsoft.com/office/drawing/2014/main" id="{25FBC5FE-AC33-79D4-8637-B9CE60692B5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496535" y="5355984"/>
                  <a:ext cx="118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427" name="インク 426">
                  <a:extLst>
                    <a:ext uri="{FF2B5EF4-FFF2-40B4-BE49-F238E27FC236}">
                      <a16:creationId xmlns:a16="http://schemas.microsoft.com/office/drawing/2014/main" id="{B4A47943-064A-CCDA-5DB3-EE12BCB831A2}"/>
                    </a:ext>
                  </a:extLst>
                </p14:cNvPr>
                <p14:cNvContentPartPr/>
                <p14:nvPr/>
              </p14:nvContentPartPr>
              <p14:xfrm>
                <a:off x="7532175" y="5396304"/>
                <a:ext cx="52920" cy="23040"/>
              </p14:xfrm>
            </p:contentPart>
          </mc:Choice>
          <mc:Fallback>
            <p:pic>
              <p:nvPicPr>
                <p:cNvPr id="427" name="インク 426">
                  <a:extLst>
                    <a:ext uri="{FF2B5EF4-FFF2-40B4-BE49-F238E27FC236}">
                      <a16:creationId xmlns:a16="http://schemas.microsoft.com/office/drawing/2014/main" id="{B4A47943-064A-CCDA-5DB3-EE12BCB831A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523175" y="5387664"/>
                  <a:ext cx="70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428" name="インク 427">
                  <a:extLst>
                    <a:ext uri="{FF2B5EF4-FFF2-40B4-BE49-F238E27FC236}">
                      <a16:creationId xmlns:a16="http://schemas.microsoft.com/office/drawing/2014/main" id="{C982A824-5609-FAE8-BCA4-F800148BEF3C}"/>
                    </a:ext>
                  </a:extLst>
                </p14:cNvPr>
                <p14:cNvContentPartPr/>
                <p14:nvPr/>
              </p14:nvContentPartPr>
              <p14:xfrm>
                <a:off x="7533255" y="5433024"/>
                <a:ext cx="46440" cy="4680"/>
              </p14:xfrm>
            </p:contentPart>
          </mc:Choice>
          <mc:Fallback>
            <p:pic>
              <p:nvPicPr>
                <p:cNvPr id="428" name="インク 427">
                  <a:extLst>
                    <a:ext uri="{FF2B5EF4-FFF2-40B4-BE49-F238E27FC236}">
                      <a16:creationId xmlns:a16="http://schemas.microsoft.com/office/drawing/2014/main" id="{C982A824-5609-FAE8-BCA4-F800148BEF3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524615" y="5424024"/>
                  <a:ext cx="64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429" name="インク 428">
                  <a:extLst>
                    <a:ext uri="{FF2B5EF4-FFF2-40B4-BE49-F238E27FC236}">
                      <a16:creationId xmlns:a16="http://schemas.microsoft.com/office/drawing/2014/main" id="{A0ABCDFF-87CC-C963-E1C5-A0E0789C7325}"/>
                    </a:ext>
                  </a:extLst>
                </p14:cNvPr>
                <p14:cNvContentPartPr/>
                <p14:nvPr/>
              </p14:nvContentPartPr>
              <p14:xfrm>
                <a:off x="7548015" y="5321064"/>
                <a:ext cx="11520" cy="178200"/>
              </p14:xfrm>
            </p:contentPart>
          </mc:Choice>
          <mc:Fallback>
            <p:pic>
              <p:nvPicPr>
                <p:cNvPr id="429" name="インク 428">
                  <a:extLst>
                    <a:ext uri="{FF2B5EF4-FFF2-40B4-BE49-F238E27FC236}">
                      <a16:creationId xmlns:a16="http://schemas.microsoft.com/office/drawing/2014/main" id="{A0ABCDFF-87CC-C963-E1C5-A0E0789C732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539375" y="5312424"/>
                  <a:ext cx="29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430" name="インク 429">
                  <a:extLst>
                    <a:ext uri="{FF2B5EF4-FFF2-40B4-BE49-F238E27FC236}">
                      <a16:creationId xmlns:a16="http://schemas.microsoft.com/office/drawing/2014/main" id="{878D5ACD-C6E1-2D00-DDA5-057EA5DB2752}"/>
                    </a:ext>
                  </a:extLst>
                </p14:cNvPr>
                <p14:cNvContentPartPr/>
                <p14:nvPr/>
              </p14:nvContentPartPr>
              <p14:xfrm>
                <a:off x="7534695" y="5473344"/>
                <a:ext cx="52920" cy="17640"/>
              </p14:xfrm>
            </p:contentPart>
          </mc:Choice>
          <mc:Fallback>
            <p:pic>
              <p:nvPicPr>
                <p:cNvPr id="430" name="インク 429">
                  <a:extLst>
                    <a:ext uri="{FF2B5EF4-FFF2-40B4-BE49-F238E27FC236}">
                      <a16:creationId xmlns:a16="http://schemas.microsoft.com/office/drawing/2014/main" id="{878D5ACD-C6E1-2D00-DDA5-057EA5DB275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526055" y="5464344"/>
                  <a:ext cx="70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431" name="インク 430">
                  <a:extLst>
                    <a:ext uri="{FF2B5EF4-FFF2-40B4-BE49-F238E27FC236}">
                      <a16:creationId xmlns:a16="http://schemas.microsoft.com/office/drawing/2014/main" id="{5699E1CE-8EBA-4E19-17AB-C02C6C261DF2}"/>
                    </a:ext>
                  </a:extLst>
                </p14:cNvPr>
                <p14:cNvContentPartPr/>
                <p14:nvPr/>
              </p14:nvContentPartPr>
              <p14:xfrm>
                <a:off x="7539735" y="5502864"/>
                <a:ext cx="63000" cy="13680"/>
              </p14:xfrm>
            </p:contentPart>
          </mc:Choice>
          <mc:Fallback>
            <p:pic>
              <p:nvPicPr>
                <p:cNvPr id="431" name="インク 430">
                  <a:extLst>
                    <a:ext uri="{FF2B5EF4-FFF2-40B4-BE49-F238E27FC236}">
                      <a16:creationId xmlns:a16="http://schemas.microsoft.com/office/drawing/2014/main" id="{5699E1CE-8EBA-4E19-17AB-C02C6C261DF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530735" y="5494224"/>
                  <a:ext cx="80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432" name="インク 431">
                  <a:extLst>
                    <a:ext uri="{FF2B5EF4-FFF2-40B4-BE49-F238E27FC236}">
                      <a16:creationId xmlns:a16="http://schemas.microsoft.com/office/drawing/2014/main" id="{FD744909-9A68-9DF7-054B-855031009773}"/>
                    </a:ext>
                  </a:extLst>
                </p14:cNvPr>
                <p14:cNvContentPartPr/>
                <p14:nvPr/>
              </p14:nvContentPartPr>
              <p14:xfrm>
                <a:off x="7636575" y="5390184"/>
                <a:ext cx="110880" cy="147240"/>
              </p14:xfrm>
            </p:contentPart>
          </mc:Choice>
          <mc:Fallback>
            <p:pic>
              <p:nvPicPr>
                <p:cNvPr id="432" name="インク 431">
                  <a:extLst>
                    <a:ext uri="{FF2B5EF4-FFF2-40B4-BE49-F238E27FC236}">
                      <a16:creationId xmlns:a16="http://schemas.microsoft.com/office/drawing/2014/main" id="{FD744909-9A68-9DF7-054B-85503100977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627575" y="5381184"/>
                  <a:ext cx="128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433" name="インク 432">
                  <a:extLst>
                    <a:ext uri="{FF2B5EF4-FFF2-40B4-BE49-F238E27FC236}">
                      <a16:creationId xmlns:a16="http://schemas.microsoft.com/office/drawing/2014/main" id="{26387666-C371-AB97-0037-866C524B2855}"/>
                    </a:ext>
                  </a:extLst>
                </p14:cNvPr>
                <p14:cNvContentPartPr/>
                <p14:nvPr/>
              </p14:nvContentPartPr>
              <p14:xfrm>
                <a:off x="7663935" y="5375784"/>
                <a:ext cx="20160" cy="105840"/>
              </p14:xfrm>
            </p:contentPart>
          </mc:Choice>
          <mc:Fallback>
            <p:pic>
              <p:nvPicPr>
                <p:cNvPr id="433" name="インク 432">
                  <a:extLst>
                    <a:ext uri="{FF2B5EF4-FFF2-40B4-BE49-F238E27FC236}">
                      <a16:creationId xmlns:a16="http://schemas.microsoft.com/office/drawing/2014/main" id="{26387666-C371-AB97-0037-866C524B285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654935" y="5366784"/>
                  <a:ext cx="37800" cy="12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778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</Words>
  <Application>Microsoft Office PowerPoint</Application>
  <PresentationFormat>ワイド画面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西谷　滋人</dc:creator>
  <cp:lastModifiedBy>西谷　滋人</cp:lastModifiedBy>
  <cp:revision>6</cp:revision>
  <dcterms:created xsi:type="dcterms:W3CDTF">2025-04-11T05:15:24Z</dcterms:created>
  <dcterms:modified xsi:type="dcterms:W3CDTF">2025-04-21T07:43:10Z</dcterms:modified>
</cp:coreProperties>
</file>