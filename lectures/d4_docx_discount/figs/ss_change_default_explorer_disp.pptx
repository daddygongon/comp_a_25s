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ヒラギノ角ゴ ProN W6"/>
        <a:ea typeface="ヒラギノ角ゴ ProN W6"/>
        <a:cs typeface="ヒラギノ角ゴ ProN W6"/>
        <a:sym typeface="ヒラギノ角ゴ ProN W6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ヒラギノ角ゴ ProN W6"/>
        <a:ea typeface="ヒラギノ角ゴ ProN W6"/>
        <a:cs typeface="ヒラギノ角ゴ ProN W6"/>
        <a:sym typeface="ヒラギノ角ゴ ProN W6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ヒラギノ角ゴ ProN W6"/>
        <a:ea typeface="ヒラギノ角ゴ ProN W6"/>
        <a:cs typeface="ヒラギノ角ゴ ProN W6"/>
        <a:sym typeface="ヒラギノ角ゴ ProN W6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ヒラギノ角ゴ ProN W6"/>
        <a:ea typeface="ヒラギノ角ゴ ProN W6"/>
        <a:cs typeface="ヒラギノ角ゴ ProN W6"/>
        <a:sym typeface="ヒラギノ角ゴ ProN W6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ヒラギノ角ゴ ProN W6"/>
        <a:ea typeface="ヒラギノ角ゴ ProN W6"/>
        <a:cs typeface="ヒラギノ角ゴ ProN W6"/>
        <a:sym typeface="ヒラギノ角ゴ ProN W6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ヒラギノ角ゴ ProN W6"/>
        <a:ea typeface="ヒラギノ角ゴ ProN W6"/>
        <a:cs typeface="ヒラギノ角ゴ ProN W6"/>
        <a:sym typeface="ヒラギノ角ゴ ProN W6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ヒラギノ角ゴ ProN W6"/>
        <a:ea typeface="ヒラギノ角ゴ ProN W6"/>
        <a:cs typeface="ヒラギノ角ゴ ProN W6"/>
        <a:sym typeface="ヒラギノ角ゴ ProN W6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ヒラギノ角ゴ ProN W6"/>
        <a:ea typeface="ヒラギノ角ゴ ProN W6"/>
        <a:cs typeface="ヒラギノ角ゴ ProN W6"/>
        <a:sym typeface="ヒラギノ角ゴ ProN W6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ヒラギノ角ゴ ProN W6"/>
        <a:ea typeface="ヒラギノ角ゴ ProN W6"/>
        <a:cs typeface="ヒラギノ角ゴ ProN W6"/>
        <a:sym typeface="ヒラギノ角ゴ ProN W6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ヒラギノ角ゴ ProN W6"/>
          <a:ea typeface="ヒラギノ角ゴ ProN W6"/>
          <a:cs typeface="ヒラギノ角ゴ ProN W6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ヒラギノ角ゴ ProN W6"/>
          <a:ea typeface="ヒラギノ角ゴ ProN W6"/>
          <a:cs typeface="ヒラギノ角ゴ ProN W6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ヒラギノ角ゴ ProN W6"/>
          <a:ea typeface="ヒラギノ角ゴ ProN W6"/>
          <a:cs typeface="ヒラギノ角ゴ ProN W6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ヒラギノ角ゴ ProN W6"/>
          <a:ea typeface="ヒラギノ角ゴ ProN W6"/>
          <a:cs typeface="ヒラギノ角ゴ ProN W6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120" y="-1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4:33.5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417 1130 7370 0 0,'10'15'8345'0'0,"1"1"-7432"0"0,1 0-255 0 0,-7-8-332 0 0,0-1 0 0 0,0-1-1 0 0,1 1 1 0 0,0-1-1 0 0,0 0 1 0 0,0 0-1 0 0,9 5 1 0 0,-1-2-174 0 0,1-1 0 0 0,1 0 0 0 0,-1-1-1 0 0,1 0 1 0 0,0-2 0 0 0,1 0 0 0 0,-1 0 0 0 0,1-2 0 0 0,0 0 0 0 0,0-1 0 0 0,0-1 0 0 0,0 0-1 0 0,0-1 1 0 0,1-1 0 0 0,-1-1 0 0 0,0 0 0 0 0,29-9 0 0 0,106-50 41 0 0,-118 45-185 0 0,-1-2-1 0 0,-1-1 1 0 0,0-2-1 0 0,-1-1 1 0 0,40-36 0 0 0,-48 35-4 0 0,-1 0 0 0 0,-1-2 0 0 0,-1 0 0 0 0,-1-2 1 0 0,-1 0-1 0 0,24-48 0 0 0,-37 63-4 0 0,0 0 0 0 0,0 0 0 0 0,-1 0 0 0 0,-1 0 0 0 0,0-1 0 0 0,-1 1 0 0 0,0-1 0 0 0,-1 0 0 0 0,-1 0 0 0 0,0 1 0 0 0,0-1 0 0 0,-1 0 0 0 0,-1 0 0 0 0,0 1 0 0 0,-1-1 0 0 0,-5-15 0 0 0,-6-17 0 0 0,1 2 0 0 0,-36-82 0 0 0,37 103 0 0 0,0 0 0 0 0,-2 1 0 0 0,-1 1 0 0 0,-33-35 0 0 0,11 19 0 0 0,-57-43 0 0 0,78 68 12 0 0,0 1 0 0 0,-1 1 0 0 0,-26-11 0 0 0,-22-11 33 0 0,48 21-10 0 0,-1 0-1 0 0,0 2 0 0 0,0 0 1 0 0,-1 1-1 0 0,0 1 1 0 0,0 1-1 0 0,-1 1 0 0 0,-22-2 1 0 0,32 5-20 0 0,1 1 1 0 0,0 1-1 0 0,0 0 0 0 0,-1 0 1 0 0,-16 5-1 0 0,-42 20 73 0 0,61-23-87 0 0,-16 6 49 0 0,-1 0 0 0 0,0-2 0 0 0,0-1 0 0 0,-1-1 0 0 0,-43 3 0 0 0,42-6 2 0 0,-43 9-1 0 0,60-9-41 0 0,0 1-1 0 0,0 0 0 0 0,0 0 1 0 0,1 1-1 0 0,-1 0 1 0 0,1 1-1 0 0,0 0 1 0 0,-9 7-1 0 0,6-3 12 0 0,1 1 0 0 0,0 1 0 0 0,0-1-1 0 0,1 2 1 0 0,-10 14 0 0 0,-33 67 189 0 0,17-29-145 0 0,25-45-48 0 0,1 1 0 0 0,0 0-1 0 0,1 1 1 0 0,1-1 0 0 0,1 2-1 0 0,1-1 1 0 0,1 0 0 0 0,1 1-1 0 0,1 0 1 0 0,1 0 0 0 0,0 0-1 0 0,2 0 1 0 0,1-1 0 0 0,0 1-1 0 0,9 32 1 0 0,-6-38 26 0 0,1 0 0 0 0,1 0 0 0 0,0 0 1 0 0,1-1-1 0 0,1 0 0 0 0,0 0 0 0 0,1-1 0 0 0,0-1 0 0 0,1 1 1 0 0,18 15-1 0 0,59 51 317 0 0,-32-16-231 0 0,-1-1 141 0 0,-54-63-254 0 0,0 1 1 0 0,-1-1-1 0 0,1 0 1 0 0,0 0 0 0 0,0 0-1 0 0,-1 0 1 0 0,1 0 0 0 0,0 0-1 0 0,-1 0 1 0 0,1 0 0 0 0,0 0-1 0 0,-1 0 1 0 0,1 0 0 0 0,0 0-1 0 0,-1 0 1 0 0,1 0-1 0 0,0-1 1 0 0,0 1 0 0 0,17-7 324 0 0,-12 5-290 0 0,-5 2-66 0 0,0-1 1 0 0,-1 1-1 0 0,1 0 1 0 0,-1-1 0 0 0,1 1-1 0 0,-1 0 1 0 0,1-1-1 0 0,-1 1 1 0 0,1-1-1 0 0,-1 1 1 0 0,1 0 0 0 0,-1-1-1 0 0,0 1 1 0 0,1-1-1 0 0,-1 1 1 0 0,0-1-1 0 0,1 0 1 0 0,-1 1-1 0 0,0-1 1 0 0,0 1 0 0 0,1-1-1 0 0,-1 0 1 0 0,0 1-1 0 0,0-1 1 0 0,0 1-1 0 0,0-1 1 0 0,0 0 0 0 0,0 1-1 0 0,0-1 1 0 0,0 0-1 0 0,0 1 1 0 0,0-1-1 0 0,0 0 1 0 0,-7-19-742 0 0,6 17 782 0 0,-2-2-264 0 0,1 0 1 0 0,-1 0-1 0 0,0 0 0 0 0,0 0 0 0 0,0 0 0 0 0,-1 0 0 0 0,-5-5 0 0 0,-1-1 152 0 0,-11-14-9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4:36.4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11058 0 0,'8'0'1847'0'0,"0"1"0"0"0,1 0 0 0 0,-1 0 0 0 0,10 3 0 0 0,1 2-937 0 0,31 15 0 0 0,1 1-405 0 0,-34-16-468 0 0,95 30 329 0 0,-89-29-471 0 0,-23-7 11 0 0,0 1 1 0 0,0-1 0 0 0,0 0 0 0 0,0 0 0 0 0,0 1 0 0 0,0-1 0 0 0,0 0 0 0 0,0 0 0 0 0,0 1-1 0 0,0-1 1 0 0,-1 0 0 0 0,1 0 0 0 0,0 0 0 0 0,0 1 0 0 0,0-1 0 0 0,0 0 0 0 0,0 0 0 0 0,0 0 0 0 0,0 1-1 0 0,0-1 1 0 0,-1 0 0 0 0,1 0 0 0 0,0 0 0 0 0,0 1 0 0 0,0-1 0 0 0,0 0 0 0 0,-1 0 0 0 0,1 0-1 0 0,0 0 1 0 0,0 0 0 0 0,-1 0 0 0 0,1 1 0 0 0,0-1 0 0 0,0 0 0 0 0,0 0 0 0 0,-1 0 0 0 0,1 0-1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4:36.7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11522 0 0,'25'3'1558'0'0,"-18"-2"-513"0"0,1 0-1 0 0,0 0 0 0 0,-1 0 1 0 0,1 1-1 0 0,-1 0 0 0 0,0 1 1 0 0,12 5-1 0 0,77 40 436 0 0,-43-22-1194 0 0,-45-22-330 0 0,1 1 0 0 0,-1 0 0 0 0,0 1 0 0 0,8 7 0 0 0,-25-14-3728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4:37.0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12443 0 0,'8'5'1385'0'0,"0"0"0"0"0,-1-1 0 0 0,1 0 0 0 0,1 0 0 0 0,12 3 0 0 0,-15-5-1085 0 0,0-1 0 0 0,0 0 0 0 0,0 0 1 0 0,0-1-1 0 0,9 0 0 0 0,72-8 200 0 0,-40 3-612 0 0,86 1 0 0 0,-131 4-163 0 0,1 0 1 0 0,0 0-1 0 0,0 1 0 0 0,0-1 0 0 0,0 1 0 0 0,-1-1 0 0 0,1 1 1 0 0,0 0-1 0 0,0 1 0 0 0,-1-1 0 0 0,1 0 0 0 0,2 2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4:37.5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9674 0 0,'4'2'1179'0'0,"1"-1"0"0"0,-1 1 0 0 0,0 0 0 0 0,7 6 0 0 0,6 3 1507 0 0,28 26 1 0 0,-32-24-2308 0 0,-1 0-1 0 0,0 1 1 0 0,-1 0 0 0 0,14 24 0 0 0,-23-34-356 0 0,1-1-1 0 0,-1 1 1 0 0,1-1 0 0 0,0 0 0 0 0,0 0 0 0 0,0 0 0 0 0,0 0 0 0 0,5 3 0 0 0,-6-8-17 0 0,-3-6-88 0 0,-4-6-127 0 0,-14-21-3504 0 0,13 25-3256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4:37.7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4145 0 0,'6'2'87'0'0,"34"12"1248"0"0,-15 1 4503 0 0,48 43-37 0 0,-37-36-7396 0 0,-36-22 1536 0 0,1 0-1 0 0,-1-1 0 0 0,1 1 0 0 0,0-1 0 0 0,-1 1 1 0 0,1-1-1 0 0,-1 1 0 0 0,1-1 0 0 0,-1 0 1 0 0,0 1-1 0 0,1-1 0 0 0,-1 0 0 0 0,0 1 0 0 0,1-1 1 0 0,-1 0-1 0 0,0-1 0 0 0,1 2 7 0 0,0-3 43 0 0,0 0 0 0 0,1 0 1 0 0,0 1-1 0 0,0-1 0 0 0,0 0 1 0 0,0 1-1 0 0,3-3 0 0 0,12-11-43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4:37.9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319 1 4545 0 0,'3'2'34'0'0,"-1"0"0"0"0,0 0 0 0 0,-1 0 1 0 0,1 1-1 0 0,0-1 0 0 0,0 1 0 0 0,-1-1 0 0 0,0 1 0 0 0,1 0 1 0 0,0 2-1 0 0,-1 0 156 0 0,-1 0 0 0 0,1 0 1 0 0,-1 0-1 0 0,1 0 0 0 0,-2 7 1 0 0,-2 29 1712 0 0,-2 0 1 0 0,-11 40 0 0 0,2-28-889 0 0,-2 0 1 0 0,-36 78-1 0 0,38-101-745 0 0,-2 1-1 0 0,-38 54 0 0 0,45-73-210 0 0,0-1-1 0 0,-1 0 1 0 0,0-1 0 0 0,-1 0-1 0 0,0 0 1 0 0,0-1-1 0 0,-1-1 1 0 0,0 0 0 0 0,-21 10-1 0 0,32-18-53 0 0,-7 3-1044 0 0,2-4-2455 0 0,-2-1-1527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4:38.3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0 170 7834 0 0,'8'-3'1235'0'0,"-1"0"-1"0"0,1 0 1 0 0,-1-1 0 0 0,0 1 0 0 0,-1-2 0 0 0,1 1 0 0 0,8-8-1 0 0,-5 5-375 0 0,-1 0-1 0 0,14-7 0 0 0,-2 4-454 0 0,2 1 0 0 0,-1 1 0 0 0,36-8-1 0 0,73-4-34 0 0,-115 18-353 0 0,11-1 18 0 0,-1 0 0 0 0,51-15 0 0 0,-65 13-218 0 0,-12 5 149 0 0,1 0-1 0 0,-1 0 1 0 0,0 0 0 0 0,0 0 0 0 0,0 0 0 0 0,1 0-1 0 0,-1-1 1 0 0,0 1 0 0 0,0 0 0 0 0,0 0 0 0 0,1 0 0 0 0,-1 0-1 0 0,0 0 1 0 0,0-1 0 0 0,0 1 0 0 0,0 0 0 0 0,0 0-1 0 0,1 0 1 0 0,-1-1 0 0 0,0 1 0 0 0,0 0 0 0 0,0 0 0 0 0,0-1-1 0 0,0 1 1 0 0,0 0 0 0 0,0 0 0 0 0,0 0 0 0 0,0-1-1 0 0,0 1 1 0 0,0 0 0 0 0,0 0 0 0 0,0-1 0 0 0,0 1-1 0 0,0 0 1 0 0,0 0 0 0 0,0-1 0 0 0,0 1 0 0 0,0 0 0 0 0,0 0-1 0 0,0 0 1 0 0,-1-1 0 0 0,1 1 0 0 0,0 0 0 0 0,0 0-1 0 0,0 0 1 0 0,0-1 0 0 0,-2-1-1216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4:38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4145 0 0,'2'1'327'0'0,"-1"-1"0"0"0,1 1-1 0 0,0 0 1 0 0,-1-1 0 0 0,1 1 0 0 0,-1 0 0 0 0,0 0 0 0 0,1 0 0 0 0,-1 0 0 0 0,0 1-1 0 0,0-1 1 0 0,1 0 0 0 0,0 2 0 0 0,15 20 2537 0 0,-14-16-2401 0 0,0 1 0 0 0,0-1-1 0 0,-1 0 1 0 0,0 1 0 0 0,3 14 0 0 0,0 42 452 0 0,-4-37-619 0 0,38 343 2206 0 0,-17-187-1389 0 0,-18-130-995 0 0,-4-48-122 0 0,0 0 0 0 0,0 0 0 0 0,-1 0-1 0 0,0 0 1 0 0,0 0 0 0 0,0 0 0 0 0,-1 0-1 0 0,-2 6 1 0 0,4-11-15 0 0,0 1 0 0 0,-1 0-1 0 0,1-1 1 0 0,0 1 0 0 0,-1 0 0 0 0,1-1-1 0 0,-1 1 1 0 0,1-1 0 0 0,-1 1 0 0 0,1-1-1 0 0,-1 1 1 0 0,0-1 0 0 0,1 1 0 0 0,-1-1-1 0 0,0 1 1 0 0,1-1 0 0 0,-1 0-1 0 0,0 1 1 0 0,0-1 0 0 0,1 0 0 0 0,-1 0-1 0 0,0 0 1 0 0,0 1 0 0 0,0-1 0 0 0,-1 0-651 0 0,-1-1 1 0 0,1 1-1 0 0,0 0 1 0 0,0-1-1 0 0,0 1 1 0 0,0-1-1 0 0,-3-1 1 0 0,-7-4-5104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4:38.8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1 3681 0 0,'0'1'108'0'0,"0"-1"-1"0"0,1 1 1 0 0,-1 0 0 0 0,0-1-1 0 0,0 1 1 0 0,0 0 0 0 0,0-1 0 0 0,1 1-1 0 0,-1 0 1 0 0,0-1 0 0 0,0 1 0 0 0,-1 0-1 0 0,1-1 1 0 0,0 1 0 0 0,0 0 0 0 0,0-1-1 0 0,0 1 1 0 0,0 0 0 0 0,-1 0 0 0 0,-7 18 3780 0 0,6-13-3447 0 0,-4 4 602 0 0,0 1 1 0 0,0-1 0 0 0,-1 0-1 0 0,0-1 1 0 0,-17 18-1 0 0,11-13-552 0 0,-15 22 0 0 0,26-33-460 0 0,0 0 0 0 0,1 0 0 0 0,-1 0 1 0 0,1 1-1 0 0,-1 3 0 0 0,1 6-1221 0 0,1-12 932 0 0,0-1 0 0 0,0 1 1 0 0,0-1-1 0 0,1 1 0 0 0,-1-1 0 0 0,0 1 0 0 0,0-1 0 0 0,1 1 0 0 0,-1-1 0 0 0,0 1 1 0 0,0-1-1 0 0,1 0 0 0 0,-1 1 0 0 0,0-1 0 0 0,1 1 0 0 0,-1-1 0 0 0,1 0 0 0 0,-1 0 1 0 0,1 1-1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4:39.1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3225 0 0,'7'3'824'0'0,"-1"0"0"0"0,1 0 1 0 0,-1 1-1 0 0,10 8 1 0 0,3 2 1039 0 0,169 112 8070 0 0,-177-121-10310 0 0,-20-16-3050 0 0,4 3-2227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4:39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3681 0 0,'9'9'1176'0'0,"-1"0"0"0"0,0 1 0 0 0,0 0 0 0 0,-1 0 0 0 0,0 1 0 0 0,8 18 0 0 0,-14-24-1042 0 0,-5-7-996 0 0,-5-10-1492 0 0,5 2 1878 0 0,1 1-1 0 0,-4-15 1 0 0,3 6 476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4:39.5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5065 0 0,'12'10'224'0'0,"-6"-4"48"0"0,0 0-272 0 0,-2-2 0 0 0,-2-2 0 0 0,0 0 0 0 0,0 0 832 0 0,2 2 105 0 0,1 2 23 0 0,1 4 8 0 0,-2-2-576 0 0,0 0-112 0 0,-4-2-24 0 0,-2-6-8 0 0,-6-2-248 0 0,0-4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4:40.2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 25 5529 0 0,'9'-6'-193'0'0,"11"-9"3039"0"0,-19 15-2464 0 0,0-1 0 0 0,0 1-1 0 0,0-1 1 0 0,-1 1 0 0 0,1-1-1 0 0,0 1 1 0 0,0 0 0 0 0,0 0-1 0 0,0-1 1 0 0,0 1 0 0 0,0 0-1 0 0,0 0 1 0 0,0 0 0 0 0,0 0-1 0 0,0 0 1 0 0,0 0-1 0 0,0 0 1 0 0,0 1 0 0 0,2-1-1 0 0,-3 1-284 0 0,1 0-1 0 0,-1-1 0 0 0,1 1 0 0 0,-1-1 0 0 0,0 1 0 0 0,1 0 1 0 0,-1-1-1 0 0,0 1 0 0 0,1 0 0 0 0,-1 0 0 0 0,0-1 0 0 0,0 1 1 0 0,0 0-1 0 0,1 0 0 0 0,-1-1 0 0 0,0 1 0 0 0,0 0 0 0 0,0 0 1 0 0,0 0-1 0 0,0-1 0 0 0,-1 1 0 0 0,1 0 0 0 0,0 0 1 0 0,0-1-1 0 0,0 1 0 0 0,-1 0 0 0 0,1 0 0 0 0,-1 0 0 0 0,-10 24 332 0 0,-88 139-1669 0 0,87-146 747 0 0,9-13 204 0 0,0 0 1 0 0,1 0-1 0 0,-1 0 0 0 0,-2 7 1 0 0,5-12 275 0 0,0 0 1 0 0,0 0-1 0 0,0 0 1 0 0,0 0-1 0 0,0 0 1 0 0,0 1 0 0 0,0-1-1 0 0,0 0 1 0 0,0 0-1 0 0,0 0 1 0 0,0 0-1 0 0,0 0 1 0 0,0 0-1 0 0,0 1 1 0 0,0-1 0 0 0,0 0-1 0 0,0 0 1 0 0,0 0-1 0 0,0 0 1 0 0,0 0-1 0 0,0 0 1 0 0,0 0-1 0 0,0 1 1 0 0,0-1 0 0 0,0 0-1 0 0,0 0 1 0 0,0 0-1 0 0,0 0 1 0 0,1 0-1 0 0,-1 0 1 0 0,0 0-1 0 0,0 0 1 0 0,0 1 0 0 0,0-1-1 0 0,0 0 1 0 0,0 0-1 0 0,0 0 1 0 0,0 0-1 0 0,1 0 1 0 0,4-1-328 0 0,6-6-42 0 0,-9 5 295 0 0,35-28-954 0 0,52-35 0 0 0,-77 58 1063 0 0,1 0-1 0 0,-1 0 1 0 0,1 1 0 0 0,1 1-1 0 0,-1 0 1 0 0,1 1-1 0 0,0 0 1 0 0,0 1 0 0 0,14-1-1 0 0,-25 4 31 0 0,-1 0 0 0 0,1 0-1 0 0,-1 0 1 0 0,1 1-1 0 0,-1-1 1 0 0,1 1-1 0 0,-1-1 1 0 0,1 1 0 0 0,-1 0-1 0 0,1 0 1 0 0,-1 0-1 0 0,0 0 1 0 0,1 0 0 0 0,-1 1-1 0 0,0-1 1 0 0,0 1-1 0 0,0-1 1 0 0,0 1-1 0 0,0 0 1 0 0,-1 0 0 0 0,1 0-1 0 0,0 0 1 0 0,-1 0-1 0 0,1 0 1 0 0,-1 0 0 0 0,0 0-1 0 0,0 1 1 0 0,0-1-1 0 0,0 0 1 0 0,1 4 0 0 0,2 7 133 0 0,-1 1 1 0 0,0 0 0 0 0,-1 0 0 0 0,1 19 0 0 0,-2-20-134 0 0,3 47 660 0 0,-3 0 1 0 0,-2 0-1 0 0,-10 69 1 0 0,5-93-560 0 0,-1 0 0 0 0,-1-1 0 0 0,-2 1 1 0 0,-2-2-1 0 0,-1 0 0 0 0,-26 47 0 0 0,1-21 510 0 0,24-41-400 0 0,2 0 0 0 0,-15 33 0 0 0,25-49-239 0 0,1 1 0 0 0,0-1-1 0 0,0 1 1 0 0,1-1 0 0 0,-1 1-1 0 0,0 7 1 0 0,-2-13-536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4:40.4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4609 0 0,'26'4'3736'0'0,"0"2"1"0"0,33 12-1 0 0,-36-10-2063 0 0,1-1 0 0 0,45 7-1 0 0,-59-13-1959 0 0,0-1-1 0 0,1 1 0 0 0,-1-2 1 0 0,0 1-1 0 0,0-1 0 0 0,19-5 1 0 0,-19 2-6517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4:40.8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4609 0 0,'38'20'5782'0'0,"46"20"2076"0"0,-73-36-7433 0 0,-1-1 0 0 0,1 0 0 0 0,0 0 0 0 0,0-1 0 0 0,0-1 0 0 0,16 1 1 0 0,-4-2-431 0 0,0-1 84 0 0,21 3 0 0 0,-38-1-159 0 0,0 0 1 0 0,0 0-1 0 0,0 0 1 0 0,-1 0-1 0 0,1 1 0 0 0,0 0 1 0 0,-1 1-1 0 0,10 5 1 0 0,-9-3-797 0 0,-2-1-250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4:41.1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0 154 10138 0 0,'5'3'521'0'0,"-1"-1"-1"0"0,0-1 1 0 0,1 1-1 0 0,-1-1 1 0 0,1 1-1 0 0,0-1 1 0 0,-1 0 0 0 0,1-1-1 0 0,0 1 1 0 0,7-1-1 0 0,7-1 1717 0 0,25-5 0 0 0,-11 1-1357 0 0,10 1-596 0 0,0-1-1 0 0,-1-3 1 0 0,0-1 0 0 0,43-16 0 0 0,98-37-1030 0 0,-91 32 436 0 0,-80 27 128 0 0,4-1 33 0 0,-16 4 116 0 0,0 0 1 0 0,0 0-1 0 0,0 0 1 0 0,0 0-1 0 0,0 0 0 0 0,0 0 1 0 0,0 0-1 0 0,0 0 0 0 0,-1 0 1 0 0,1 0-1 0 0,0 0 0 0 0,0 0 1 0 0,0 0-1 0 0,0 0 0 0 0,0-1 1 0 0,0 1-1 0 0,0 0 0 0 0,0 0 1 0 0,0 0-1 0 0,0 0 0 0 0,0 0 1 0 0,0 0-1 0 0,0 0 0 0 0,0 0 1 0 0,0-1-1 0 0,0 1 1 0 0,0 0-1 0 0,0 0 0 0 0,0 0 1 0 0,0 0-1 0 0,0 0 0 0 0,0 0 1 0 0,0 0-1 0 0,0 0 0 0 0,0 0 1 0 0,0-1-1 0 0,0 1 0 0 0,0 0 1 0 0,0 0-1 0 0,0 0 0 0 0,0 0 1 0 0,0 0-1 0 0,0 0 0 0 0,1 0 1 0 0,-1 0-1 0 0,0 0 0 0 0,0 0 1 0 0,-4-2-967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4:46.1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370 1128 5529 0 0,'13'-4'3892'0'0,"3"5"2137"0"0,-2 3-4995 0 0,7 2-816 0 0,175 15 3954 0 0,-121-23-3627 0 0,-57 2-467 0 0,1 0-1 0 0,-1-1 0 0 0,1-1 0 0 0,-1-1 1 0 0,35-10-1 0 0,-18 0 128 0 0,64-31 0 0 0,-58 25-198 0 0,78-44 64 0 0,-103 53-61 0 0,0-1 0 0 0,0-1 0 0 0,-1 0 0 0 0,25-28 0 0 0,-32 31-6 0 0,0-1 0 0 0,-1 1 1 0 0,0-1-1 0 0,-1-1 0 0 0,0 1 0 0 0,-1-1 1 0 0,0 0-1 0 0,-1-1 0 0 0,0 1 0 0 0,-1-1 1 0 0,0 1-1 0 0,-1-1 0 0 0,0 0 1 0 0,0-20-1 0 0,-2-4-4 0 0,-1 0 0 0 0,-3 1 0 0 0,0 0 0 0 0,-2-1 0 0 0,-2 2 0 0 0,-1-1 0 0 0,-2 1 0 0 0,-16-34 0 0 0,20 54-7 0 0,-1 0 1 0 0,-1 0-1 0 0,0 1 1 0 0,0 1-1 0 0,-2-1 1 0 0,1 1-1 0 0,-2 1 1 0 0,1 0-1 0 0,-22-15 1 0 0,11 12-5 0 0,-1 0 1 0 0,0 1-1 0 0,-1 1 1 0 0,-50-16-1 0 0,-77-30-28 0 0,-42-12 4 0 0,179 66 35 0 0,-10-4 0 0 0,-1 2 0 0 0,-25-3 0 0 0,42 8 0 0 0,0 0 0 0 0,0 1 0 0 0,0 0 0 0 0,-1 0 0 0 0,1 1 0 0 0,0 1 0 0 0,0-1 0 0 0,0 1 0 0 0,0 0 0 0 0,-10 5 0 0 0,6-1 0 0 0,-1-1 0 0 0,0 1 0 0 0,-22 5 0 0 0,16-5 18 0 0,1 0 1 0 0,0 1 0 0 0,-31 16-1 0 0,35-15 47 0 0,0 0-1 0 0,1 1 1 0 0,-21 18-1 0 0,27-21-39 0 0,1 0 0 0 0,0 1 0 0 0,1-1 0 0 0,-1 1 0 0 0,1 1 0 0 0,1-1 0 0 0,-1 1 0 0 0,-4 10 0 0 0,-38 118 186 0 0,32-92-181 0 0,5-15 28 0 0,2 0 1 0 0,0 0-1 0 0,-6 53 1 0 0,14-65-33 0 0,0 0-1 0 0,1 0 1 0 0,1 0-1 0 0,0-1 1 0 0,8 27-1 0 0,31 79 210 0 0,-22-74-194 0 0,-16-37-12 0 0,1-1-1 0 0,0 0 0 0 0,1 0 0 0 0,0 0 0 0 0,1 0 1 0 0,12 15-1 0 0,10 11 81 0 0,-21-26-56 0 0,0-1 1 0 0,0 0-1 0 0,16 14 1 0 0,-5-9 32 0 0,0-1 0 0 0,1-1 0 0 0,1-1 0 0 0,0 0 1 0 0,30 10-1 0 0,-23-9 22 0 0,-22-9-74 0 0,0 0 0 0 0,0 0 0 0 0,0-1 0 0 0,0 0 0 0 0,1 0 0 0 0,-1-1 0 0 0,1 1 0 0 0,-1-1-1 0 0,1 0 1 0 0,0-1 0 0 0,-1 1 0 0 0,12-2 0 0 0,-13 0-28 0 0,45-10 300 0 0,-44 9-278 0 0,-1 1 1 0 0,0-1-1 0 0,1 0 1 0 0,-1-1-1 0 0,0 1 1 0 0,0-1-1 0 0,0 0 1 0 0,5-5 0 0 0,-9 8-43 0 0,0 0 1 0 0,1 0-1 0 0,-1 0 1 0 0,0 0-1 0 0,0 0 1 0 0,0 0-1 0 0,1 0 1 0 0,-1 0-1 0 0,0 0 1 0 0,0 0-1 0 0,0 0 1 0 0,1 0-1 0 0,-1-1 1 0 0,0 1-1 0 0,0 0 1 0 0,0 0-1 0 0,0 0 1 0 0,0 0-1 0 0,1 0 1 0 0,-1-1-1 0 0,0 1 1 0 0,0 0-1 0 0,0 0 1 0 0,0 0-1 0 0,0-1 1 0 0,0 1-1 0 0,0 0 1 0 0,0 0-1 0 0,1 0 1 0 0,-1-1-1 0 0,0 1 1 0 0,0 0-1 0 0,0 0 1 0 0,0 0-1 0 0,0-1 1 0 0,0 1-1 0 0,0 0 1 0 0,0 0-1 0 0,0 0 1 0 0,0-1-1 0 0,-1 1 1 0 0,1 0-1 0 0,0 0 1 0 0,0 0-1 0 0,0-1 1 0 0,0 1-1 0 0,0 0 1 0 0,0 0-1 0 0,0 0 1 0 0,0-1-1 0 0,-1 1 1 0 0,1 0-1 0 0,0 0 1 0 0,0 0-1 0 0,0 0 1 0 0,0 0-1 0 0,0-1 1 0 0,-1 1-1 0 0,1 0 1 0 0,0 0-1 0 0,0 0 1 0 0,0 0-1 0 0,-1 0 1 0 0,1 0-1 0 0,0 0 1 0 0,0 0-1 0 0,-9-6-309 0 0,-6-4-912 0 0,0-1-4423 0 0,3 1-2001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4:46.7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0 943 920 0 0,'1'1'370'0'0,"0"0"0"0"0,-1 0 0 0 0,1 0 0 0 0,0-1 0 0 0,-1 1 0 0 0,1 0 0 0 0,0 0 0 0 0,0-1 0 0 0,0 1 0 0 0,0-1 0 0 0,0 1 0 0 0,0-1 0 0 0,0 1 0 0 0,0-1 0 0 0,0 0 0 0 0,0 1 0 0 0,0-1 0 0 0,0 0 0 0 0,0 0 0 0 0,0 0 0 0 0,0 0 0 0 0,0 0 0 0 0,0 0 0 0 0,0 0 0 0 0,0 0 0 0 0,2 0 0 0 0,-3-1-102 0 0,1 0 0 0 0,0 0 1 0 0,0 1-1 0 0,0-1 0 0 0,0 0 1 0 0,-1 0-1 0 0,1 0 0 0 0,0 0 1 0 0,-1 0-1 0 0,1 0 0 0 0,0 0 1 0 0,-1 0-1 0 0,0 0 1 0 0,1-1-1 0 0,-1 1 0 0 0,0 0 1 0 0,1 0-1 0 0,-1 0 0 0 0,0 0 1 0 0,0-2-1 0 0,3-20 957 0 0,16-111 1257 0 0,78-197-1964 0 0,-92 317-516 0 0,3-8-29 0 0,0 1-1 0 0,2 0 0 0 0,1 0 0 0 0,0 1 0 0 0,1 0 0 0 0,2 1 0 0 0,0 1 0 0 0,0 0 0 0 0,2 1 1 0 0,23-21-1 0 0,15-13-71 0 0,-33 30 191 0 0,1 1 1 0 0,43-31-1 0 0,-57 46 57 0 0,1 0-1 0 0,-1 0 0 0 0,18-5 0 0 0,-22 8-97 0 0,-1 1-1 0 0,1 0 0 0 0,0 1 1 0 0,0-1-1 0 0,-1 1 1 0 0,1-1-1 0 0,0 1 1 0 0,0 1-1 0 0,0-1 0 0 0,-1 0 1 0 0,1 1-1 0 0,6 1 1 0 0,-7-1-2 0 0,1-1 1 0 0,-1 0 0 0 0,1 0 0 0 0,-1 0-1 0 0,1-1 1 0 0,-1 1 0 0 0,1-1 0 0 0,-1 0-1 0 0,0 1 1 0 0,1-2 0 0 0,-1 1 0 0 0,0 0-1 0 0,4-3 1 0 0,15-4 275 0 0,-17 6-314 0 0,-4 1-3 0 0,0 1 0 0 0,0-1 0 0 0,0 1 0 0 0,0 0-1 0 0,1-1 1 0 0,-1 1 0 0 0,0 0 0 0 0,0-1 0 0 0,0 1 0 0 0,1 0 0 0 0,-1 0 0 0 0,0 0 0 0 0,0 0 0 0 0,2 1 0 0 0,-3-1-94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4:48.2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 25 13363 0 0,'1'0'114'0'0,"21"-9"4576"0"0,-22 9-4639 0 0,1 0-1 0 0,-1-1 0 0 0,0 1 0 0 0,0 0 1 0 0,1 0-1 0 0,-1 0 0 0 0,0 0 0 0 0,1 0 0 0 0,-1 0 1 0 0,0 0-1 0 0,1 0 0 0 0,-1 0 0 0 0,0 0 1 0 0,1 0-1 0 0,-1 0 0 0 0,0 0 0 0 0,1 0 0 0 0,-1 0 1 0 0,0 0-1 0 0,1 0 0 0 0,-1 0 0 0 0,0 0 0 0 0,1 0 1 0 0,-1 0-1 0 0,0 1 0 0 0,1-1 0 0 0,-1 0 1 0 0,0 0-1 0 0,0 0 0 0 0,1 1 0 0 0,-1-1 0 0 0,0 0 1 0 0,0 0-1 0 0,1 1 0 0 0,-1-1 0 0 0,0 0 1 0 0,0 0-1 0 0,0 1 0 0 0,1-1 0 0 0,-1 0 0 0 0,0 1 1 0 0,0-1-1 0 0,0 0 0 0 0,0 1 0 0 0,0-1 1 0 0,0 0-1 0 0,0 1 0 0 0,0-1 0 0 0,0 0 0 0 0,0 1 1 0 0,0-1-1 0 0,0 0 0 0 0,0 1 0 0 0,0-1 0 0 0,0 0 1 0 0,0 1-1 0 0,0-1 0 0 0,0 0 0 0 0,0 1 1 0 0,-1-1-1 0 0,1 0 0 0 0,0 1 0 0 0,0-1 0 0 0,0 0 1 0 0,-1 1-1 0 0,-3 9 69 0 0,-1 1 1 0 0,-1-1-1 0 0,0 0 0 0 0,0 0 1 0 0,-10 10-1 0 0,-42 44-164 0 0,21-25 73 0 0,25-26-164 0 0,0 1 0 0 0,1 0 0 0 0,0 0 0 0 0,-9 19 0 0 0,44-53-754 0 0,0-4 445 0 0,0 2 0 0 0,49-33 1 0 0,5-5 427 0 0,-56 40 144 0 0,1 2-1 0 0,30-18 0 0 0,-45 31-37 0 0,1 0 0 0 0,0 1-1 0 0,0 0 1 0 0,0 1-1 0 0,1 0 1 0 0,0 0-1 0 0,-1 1 1 0 0,1 0 0 0 0,0 1-1 0 0,12-1 1 0 0,-19 2-36 0 0,0 0 0 0 0,0 0 0 0 0,0 0 1 0 0,-1 1-1 0 0,1-1 0 0 0,0 1 0 0 0,0-1 1 0 0,0 1-1 0 0,-1 0 0 0 0,1 0 0 0 0,0 1 1 0 0,-1-1-1 0 0,1 0 0 0 0,-1 1 0 0 0,1 0 1 0 0,-1-1-1 0 0,0 1 0 0 0,0 0 0 0 0,0 0 1 0 0,0 0-1 0 0,0 0 0 0 0,0 1 0 0 0,0-1 1 0 0,1 3-1 0 0,0 2-11 0 0,0 0 1 0 0,-1 0-1 0 0,0 0 1 0 0,0 0-1 0 0,0 1 1 0 0,-1-1-1 0 0,0 0 1 0 0,0 10-1 0 0,0 32 19 0 0,-2 0-1 0 0,-11 71 0 0 0,-29 97 68 0 0,12-70-74 0 0,10-48 78 0 0,-43 134 0 0 0,62-232-131 0 0,-1 3 0 0 0,-1 0 1 0 0,1 0-1 0 0,-1 0 0 0 0,0 0 0 0 0,0 0 0 0 0,0 0 1 0 0,-4 5-1 0 0,6-9-1 0 0,-1 0 0 0 0,1 0 0 0 0,0 0 0 0 0,0 0 0 0 0,0 0 0 0 0,-1 0 0 0 0,1 0 0 0 0,0 0 0 0 0,0 0 0 0 0,0 0 0 0 0,-1 0 0 0 0,1 0 0 0 0,0 0 0 0 0,0 0 0 0 0,0 0 0 0 0,-1 0 0 0 0,1 0 0 0 0,0 0 0 0 0,0 0 0 0 0,0 0 0 0 0,-1 0 0 0 0,1 0 0 0 0,0-1 0 0 0,0 1 0 0 0,0 0 0 0 0,0 0 0 0 0,-1 0 0 0 0,1 0 0 0 0,0 0 0 0 0,0 0 0 0 0,0-1 0 0 0,0 1 0 0 0,0 0 0 0 0,0 0 0 0 0,0 0 0 0 0,-1-1 0 0 0,1 1 0 0 0,0 0 0 0 0,0 0 0 0 0,0 0 0 0 0,0-1 0 0 0,0 1 0 0 0,0 0 0 0 0,0 0 0 0 0,0 0 0 0 0,0-1 0 0 0,-3-10 0 0 0,-11-73-2217 0 0,10 57-5248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4:48.4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62 10594 0 0,'3'-1'686'0'0,"0"0"0"0"0,0 0 0 0 0,0 0 0 0 0,0 0 0 0 0,0 0 0 0 0,0 1 0 0 0,0-1 0 0 0,1 1 0 0 0,-1 0 0 0 0,0 0 0 0 0,0 0 0 0 0,6 1 0 0 0,11-1 983 0 0,0-2-1220 0 0,0-1 0 0 0,-1-1 1 0 0,0-1-1 0 0,0 0 1 0 0,21-10-1 0 0,-24 9-1416 0 0,26-6-1 0 0,-30 8-6899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4:49.0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0 194 5985 0 0,'3'-1'880'0'0,"0"-1"0"0"0,0 1 0 0 0,0-1 0 0 0,-1 0 0 0 0,1 0 0 0 0,0 0 0 0 0,-1 0 0 0 0,0 0-1 0 0,3-4 1 0 0,-1 2 123 0 0,17-14 3420 0 0,16-6-2222 0 0,8-6-1559 0 0,-29 18-573 0 0,0 1-1 0 0,1 1 1 0 0,1 0 0 0 0,-1 1-1 0 0,1 1 1 0 0,1 1 0 0 0,0 0-1 0 0,0 1 1 0 0,0 1 0 0 0,0 1-1 0 0,23-2 1 0 0,-38 6-69 0 0,0 0 0 0 0,0 0 0 0 0,0 0 0 0 0,0 0 0 0 0,0 1 0 0 0,0-1 0 0 0,0 1 0 0 0,0 0 0 0 0,0 0 0 0 0,0 1 0 0 0,-1-1 0 0 0,1 1 0 0 0,0 0 0 0 0,-1 0 0 0 0,1 0 0 0 0,-1 0 0 0 0,0 1 0 0 0,3 2 0 0 0,-1 0 0 0 0,-1 0 0 0 0,0 1 0 0 0,0-1 0 0 0,-1 1 0 0 0,0-1 0 0 0,0 1 0 0 0,0 0 0 0 0,0 0 0 0 0,-1 1 0 0 0,2 7 0 0 0,4 19 0 0 0,-2 0 0 0 0,0 0 0 0 0,-3 1 0 0 0,0 59 0 0 0,-4-70 0 0 0,-1 1 0 0 0,-1-1 0 0 0,-2 0 0 0 0,0 0 0 0 0,-1 0 0 0 0,-1-1 0 0 0,-16 37 0 0 0,18-51 0 0 0,0 0 0 0 0,-9 12 0 0 0,12-17 0 0 0,0 0 0 0 0,-1 0 0 0 0,1 0 0 0 0,-1-1 0 0 0,0 1 0 0 0,0-1 0 0 0,0 0 0 0 0,0 0 0 0 0,-5 2 0 0 0,8-3-4 0 0,0-1 1 0 0,-1 0-1 0 0,1 0 1 0 0,0 0-1 0 0,-1 0 0 0 0,1 0 1 0 0,0 0-1 0 0,-1 0 0 0 0,1 1 1 0 0,-1-1-1 0 0,1 0 0 0 0,0 0 1 0 0,-1 0-1 0 0,1 0 0 0 0,0-1 1 0 0,-1 1-1 0 0,1 0 1 0 0,-1 0-1 0 0,1 0 0 0 0,0 0 1 0 0,-1 0-1 0 0,1 0 0 0 0,0 0 1 0 0,-1-1-1 0 0,1 1 0 0 0,0 0 1 0 0,-1 0-1 0 0,1-1 1 0 0,0 1-1 0 0,-1-1 0 0 0,-3-12-183 0 0,7-18-405 0 0,-3 30 547 0 0,4-27-6524 0 0,-2 12-472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4:49.4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 6913 0 0,'33'-6'2361'0'0,"-29"5"-1300"0"0,0 0 1 0 0,0 0-1 0 0,0 0 1 0 0,1 0-1 0 0,-1 1 0 0 0,0 0 1 0 0,1 0-1 0 0,6 1 1 0 0,-10-1-886 0 0,0 1 1 0 0,0-1 0 0 0,0 1 0 0 0,0-1 0 0 0,0 1-1 0 0,0 0 1 0 0,0-1 0 0 0,0 1 0 0 0,0 0-1 0 0,0 0 1 0 0,-1 0 0 0 0,1-1 0 0 0,0 1 0 0 0,-1 0-1 0 0,1 0 1 0 0,0 0 0 0 0,0 2 0 0 0,8 21 280 0 0,-4-9-150 0 0,23 56 205 0 0,-27-68-818 0 0,0-4-594 0 0,-1-8-2580 0 0,0 6 1266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4:49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8754 0 0,'11'3'933'0'0,"-1"1"1"0"0,1 0-1 0 0,-1 0 1 0 0,14 9-1 0 0,-20-11-523 0 0,-1 1 0 0 0,1-1 0 0 0,-1 1-1 0 0,0 0 1 0 0,0-1 0 0 0,0 1 0 0 0,0 1 0 0 0,0-1-1 0 0,0 0 1 0 0,-1 1 0 0 0,0-1 0 0 0,0 1 0 0 0,0 0-1 0 0,3 6 1 0 0,-5-9-485 0 0,0 0-1 0 0,0 1 0 0 0,1-1 1 0 0,-1 0-1 0 0,0 0 0 0 0,0 0 1 0 0,0 0-1 0 0,-1 1 1 0 0,1-1-1 0 0,0 0 0 0 0,0 0 1 0 0,-1 0-1 0 0,1 0 1 0 0,0 0-1 0 0,-1 1 0 0 0,1-1 1 0 0,-1 0-1 0 0,0 0 0 0 0,1 0 1 0 0,-1 0-1 0 0,0-1 1 0 0,1 1-1 0 0,-1 0 0 0 0,0 0 1 0 0,0 0-1 0 0,0 0 1 0 0,0-1-1 0 0,0 1 0 0 0,0-1 1 0 0,0 1-1 0 0,0 0 0 0 0,0-1 1 0 0,0 0-1 0 0,0 1 1 0 0,0-1-1 0 0,0 0 0 0 0,-1 1 1 0 0,1-1-1 0 0,0 0 1 0 0,0 0-1 0 0,0 0 0 0 0,-1 0 1 0 0,1 0-1 0 0,0 0 0 0 0,0 0 1 0 0,0-1-1 0 0,0 1 1 0 0,0 0-1 0 0,-3-1 0 0 0,-5-5 44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4:51.5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659 1337 5985 0 0,'51'43'6378'0'0,"-32"-32"-5032"0"0,-1-1-420 0 0,3 10 6 0 0,-17-15-749 0 0,0-1 0 0 0,0 0-1 0 0,0 0 1 0 0,1 0 0 0 0,0-1 0 0 0,-1 0-1 0 0,1 0 1 0 0,0 0 0 0 0,1 0-1 0 0,-1-1 1 0 0,8 3 0 0 0,2-2 79 0 0,0-1 0 0 0,0-1 0 0 0,1 0 0 0 0,-1-1 0 0 0,0-1 0 0 0,0 0 0 0 0,25-6 0 0 0,104-33 690 0 0,-121 32-784 0 0,36-14 143 0 0,-2-3 0 0 0,68-40 0 0 0,-119 61-301 0 0,71-43 56 0 0,94-74 0 0 0,-86 58-48 0 0,-58 43-21 0 0,0-1 1 0 0,-1-2 0 0 0,-1 0-1 0 0,-1-2 1 0 0,28-38-1 0 0,-43 49-4 0 0,0 0 0 0 0,0-1-1 0 0,-1 0 1 0 0,-1 0-1 0 0,7-23 1 0 0,-11 26-1 0 0,0 0 1 0 0,-1 0-1 0 0,0 0 0 0 0,-1-1 0 0 0,0 1 1 0 0,-1-1-1 0 0,0 1 0 0 0,-3-14 1 0 0,0 5-9 0 0,-1 0 0 0 0,-2 1 0 0 0,0 0 0 0 0,-15-33 0 0 0,6 23-36 0 0,-1 1 1 0 0,-25-34-1 0 0,18 32 26 0 0,-2 1 1 0 0,-1 1-1 0 0,-1 1 1 0 0,-1 2-1 0 0,-2 0 0 0 0,0 2 1 0 0,-2 2-1 0 0,-48-27 0 0 0,38 27 24 0 0,0 3 0 0 0,-2 1 0 0 0,0 2 0 0 0,-1 2 0 0 0,0 3 0 0 0,-76-11 0 0 0,49 14 2 0 0,-1 3 0 0 0,-126 9 0 0 0,86 11 305 0 0,58-10-99 0 0,-169 21 248 0 0,208-23-428 0 0,1 0 0 0 0,-1 1 1 0 0,1 1-1 0 0,0 1 0 0 0,0 0 0 0 0,1 1 0 0 0,0 1 0 0 0,0 0 1 0 0,1 0-1 0 0,0 2 0 0 0,0 0 0 0 0,1 0 0 0 0,0 1 1 0 0,1 0-1 0 0,-14 19 0 0 0,-126 201 483 0 0,143-217-486 0 0,1 1-1 0 0,0 0 0 0 0,1 0 1 0 0,1 0-1 0 0,-6 27 0 0 0,6-15 10 0 0,2 0 0 0 0,0 43 0 0 0,4-37 42 0 0,2 0 1 0 0,1 0 0 0 0,12 47-1 0 0,-1-25 118 0 0,27 63 1 0 0,-35-101-142 0 0,1 0 1 0 0,1-1 0 0 0,1 0-1 0 0,0 0 1 0 0,1-1 0 0 0,1-1 0 0 0,0 0-1 0 0,1 0 1 0 0,0-1 0 0 0,1-1-1 0 0,0-1 1 0 0,1 1 0 0 0,1-2 0 0 0,0 0-1 0 0,0-1 1 0 0,0-1 0 0 0,23 8-1 0 0,-17-8 35 0 0,49 16 213 0 0,-62-21-237 0 0,1-1 1 0 0,-1-1 0 0 0,1 0-1 0 0,0 0 1 0 0,16-1 0 0 0,-14 0 43 0 0,0 0 1 0 0,0 1 0 0 0,0 1-1 0 0,0 0 1 0 0,16 4 0 0 0,-28-6-107 0 0,0 0 0 0 0,0 0 0 0 0,0 0 0 0 0,0 0 0 0 0,0 0 0 0 0,0 0 0 0 0,0 0 0 0 0,0 0 0 0 0,0 0 0 0 0,0-1 1 0 0,0 1-1 0 0,0 0 0 0 0,0 0 0 0 0,0 0 0 0 0,0 0 0 0 0,0 0 0 0 0,0 0 0 0 0,0 0 0 0 0,0 0 0 0 0,0 0 0 0 0,0 0 0 0 0,0 0 0 0 0,0 0 1 0 0,0-1-1 0 0,1 1 0 0 0,-1 0 0 0 0,0 0 0 0 0,0 0 0 0 0,0 0 0 0 0,0 0 0 0 0,0 0 0 0 0,0 0 0 0 0,0 0 0 0 0,0 0 0 0 0,0 0 0 0 0,0 0 1 0 0,0 0-1 0 0,1 0 0 0 0,-1 0 0 0 0,0 0 0 0 0,0 0 0 0 0,0 0 0 0 0,0 0 0 0 0,0 0 0 0 0,0 0 0 0 0,0 0 0 0 0,-4-4-18 0 0,-12-6-1667 0 0,-31-16 1 0 0,29 17-3629 0 0,-3-3-2394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4:52.6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409 1284 5529 0 0,'4'3'670'0'0,"1"1"1"0"0,0-1-1 0 0,-1 0 0 0 0,1-1 0 0 0,0 1 0 0 0,7 2 1 0 0,4 2 736 0 0,-6-2-646 0 0,1-1 0 0 0,0-1 0 0 0,-1 1 0 0 0,1-2 0 0 0,0 0 0 0 0,16 2 0 0 0,70-2 789 0 0,-66-2-1084 0 0,47-2 388 0 0,0-2 0 0 0,127-25 0 0 0,-167 20-804 0 0,0-2 0 0 0,-1-1 0 0 0,-1-2 0 0 0,0-2 0 0 0,-1-1 0 0 0,0-2 0 0 0,35-25 0 0 0,-67 41-50 0 0,123-88 32 0 0,-107 76-25 0 0,-1-2-1 0 0,-1 0 0 0 0,-1-1 0 0 0,20-27 1 0 0,-26 30-29 0 0,0-1-1 0 0,-1 0 1 0 0,0-1 0 0 0,-2 0 0 0 0,0 0 0 0 0,-1-1 0 0 0,0 0 0 0 0,-2 0-1 0 0,0 0 1 0 0,-1 0 0 0 0,-1-1 0 0 0,0 1 0 0 0,-2-1 0 0 0,-1-20 0 0 0,-2 12-52 0 0,-2 0 1 0 0,0 0-1 0 0,-2 1 1 0 0,-1 0-1 0 0,-1 0 1 0 0,-1 1 0 0 0,-1 0-1 0 0,-1 0 1 0 0,-1 1-1 0 0,-2 1 1 0 0,0 1-1 0 0,-1 0 1 0 0,-25-25-1 0 0,24 30 60 0 0,-1 0-1 0 0,-1 2 1 0 0,-29-18 0 0 0,-66-34-61 0 0,89 54 71 0 0,-9-6 4 0 0,-85-44 0 0 0,96 53 0 0 0,-1 1 0 0 0,1 0 0 0 0,-36-6 0 0 0,27 9 6 0 0,-1 1-1 0 0,1 2 0 0 0,-58 2 0 0 0,65 3 4 0 0,1 1 1 0 0,0 0-1 0 0,0 2 1 0 0,1 1-1 0 0,-41 15 1 0 0,27-4 65 0 0,2 0 0 0 0,0 3 0 0 0,-60 43 0 0 0,39-23-18 0 0,30-22-37 0 0,1 0 0 0 0,0 2 0 0 0,2 1 0 0 0,-38 41 0 0 0,27-17 186 0 0,-43 72-1 0 0,61-87-22 0 0,0 0 1 0 0,3 1-1 0 0,-19 60 0 0 0,28-74-145 0 0,1 0 0 0 0,0 1 0 0 0,1-1 0 0 0,1 1-1 0 0,1-1 1 0 0,1 1 0 0 0,0-1 0 0 0,1 1-1 0 0,1-1 1 0 0,0 0 0 0 0,2 0 0 0 0,0 0-1 0 0,9 20 1 0 0,-8-23-5 0 0,1 0 0 0 0,0-1 0 0 0,1 0 0 0 0,0 0 0 0 0,1-1 0 0 0,1-1-1 0 0,0 1 1 0 0,0-1 0 0 0,1-1 0 0 0,1 0 0 0 0,-1-1 0 0 0,2 0 0 0 0,-1 0 0 0 0,1-1-1 0 0,24 10 1 0 0,-22-12 23 0 0,-1-1 0 0 0,1 0-1 0 0,0-1 1 0 0,1 0 0 0 0,-1-2 0 0 0,1 0-1 0 0,-1 0 1 0 0,29-2 0 0 0,-43 0-40 0 0,1 0 1 0 0,-1-1 0 0 0,0 1 0 0 0,1 0 0 0 0,-1-1-1 0 0,1 1 1 0 0,-1-1 0 0 0,0 1 0 0 0,0-1-1 0 0,1 0 1 0 0,1-1 0 0 0,-3 2-56 0 0,0 0-1 0 0,0-1 1 0 0,1 1 0 0 0,-1 0-1 0 0,0-1 1 0 0,0 1 0 0 0,0 0-1 0 0,0-1 1 0 0,1 1 0 0 0,-1 0-1 0 0,0-1 1 0 0,0 1 0 0 0,0 0-1 0 0,0-1 1 0 0,0 1 0 0 0,0-1-1 0 0,0 1 1 0 0,0 0 0 0 0,0-1-1 0 0,0 1 1 0 0,0 0 0 0 0,0-1-1 0 0,0 1 1 0 0,0 0 0 0 0,0-1-1 0 0,-1 1 1 0 0,1-1 0 0 0,0 1-1 0 0,0 0 1 0 0,0 0 0 0 0,0-1 0 0 0,-1 1-1 0 0,1 0 1 0 0,0-1 0 0 0,0 1-1 0 0,-1 0 1 0 0,1 0 0 0 0,0-1-1 0 0,-1 1 1 0 0,1 0 0 0 0,0 0-1 0 0,-1 0 1 0 0,1-1 0 0 0,0 1-1 0 0,-1 0 1 0 0,1 0 0 0 0,0 0-1 0 0,-1 0 1 0 0,-10-5-7848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4:54.1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690 1211 10738 0 0,'30'36'1677'0'0,"-23"-27"-902"0"0,0 0 0 0 0,1 0 1 0 0,0-1-1 0 0,12 10 0 0 0,-12-13 293 0 0,1 0 0 0 0,17 8 0 0 0,4-4-535 0 0,-1-1 1 0 0,1-1-1 0 0,53 4 1 0 0,-67-9-535 0 0,0-2 1 0 0,0 0 0 0 0,1 0 0 0 0,-1-2 0 0 0,0 0-1 0 0,0 0 1 0 0,0-2 0 0 0,-1 0 0 0 0,27-11 0 0 0,-6-1 8 0 0,-2-2 1 0 0,62-42 0 0 0,-53 29 1 0 0,-2-2 1 0 0,-1-1 0 0 0,-1-3-1 0 0,-3-1 1 0 0,54-70 0 0 0,-75 88 49 0 0,-1-1 0 0 0,0 0 0 0 0,-2 0 0 0 0,-1-2 0 0 0,13-33 0 0 0,-21 44-60 0 0,-1 0 0 0 0,0 0 0 0 0,0 0 0 0 0,-1 0 0 0 0,-1-1 0 0 0,-1-22 0 0 0,-2 14 0 0 0,0 0 0 0 0,-2 1 0 0 0,-7-25 0 0 0,8 34-1 0 0,0-1-1 0 0,-1 1 1 0 0,-1-1 0 0 0,1 1 0 0 0,-2 1 0 0 0,1-1 0 0 0,-2 1-1 0 0,1 0 1 0 0,-1 1 0 0 0,-1 0 0 0 0,0 0 0 0 0,0 1 0 0 0,0 0-1 0 0,-1 0 1 0 0,-15-8 0 0 0,-19-7 176 0 0,-1 3 0 0 0,-90-29 0 0 0,-4-2 239 0 0,126 45-458 0 0,1-1 1 0 0,0-1 0 0 0,0 0-1 0 0,-12-11 1 0 0,-16-12 199 0 0,-12-4-20 0 0,23 14 19 0 0,-1 1 0 0 0,0 2 1 0 0,-51-23-1 0 0,46 27-104 0 0,-1 1 0 0 0,-50-10 0 0 0,74 21-34 0 0,-1 0 0 0 0,1 1 0 0 0,0 0 0 0 0,0 1 0 0 0,0 0 0 0 0,0 1 0 0 0,-1 1 0 0 0,1 0 0 0 0,0 0 0 0 0,1 1 0 0 0,-18 7 0 0 0,8-2 82 0 0,13-6-60 0 0,1 1-1 0 0,-1 0 1 0 0,1 1-1 0 0,0 0 0 0 0,-9 6 1 0 0,0 2 57 0 0,0 0 1 0 0,-1-1-1 0 0,-31 15 0 0 0,25-21-25 0 0,20-5-63 0 0,0 0-1 0 0,1 1 0 0 0,-1-1 1 0 0,0 1-1 0 0,1-1 0 0 0,-1 1 0 0 0,0 0 1 0 0,1 0-1 0 0,-3 2 0 0 0,-39 22 48 0 0,30-17-18 0 0,0 0 0 0 0,0 0 0 0 0,1 2 0 0 0,0-1 1 0 0,-17 18-1 0 0,11-4 30 0 0,1 1 1 0 0,1 0-1 0 0,1 2 0 0 0,1-1 1 0 0,1 2-1 0 0,-16 44 1 0 0,14-28 6 0 0,-13 61 0 0 0,23-78-42 0 0,2-1-1 0 0,1 1 1 0 0,1 50 0 0 0,4-44 68 0 0,1-1 1 0 0,1 0 0 0 0,13 47-1 0 0,29 55-9 0 0,-35-107-59 0 0,1-1-1 0 0,1 0 0 0 0,17 22 0 0 0,-19-32-4 0 0,1 0-1 0 0,0-1 1 0 0,1-1-1 0 0,0 0 0 0 0,1-1 1 0 0,1-1-1 0 0,0 0 0 0 0,0-1 1 0 0,1 0-1 0 0,0-1 1 0 0,1-1-1 0 0,0-1 0 0 0,0 0 1 0 0,1-2-1 0 0,0 0 1 0 0,0 0-1 0 0,0-2 0 0 0,33 3 1 0 0,-25-5-20 0 0,-7 1 3 0 0,0-1 1 0 0,1-1 0 0 0,34-5-1 0 0,-49 2-175 0 0,-5 2-487 0 0,-4 1-1218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5:30.4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0 337 10570 0 0,'12'-7'12460'0'0,"-9"2"-12350"0"0,1-1-60 0 0,0 0-1 0 0,1 1 1 0 0,-1 0 0 0 0,1 0 0 0 0,0 0 0 0 0,9-6 0 0 0,4-2-26 0 0,22-23 0 0 0,-22 21-10 0 0,22-17 0 0 0,-13 14-32 0 0,1 2 0 0 0,1 1 0 0 0,0 2-1 0 0,55-18 1 0 0,-45 17-76 0 0,43-11-182 0 0,-61 20 239 0 0,35-15 0 0 0,-41 14-60 0 0,1 0 0 0 0,1 1 0 0 0,32-6 0 0 0,-45 11 58 0 0,-1-1 0 0 0,1 1-1 0 0,0 0 1 0 0,-1 0 0 0 0,1 1 0 0 0,0-1-1 0 0,-1 1 1 0 0,1-1 0 0 0,-1 1 0 0 0,1 1-1 0 0,-1-1 1 0 0,0 0 0 0 0,1 1 0 0 0,-1-1-1 0 0,0 1 1 0 0,0 0 0 0 0,0 0 0 0 0,4 4-1 0 0,-4-3 19 0 0,0 0-1 0 0,-1 1 0 0 0,1-1 0 0 0,-1 0 0 0 0,0 1 0 0 0,0 0 0 0 0,0-1 0 0 0,-1 1 1 0 0,1 0-1 0 0,-1 0 0 0 0,0 0 0 0 0,0 0 0 0 0,-1 0 0 0 0,1 0 0 0 0,-1 0 0 0 0,1 6 1 0 0,-2 6-15 0 0,-1 0 0 0 0,0 0 1 0 0,-1 0-1 0 0,-1 0 1 0 0,0 0-1 0 0,-8 18 0 0 0,0-5-174 0 0,-2 0 1 0 0,-20 33-1 0 0,24-47-526 0 0,-1 0 0 0 0,0 0 0 0 0,-1-1 0 0 0,-24 21 0 0 0,18-19-867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5:30.8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30 456 0 0,'2'0'362'0'0,"1"-1"-1"0"0,-1 1 0 0 0,0-1 1 0 0,0 0-1 0 0,0 0 1 0 0,0 0-1 0 0,0 0 1 0 0,0 0-1 0 0,2-2 1 0 0,9-5 1995 0 0,-9 6-1695 0 0,0 0-1 0 0,1 1 1 0 0,-1-1 0 0 0,1 1-1 0 0,-1 0 1 0 0,1 0-1 0 0,-1 0 1 0 0,1 1 0 0 0,0 0-1 0 0,-1 0 1 0 0,1 0 0 0 0,0 0-1 0 0,-1 1 1 0 0,1-1 0 0 0,-1 1-1 0 0,8 3 1 0 0,-2-1 2 0 0,0-1 1 0 0,17 3-1 0 0,-17-3-336 0 0,1 0 0 0 0,16 5-1 0 0,-19-4-243 0 0,0 0-1 0 0,-1 1 0 0 0,0 0 0 0 0,0 0 0 0 0,0 1 0 0 0,0 0 0 0 0,-1 0 1 0 0,0 0-1 0 0,0 1 0 0 0,0 0 0 0 0,-1 0 0 0 0,0 0 0 0 0,9 14 1 0 0,-10-11-46 0 0,1 0 0 0 0,-1 0 0 0 0,-1 1 0 0 0,0-1 1 0 0,0 1-1 0 0,-1 0 0 0 0,0 0 0 0 0,-1 0 0 0 0,0 0 1 0 0,0 19-1 0 0,-3-2 36 0 0,0 0 1 0 0,-12 48 0 0 0,9-59-608 0 0,1-1 0 0 0,-2 0 0 0 0,0 0 0 0 0,-1 0 0 0 0,0-1-1 0 0,-10 14 1 0 0,7-15-6305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5:31.3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465 1 9674 0 0,'1'0'127'0'0,"-1"0"0"0"0,0 0 0 0 0,1 0 0 0 0,-1 0 0 0 0,1 0 0 0 0,-1 0 0 0 0,1 0 0 0 0,-1 0 0 0 0,1 0 0 0 0,-1 0 0 0 0,0 0 0 0 0,1 1 0 0 0,-1-1-1 0 0,1 0 1 0 0,-1 0 0 0 0,0 0 0 0 0,1 1 0 0 0,-1-1 0 0 0,0 0 0 0 0,1 1 0 0 0,-1-1 0 0 0,0 0 0 0 0,1 0 0 0 0,-1 1 0 0 0,0-1 0 0 0,1 1 0 0 0,-1-1 0 0 0,0 0 0 0 0,0 1 0 0 0,0-1 0 0 0,0 1 0 0 0,1-1 0 0 0,-1 0 0 0 0,0 1 0 0 0,0 1 78 0 0,0 0 1 0 0,0-1 0 0 0,0 1 0 0 0,0 0-1 0 0,-1-1 1 0 0,1 1 0 0 0,0 0 0 0 0,-1-1 0 0 0,-1 3-1 0 0,-1 5 167 0 0,-2-2-1 0 0,-7 14 0 0 0,-138 167 758 0 0,71-91-1020 0 0,-11 1-74 0 0,55-62-340 0 0,-35 47 0 0 0,65-77-197 0 0,1 1 0 0 0,0-1 0 0 0,0 1 0 0 0,-5 13 0 0 0,7-12-777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5:31.6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2304 0 0,'6'1'340'0'0,"1"1"0"0"0,0 0-1 0 0,-1 0 1 0 0,1 1 0 0 0,-1 0-1 0 0,0 0 1 0 0,0 1 0 0 0,0 0-1 0 0,0-1 1 0 0,-1 2-1 0 0,0-1 1 0 0,0 1 0 0 0,0 0-1 0 0,0 0 1 0 0,0 0 0 0 0,-1 1-1 0 0,6 10 1 0 0,-1 0 92 0 0,0 1 0 0 0,-1 0 0 0 0,-1 1 0 0 0,-1-1 0 0 0,0 1 0 0 0,-1 1 0 0 0,-1-1 1 0 0,3 33-1 0 0,-5-11-260 0 0,-1 0 1 0 0,-2-1 0 0 0,-6 44-1 0 0,7-80-260 0 0,0 0-1 0 0,0 0 0 0 0,-1-1 0 0 0,1 1 1 0 0,-1 0-1 0 0,0-1 0 0 0,0 1 1 0 0,0-1-1 0 0,0 1 0 0 0,0-1 0 0 0,0 1 1 0 0,-2 1-1 0 0,2-4-43 0 0,1 0 0 0 0,0 0 0 0 0,-1 0 0 0 0,1 0 0 0 0,0 0 0 0 0,0-1 0 0 0,-1 1 0 0 0,1 0 0 0 0,0 0 0 0 0,0 0 0 0 0,0-1 0 0 0,-1 1 0 0 0,1 0 0 0 0,0 0 0 0 0,0-1 0 0 0,0 1 0 0 0,-1 0 0 0 0,1 0 0 0 0,0-1 0 0 0,0 1 0 0 0,0 0 0 0 0,0 0 0 0 0,0-1 0 0 0,0 1 0 0 0,0 0 0 0 0,0-1 0 0 0,0 1 0 0 0,0 0-1 0 0,0 0 1 0 0,0-1 0 0 0,0 1 0 0 0,0 0 0 0 0,0-1 0 0 0,0 1 0 0 0,-1-14-1320 0 0,3-3 910 0 0,3-1 402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5:32.1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74 456 0 0,'6'-2'1385'0'0,"1"0"1"0"0,0 1-1 0 0,-1 0 0 0 0,1 0 1 0 0,0 1-1 0 0,0-1 0 0 0,13 3 0 0 0,-6-1-585 0 0,-1 1 0 0 0,0-2-1 0 0,0 0 1 0 0,24-3-1 0 0,53-15-351 0 0,-9 2 213 0 0,-65 13-490 0 0,0-1 0 0 0,17-6 1 0 0,-17 4-154 0 0,26-4 1 0 0,-40 9-25 0 0,0 1 1 0 0,-1 0 0 0 0,1 0-1 0 0,-1 1 1 0 0,1-1-1 0 0,-1 0 1 0 0,1 0 0 0 0,0 1-1 0 0,-1-1 1 0 0,1 1 0 0 0,-1-1-1 0 0,1 1 1 0 0,-1 0-1 0 0,0 0 1 0 0,1-1 0 0 0,-1 1-1 0 0,0 0 1 0 0,1 0 0 0 0,-1 0-1 0 0,0 1 1 0 0,0-1-1 0 0,0 0 1 0 0,0 0 0 0 0,0 1-1 0 0,0-1 1 0 0,0 0-1 0 0,-1 1 1 0 0,1-1 0 0 0,0 1-1 0 0,0 1 1 0 0,2 7 11 0 0,0-1 0 0 0,0 1 1 0 0,2 16-1 0 0,-4-20-16 0 0,56 329-44 0 0,-52-301 50 0 0,-1 1-1 0 0,-1 41 1 0 0,-9 69 7 0 0,6-140-63 0 0,0 1 0 0 0,-1-1 0 0 0,0 0 1 0 0,0 0-1 0 0,0 0 0 0 0,-1 0 0 0 0,-3 8 1 0 0,4-11 39 0 0,1-1 0 0 0,-1 0 0 0 0,0 0 0 0 0,0 0 0 0 0,0 0 0 0 0,0 0 0 0 0,0 0 0 0 0,0 0 0 0 0,0 0 0 0 0,0 0 0 0 0,0 0 0 0 0,0-1 0 0 0,0 1 0 0 0,-1 0 0 0 0,1-1 0 0 0,0 1 0 0 0,0-1 1 0 0,-1 1-1 0 0,1-1 0 0 0,0 0 0 0 0,-1 1 0 0 0,1-1 0 0 0,-1 0 0 0 0,1 0 0 0 0,0 0 0 0 0,-1 0 0 0 0,1 0 0 0 0,0 0 0 0 0,-1-1 0 0 0,1 1 0 0 0,0 0 0 0 0,-3-1 0 0 0,-10-5-1501 0 0,5 2 258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5:32.4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58 10594 0 0,'11'3'664'0'0,"0"-1"-1"0"0,1-1 1 0 0,-1 0-1 0 0,1-1 1 0 0,-1 0-1 0 0,12-1 0 0 0,68-16 3058 0 0,4 1-2493 0 0,138-10-1365 0 0,-182 22-1660 0 0,-42 4 548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5:32.7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 2761 0 0,'9'-3'1195'0'0,"0"1"0"0"0,0 0 0 0 0,0 1 0 0 0,0-1 0 0 0,1 2 0 0 0,-1 0 0 0 0,0 0 0 0 0,0 0 0 0 0,1 1 0 0 0,-1 1 0 0 0,0-1 0 0 0,0 1 0 0 0,13 5 0 0 0,3 3-558 0 0,0 1 0 0 0,26 16 0 0 0,-9-5-186 0 0,-41-21-588 0 0,1-1 1 0 0,-1 0-1 0 0,0 1 1 0 0,0-1-1 0 0,0 1 1 0 0,0 0-1 0 0,0-1 1 0 0,0 1-1 0 0,0 0 1 0 0,0 0-1 0 0,0-1 0 0 0,-1 1 1 0 0,1 0-1 0 0,0 0 1 0 0,0 0-1 0 0,-1 0 1 0 0,1 0-1 0 0,0 0 1 0 0,-1 0-1 0 0,1 0 1 0 0,-1 1-1 0 0,0-1 1 0 0,1 0-1 0 0,-1 0 1 0 0,0 0-1 0 0,0 0 1 0 0,1 1-1 0 0,-1-1 1 0 0,0 1-1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5:33.1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0 224 5985 0 0,'4'2'-72'0'0,"8"7"1170"0"0,0-2-1 0 0,0 0 1 0 0,1 0 0 0 0,14 5-1 0 0,-20-10-367 0 0,0 0-1 0 0,0-1 1 0 0,0 1-1 0 0,0-1 1 0 0,0-1-1 0 0,0 1 1 0 0,0-1 0 0 0,0-1-1 0 0,0 1 1 0 0,12-4-1 0 0,-4 0-8 0 0,0-1 0 0 0,0 0-1 0 0,24-13 1 0 0,11-5-497 0 0,58-19 0 0 0,56-8-218 0 0,-163 49-4 0 0,34-8-2 0 0,-19 5 0 0 0,0 0 0 0 0,-1 0 0 0 0,0-2 0 0 0,0 0 0 0 0,0-1 0 0 0,24-15 0 0 0,-36 20-14 0 0,0-1 0 0 0,0 1 1 0 0,-1-1-1 0 0,1 0 0 0 0,-1 0 0 0 0,1 0 1 0 0,1-5-1 0 0,-3 7-34 0 0,0 0 0 0 0,-1 0 0 0 0,1 0 1 0 0,-1 0-1 0 0,1 0 0 0 0,-1 0 0 0 0,0 0 0 0 0,1 0 1 0 0,-1 0-1 0 0,0 0 0 0 0,0 0 0 0 0,0 0 0 0 0,0 0 1 0 0,0-1-1 0 0,0 1 0 0 0,0 0 0 0 0,0 0 0 0 0,0 0 0 0 0,0 0 1 0 0,-1 0-1 0 0,1 0 0 0 0,0 0 0 0 0,-1-1 0 0 0,1 1 1 0 0,-1 0-1 0 0,1 0 0 0 0,-1 1 0 0 0,0-1 0 0 0,0-1 1 0 0,0 1-85 0 0,0 1 0 0 0,1 0 0 0 0,-1-1 0 0 0,0 1 0 0 0,1 0 1 0 0,-1 0-1 0 0,0 0 0 0 0,1 0 0 0 0,-1 0 0 0 0,0 0 0 0 0,1 0 1 0 0,-1 0-1 0 0,0 0 0 0 0,1 0 0 0 0,-1 0 0 0 0,0 0 0 0 0,1 0 1 0 0,-1 0-1 0 0,0 1 0 0 0,1-1 0 0 0,-1 0 0 0 0,0 0 0 0 0,1 1 1 0 0,-1-1-1 0 0,1 0 0 0 0,-2 2 0 0 0,-5 2-6319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5:33.6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20 8290 0 0,'22'-1'1962'0'0,"-19"0"-1291"0"0,-1 1 1 0 0,0-1-1 0 0,0 0 1 0 0,0 1-1 0 0,1-1 0 0 0,-1 0 1 0 0,0 0-1 0 0,0-1 0 0 0,0 1 1 0 0,0 0-1 0 0,0-1 1 0 0,1-1-1 0 0,-3 3-647 0 0,0 0 1 0 0,0 0-1 0 0,0 0 0 0 0,0 0 0 0 0,0 0 1 0 0,0-1-1 0 0,0 1 0 0 0,0 0 1 0 0,0 0-1 0 0,0 0 0 0 0,0 0 0 0 0,0 0 1 0 0,0 0-1 0 0,0 0 0 0 0,0-1 1 0 0,0 1-1 0 0,0 0 0 0 0,0 0 0 0 0,0 0 1 0 0,0 0-1 0 0,0 0 0 0 0,0 0 1 0 0,0 0-1 0 0,0 0 0 0 0,0-1 0 0 0,0 1 1 0 0,0 0-1 0 0,0 0 0 0 0,0 0 1 0 0,0 0-1 0 0,0 0 0 0 0,0 0 0 0 0,-1 0 1 0 0,1 0-1 0 0,0 0 0 0 0,0 0 1 0 0,0 0-1 0 0,0 0 0 0 0,0 0 0 0 0,0 0 1 0 0,0 0-1 0 0,-1-1 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5:34.1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2304 0 0,'12'7'178'0'0,"7"2"7354"0"0,9 4 5019 0 0,-12-1-12705 0 0,-9-7 604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5:35.5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74 8 10594 0 0,'10'-2'1130'0'0,"0"0"-1"0"0,1 0 1 0 0,-1 1 0 0 0,0 0-1 0 0,0 1 1 0 0,1 1-1 0 0,18 2 1 0 0,-28-3-1060 0 0,0 1 0 0 0,0-1 0 0 0,0 0 0 0 0,-1 1 0 0 0,1-1 0 0 0,0 1 0 0 0,0-1 0 0 0,0 1 0 0 0,-1-1 0 0 0,1 1 0 0 0,0 0 0 0 0,-1-1 0 0 0,1 1 0 0 0,0 0 0 0 0,-1-1 0 0 0,1 1 0 0 0,-1 0 0 0 0,1 0 0 0 0,-1 0 0 0 0,0 0 0 0 0,1-1 0 0 0,-1 1-1 0 0,0 0 1 0 0,0 0 0 0 0,1 0 0 0 0,-1 0 0 0 0,0 0 0 0 0,0 0 0 0 0,0 0 0 0 0,0 0 0 0 0,0 0 0 0 0,0 0 0 0 0,0-1 0 0 0,-1 3 0 0 0,0 4 17 0 0,-1 0 0 0 0,0 0-1 0 0,-4 11 1 0 0,1-4 40 0 0,-37 115 43 0 0,33-108-132 0 0,0 0 0 0 0,-1-1 1 0 0,-26 37-1 0 0,10-27-178 0 0,24-28 127 0 0,1 0 0 0 0,-1-1 0 0 0,0 1 0 0 0,0-1 0 0 0,0 1-1 0 0,0-1 1 0 0,0 0 0 0 0,0 0 0 0 0,0 0 0 0 0,0 0 0 0 0,0 0 0 0 0,-1-1 0 0 0,1 1 0 0 0,-4 0 0 0 0,6-1-27 0 0,0 0 1 0 0,-1 0-1 0 0,1 0 1 0 0,0 0-1 0 0,0 0 1 0 0,-1 0-1 0 0,1 0 1 0 0,0 0 0 0 0,-1 0-1 0 0,1 0 1 0 0,0 0-1 0 0,-1 0 1 0 0,1 0-1 0 0,0 0 1 0 0,0-1-1 0 0,-1 1 1 0 0,1 0-1 0 0,0 0 1 0 0,0 0-1 0 0,-1 0 1 0 0,1-1-1 0 0,0 1 1 0 0,0 0-1 0 0,-1 0 1 0 0,1-1-1 0 0,0 1 1 0 0,0 0-1 0 0,0 0 1 0 0,0-1-1 0 0,-1 1 1 0 0,1-1-1 0 0,3-10-1097 0 0,-2 9 943 0 0,0 0 0 0 0,1-1 0 0 0,-1 1-1 0 0,1 0 1 0 0,0 0 0 0 0,0 0 0 0 0,2-2 0 0 0,107-60 87 0 0,-48 30 323 0 0,48-29 204 0 0,-108 60-402 0 0,1 1 0 0 0,-1 0-1 0 0,1 0 1 0 0,0 0 0 0 0,-1 0 0 0 0,1 1-1 0 0,0 0 1 0 0,0-1 0 0 0,0 1 0 0 0,0 1-1 0 0,0-1 1 0 0,0 1 0 0 0,0-1 0 0 0,0 1-1 0 0,1 0 1 0 0,-1 1 0 0 0,0-1 0 0 0,0 1-1 0 0,0-1 1 0 0,0 1 0 0 0,0 1 0 0 0,0-1-1 0 0,0 0 1 0 0,-1 1 0 0 0,1 0 0 0 0,0 0-1 0 0,-1 0 1 0 0,1 0 0 0 0,-1 1 0 0 0,0-1-1 0 0,5 5 1 0 0,-3-1 89 0 0,0-1 0 0 0,0 1-1 0 0,0 0 1 0 0,-1 0 0 0 0,1 0 0 0 0,-1 1-1 0 0,-1 0 1 0 0,0-1 0 0 0,1 1-1 0 0,-2 0 1 0 0,1 1 0 0 0,-1-1 0 0 0,-1 0-1 0 0,2 9 1 0 0,0 11-45 0 0,-2-1 1 0 0,-2 46-1 0 0,-1-44-36 0 0,0 11-6 0 0,-3 0 1 0 0,-1 0-1 0 0,-12 39 0 0 0,-42 111 46 0 0,-7-21-66 0 0,55-143 0 0 0,-1-2 0 0 0,-1 0 0 0 0,-1 0 0 0 0,-31 34 0 0 0,40-51-10 0 0,0 0 1 0 0,-1 0 0 0 0,0 0 0 0 0,0-1 0 0 0,-15 8-1 0 0,18-10 5 0 0,0-2 0 0 0,0 1-1 0 0,0 0 1 0 0,0-1-1 0 0,-1 0 1 0 0,1 0 0 0 0,-1 0-1 0 0,1-1 1 0 0,0 1-1 0 0,-1-1 1 0 0,1 0 0 0 0,-1 0-1 0 0,-6-1 1 0 0,11 0-5 0 0,-1 1 1 0 0,0 0-1 0 0,1 0 1 0 0,-1 0-1 0 0,0-1 0 0 0,1 1 1 0 0,-1 0-1 0 0,1 0 1 0 0,-1-1-1 0 0,0 1 0 0 0,1-1 1 0 0,-1 1-1 0 0,1 0 1 0 0,-1-1-1 0 0,1 1 0 0 0,0-1 1 0 0,-1 1-1 0 0,1-1 1 0 0,-1 0-1 0 0,1 1 0 0 0,0-1 1 0 0,-1 1-1 0 0,1-1 1 0 0,0 0-1 0 0,-2-17-4394 0 0,2 15 2222 0 0,0-7-4144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5:35.8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42 11522 0 0,'3'1'286'0'0,"0"0"0"0"0,0 1 0 0 0,-1-1 0 0 0,1 0 0 0 0,0-1 0 0 0,0 1 0 0 0,6 0 0 0 0,-7-1 10 0 0,-1 0 1 0 0,1 0 0 0 0,0 0 0 0 0,-1 0-1 0 0,1-1 1 0 0,0 1 0 0 0,-1-1 0 0 0,1 1-1 0 0,0-1 1 0 0,-1 0 0 0 0,1 0-1 0 0,-1 1 1 0 0,1-1 0 0 0,-1 0 0 0 0,2-2-1 0 0,4-2 73 0 0,-1 1-1 0 0,0 0 0 0 0,1 0 1 0 0,0 1-1 0 0,0 0 0 0 0,0 0 1 0 0,0 1-1 0 0,0-1 0 0 0,0 2 1 0 0,14-3-1 0 0,0 2-207 0 0,1 1 1 0 0,31 1-1 0 0,-34 1-420 0 0,0 1-1 0 0,0 0 1 0 0,-1 2 0 0 0,1 0-1 0 0,-1 1 1 0 0,24 9 0 0 0,-32-9-7376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5:36.4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1 117 8210 0 0,'4'16'13644'0'0,"1"-18"-13341"0"0,55-20 337 0 0,86-44 0 0 0,-132 59-645 0 0,0 0 0 0 0,1 2 0 0 0,0-1 0 0 0,0 2 0 0 0,0 0 0 0 0,0 1 0 0 0,1 0 0 0 0,-1 1 0 0 0,1 1 0 0 0,0 0 0 0 0,17 3 0 0 0,-29-2-4 0 0,-1 0 0 0 0,1 1 0 0 0,-1 0-1 0 0,1 0 1 0 0,-1 0 0 0 0,1 0 0 0 0,-1 1 0 0 0,0-1 0 0 0,0 1-1 0 0,1 0 1 0 0,-1 0 0 0 0,0 0 0 0 0,-1 0 0 0 0,1 0 0 0 0,3 4 0 0 0,-2-2-5 0 0,-1 0 1 0 0,0 1-1 0 0,0 0 1 0 0,-1-1 0 0 0,1 1-1 0 0,-1 0 1 0 0,0 0-1 0 0,0 0 1 0 0,1 7 0 0 0,0 8-28 0 0,0 0 0 0 0,-1 1 0 0 0,-1-1 1 0 0,-2 26-1 0 0,0-42 36 0 0,0 50-32 0 0,-4 1 0 0 0,-1-1 1 0 0,-25 95-1 0 0,28-139 35 0 0,-12 34-33 0 0,13-40 32 0 0,1-1 1 0 0,-1 0-1 0 0,0 0 1 0 0,0 0 0 0 0,0 0-1 0 0,0 0 1 0 0,-1-1-1 0 0,1 1 1 0 0,-1 0-1 0 0,-4 2 1 0 0,6-4 11 0 0,-1 0 0 0 0,1-1 0 0 0,-1 1 1 0 0,1-1-1 0 0,-1 0 0 0 0,1 0 0 0 0,-1 1 0 0 0,1-1 0 0 0,-1 0 1 0 0,1 0-1 0 0,-1 0 0 0 0,1-1 0 0 0,-1 1 0 0 0,1 0 0 0 0,-1 0 1 0 0,1-1-1 0 0,-1 1 0 0 0,1-1 0 0 0,0 0 0 0 0,-1 1 0 0 0,1-1 1 0 0,0 0-1 0 0,-2-1 0 0 0,1 1-182 0 0,1 1 1 0 0,-1-1-1 0 0,1-1 1 0 0,-1 1-1 0 0,1 0 0 0 0,0 0 1 0 0,0 0-1 0 0,-1-1 1 0 0,1 1-1 0 0,0 0 1 0 0,0-1-1 0 0,0 1 0 0 0,0-1 1 0 0,1 0-1 0 0,-1 1 1 0 0,0-1-1 0 0,1 0 1 0 0,-1 1-1 0 0,0-3 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5:36.79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 10594 0 0,'15'0'321'0'0,"-10"-1"484"0"0,1 1 0 0 0,0 0 0 0 0,-1 0 0 0 0,1 1 0 0 0,10 2 0 0 0,-14-2-594 0 0,0-1 0 0 0,-1 1 0 0 0,1 0 0 0 0,0 0 0 0 0,-1 0 0 0 0,1 0 0 0 0,0 0 0 0 0,-1 1 0 0 0,0-1 0 0 0,1 0-1 0 0,-1 1 1 0 0,0-1 0 0 0,1 1 0 0 0,-1 0 0 0 0,0-1 0 0 0,0 1 0 0 0,0 0 0 0 0,-1-1 0 0 0,1 1 0 0 0,0 0 0 0 0,0 3 0 0 0,11 51 1601 0 0,-10-41-1659 0 0,1 0 1 0 0,10 28-1 0 0,-12-36-135 0 0,1-1-167 0 0,3-9-1468 0 0,-3 1 343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5:36.9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3681 0 0,'1'0'-66'0'0,"25"9"854"0"0,-20-6 388 0 0,1-1 0 0 0,-1 1 0 0 0,0 1 0 0 0,6 3 1 0 0,-10-5-729 0 0,0-1 0 0 0,0 1 0 0 0,0 0 0 0 0,0 0 0 0 0,0 0 0 0 0,0 0 0 0 0,-1 0 0 0 0,1 1 0 0 0,-1-1 0 0 0,1 1 0 0 0,-1-1 0 0 0,1 4 0 0 0,-1-4-379 0 0,0 1-1 0 0,-1-1 1 0 0,1 1-1 0 0,-1 0 1 0 0,0-1 0 0 0,0 1-1 0 0,0 0 1 0 0,0-1 0 0 0,-1 4-1 0 0,-2 8-597 0 0,0 0 0 0 0,-6 14 0 0 0,6-19 58 0 0,0 3 210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5:39.7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57 35 6913 0 0,'0'-1'200'0'0,"-1"-1"-1"0"0,1 1 0 0 0,-1-1 0 0 0,1 1 1 0 0,-1 0-1 0 0,0 0 0 0 0,1-1 0 0 0,-1 1 0 0 0,0 0 1 0 0,0 0-1 0 0,0 0 0 0 0,0 0 0 0 0,0 0 0 0 0,0 0 1 0 0,0 0-1 0 0,-2-1 0 0 0,0 0 416 0 0,0 0 0 0 0,1 1-1 0 0,-1-1 1 0 0,0 1 0 0 0,0-1-1 0 0,-5-1 1 0 0,8 3-495 0 0,-1 0 0 0 0,1 0-1 0 0,-1 0 1 0 0,0 0 0 0 0,1 0 0 0 0,-1 0-1 0 0,1 0 1 0 0,-1 0 0 0 0,1 0 0 0 0,-1 0-1 0 0,1 0 1 0 0,-1 0 0 0 0,1 0-1 0 0,-1 0 1 0 0,1 0 0 0 0,-1 1 0 0 0,1-1-1 0 0,-1 0 1 0 0,1 0 0 0 0,0 1 0 0 0,-1-1-1 0 0,1 0 1 0 0,-1 1 0 0 0,1-1 0 0 0,0 0-1 0 0,-1 1 1 0 0,1-1 0 0 0,0 0 0 0 0,-1 1-1 0 0,0 1 45 0 0,1-1 0 0 0,0 0 0 0 0,-1 0 0 0 0,1 1 0 0 0,0-1 0 0 0,-1 0 0 0 0,1 1 0 0 0,0-1 0 0 0,0 0 0 0 0,0 0 0 0 0,1 3 0 0 0,-1-1 8 0 0,1 0-1 0 0,-1 0 1 0 0,1 0-1 0 0,0 0 1 0 0,0 0-1 0 0,0 0 1 0 0,0 0-1 0 0,1-1 1 0 0,-1 1 0 0 0,3 3-1 0 0,-1-4-148 0 0,0 1 0 0 0,0-1-1 0 0,1 0 1 0 0,-1 0 0 0 0,1-1 0 0 0,-1 1 0 0 0,1-1-1 0 0,0 1 1 0 0,-1-1 0 0 0,6 0 0 0 0,7 2-103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5:40.4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0 290 11522 0 0,'3'0'1055'0'0,"9"-6"9124"0"0,-8 1-10161 0 0,0 0 1 0 0,1 0-1 0 0,-1 1 1 0 0,1 0-1 0 0,0-1 1 0 0,1 2-1 0 0,-1-1 1 0 0,7-3-1 0 0,34-13 213 0 0,62-18 0 0 0,51-5 157 0 0,-49 14-339 0 0,-104 28-45 0 0,-1-1 0 0 0,1 0 0 0 0,0 0 0 0 0,-1 0 0 0 0,0-1 0 0 0,0 0 0 0 0,0 0 0 0 0,7-5 0 0 0,-10 6-35 0 0,-1 1 0 0 0,1-1 0 0 0,-1 0 0 0 0,0 1 0 0 0,0-1 0 0 0,0 0 0 0 0,0 0 0 0 0,0 0 0 0 0,0 0 0 0 0,0 0 0 0 0,0 0 0 0 0,-1 0 0 0 0,1 0 0 0 0,-1 0 0 0 0,0 0 0 0 0,1 0 0 0 0,-1 0 1 0 0,0 0-1 0 0,0 0 0 0 0,-1-1 0 0 0,1 1 0 0 0,0 0 0 0 0,-1 0 0 0 0,1 0 0 0 0,-1 0 0 0 0,-1-3 0 0 0,2 3-198 0 0,-1 1 0 0 0,0-1 0 0 0,0 0 0 0 0,0 1 0 0 0,0-1 0 0 0,0 1 0 0 0,0-1 0 0 0,0 1 0 0 0,-1 0 0 0 0,1-1 0 0 0,-1 1 0 0 0,1 0 0 0 0,0 0-1 0 0,-1 0 1 0 0,0 0 0 0 0,1 0 0 0 0,-1 0 0 0 0,-2 0 0 0 0,-7-3-6645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5:40.7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 0 2304 0 0,'1'0'196'0'0,"0"1"-1"0"0,0-1 0 0 0,0 1 0 0 0,-1-1 0 0 0,1 1 0 0 0,0 0 0 0 0,0-1 0 0 0,-1 1 0 0 0,1 0 1 0 0,0-1-1 0 0,-1 1 0 0 0,1 0 0 0 0,-1 0 0 0 0,1 0 0 0 0,-1-1 0 0 0,0 1 0 0 0,1 0 0 0 0,-1 0 1 0 0,0 0-1 0 0,1 0 0 0 0,-1 0 0 0 0,0 1 0 0 0,1 0 107 0 0,2 13 708 0 0,0 0 0 0 0,-1 1 0 0 0,0-1 1 0 0,-1 0-1 0 0,-3 30 0 0 0,1-6-565 0 0,27 283 624 0 0,-1-2 351 0 0,-25-318-1421 0 0,0 13 11 0 0,-3 28-1 0 0,2-40-14 0 0,1 0 1 0 0,-1 0-1 0 0,1 0 1 0 0,-1 0-1 0 0,0-1 1 0 0,0 1 0 0 0,0 0-1 0 0,0 0 1 0 0,-1-1-1 0 0,1 1 1 0 0,-1-1-1 0 0,0 1 1 0 0,1-1-1 0 0,-1 0 1 0 0,0 0-1 0 0,0 0 1 0 0,-3 2-1 0 0,4-3-35 0 0,0-1-1 0 0,0 1 1 0 0,-1-1 0 0 0,1 1 0 0 0,0-1-1 0 0,-1 0 1 0 0,1 0 0 0 0,0 1-1 0 0,0-1 1 0 0,-1 0 0 0 0,1 0-1 0 0,0 0 1 0 0,-1-1 0 0 0,1 1-1 0 0,0 0 1 0 0,-3-1 0 0 0,-19-9-1683 0 0,20 9 1314 0 0,-13-7-4446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5:40.9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70 0 6913 0 0,'1'3'2658'0'0,"-1"-3"-2595"0"0,-7 7 2284 0 0,4-1-1357 0 0,-8 14-85 0 0,2 0 0 0 0,0 1 0 0 0,-11 40 1 0 0,17-47-1158 0 0,-5 23 847 0 0,8-34-1296 0 0,-1 0-1 0 0,1 0 1 0 0,0 0-1 0 0,1 0 1 0 0,-1-1 0 0 0,1 5-1 0 0,1 0-4466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5:41.21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6913 0 0,'120'59'3072'0'0,"38"21"3657"0"0,-148-73-6442 0 0,-1-1-1 0 0,0 1 0 0 0,13 13 1 0 0,-39-40-1382 0 0,16 18 205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5:41.5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 8290 0 0,'1'-1'80'0'0,"-1"0"1"0"0,1 1 0 0 0,0-1-1 0 0,0 1 1 0 0,0-1-1 0 0,0 1 1 0 0,0-1 0 0 0,-1 1-1 0 0,1 0 1 0 0,0-1 0 0 0,0 1-1 0 0,0 0 1 0 0,0 0-1 0 0,0 0 1 0 0,0 0 0 0 0,2 0-1 0 0,-2 0 170 0 0,1 1 1 0 0,-1 0-1 0 0,0-1 0 0 0,0 1 0 0 0,0 0 1 0 0,1 0-1 0 0,-1 0 0 0 0,0 0 0 0 0,1 2 1 0 0,2 1 295 0 0,10 12 2319 0 0,0 0 0 0 0,18 29-1 0 0,-32-45-2899 0 0,0 1 0 0 0,0-1 0 0 0,0 0 0 0 0,0 0 0 0 0,1 1 0 0 0,-1-1 0 0 0,0 0 0 0 0,0 0 0 0 0,1 1 0 0 0,-1-1-1 0 0,0 0 1 0 0,0 0 0 0 0,1 0 0 0 0,-1 0 0 0 0,0 1 0 0 0,0-1 0 0 0,1 0 0 0 0,-1 0 0 0 0,0 0 0 0 0,1 0 0 0 0,-1 0 0 0 0,0 0 0 0 0,1 0 0 0 0,-1 0 0 0 0,0 0 0 0 0,1 0-1 0 0,-1 0 1 0 0,0 0 0 0 0,1 0 0 0 0,-1 0 0 0 0,0 0 0 0 0,0 0 0 0 0,1 0 0 0 0,-1 0 0 0 0,0 0 0 0 0,1-1 0 0 0,-1 1 0 0 0,0 0 0 0 0,0 0 0 0 0,1 0 0 0 0,-1 0-1 0 0,0-1 1 0 0,0 1 0 0 0,1 0 0 0 0,-1 0 0 0 0,0-1 0 0 0,0 1 0 0 0,0 0 0 0 0,1 0 0 0 0,-1-1 0 0 0,0 1 0 0 0,0 0 0 0 0,0-1 0 0 0,0 1 0 0 0,0 0 0 0 0,0-1-1 0 0,1 1 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5:41.7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5985 0 0,'31'11'1329'0'0,"-12"-2"4859"0"0,28 16 0 0 0,-24-10-7153 0 0,-21-13-302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5:42.3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78 1 5065 0 0,'2'0'335'0'0,"1"0"-1"0"0,-1 0 0 0 0,0 0 1 0 0,1 1-1 0 0,-1 0 1 0 0,0-1-1 0 0,0 1 1 0 0,1 0-1 0 0,-1 0 0 0 0,0 0 1 0 0,0 0-1 0 0,0 0 1 0 0,0 1-1 0 0,0-1 1 0 0,-1 1-1 0 0,1-1 0 0 0,0 1 1 0 0,-1 0-1 0 0,1-1 1 0 0,-1 1-1 0 0,1 0 1 0 0,-1 0-1 0 0,2 3 0 0 0,-1-1-45 0 0,-1 0-1 0 0,1-1 0 0 0,-1 1 1 0 0,0 0-1 0 0,0 0 0 0 0,0 0 1 0 0,0 0-1 0 0,-1 0 0 0 0,1 1 1 0 0,-1-1-1 0 0,0 0 0 0 0,-2 8 1 0 0,-1 3 93 0 0,0 0 1 0 0,-2 0-1 0 0,0-1 1 0 0,-1 1 0 0 0,-14 25-1 0 0,4-13-287 0 0,-38 46-1 0 0,52-71-94 0 0,0 1 0 0 0,-1-1 0 0 0,1 0 0 0 0,1 1 0 0 0,-1-1 0 0 0,0 1 0 0 0,1 0 0 0 0,-1 0 0 0 0,1 0 0 0 0,0-1 0 0 0,0 1 0 0 0,-2 6 0 0 0,4-9-6 0 0,-1 0-1 0 0,0 1 0 0 0,1-1 1 0 0,-1 0-1 0 0,0 0 0 0 0,1 0 1 0 0,-1 0-1 0 0,0 0 0 0 0,1-1 1 0 0,-1 1-1 0 0,0 0 1 0 0,1 0-1 0 0,-1 0 0 0 0,0 0 1 0 0,1 0-1 0 0,-1 0 0 0 0,0-1 1 0 0,1 1-1 0 0,-1 0 1 0 0,0 0-1 0 0,0 0 0 0 0,1-1 1 0 0,-1 1-1 0 0,0 0 0 0 0,0 0 1 0 0,1-1-1 0 0,10-8-415 0 0,21-23-796 0 0,-26 24 821 0 0,1 1 0 0 0,0 0 0 0 0,1 0 0 0 0,-1 1 0 0 0,14-8 0 0 0,-9 7-80 0 0,1 0 0 0 0,0 2 0 0 0,21-7 0 0 0,-28 10 404 0 0,0 0 0 0 0,0 1 0 0 0,0 0 0 0 0,0 0-1 0 0,0 1 1 0 0,0 0 0 0 0,0 0 0 0 0,1 0 0 0 0,-1 1 0 0 0,10 2 0 0 0,-12-1 115 0 0,0 0 0 0 0,0 0 0 0 0,0 0 0 0 0,0 0 0 0 0,-1 0 0 0 0,1 1 0 0 0,-1 0 0 0 0,0 0 1 0 0,0 0-1 0 0,0 0 0 0 0,0 0 0 0 0,-1 1 0 0 0,1-1 0 0 0,-1 1 0 0 0,0 0 0 0 0,0-1 0 0 0,3 8 0 0 0,1 4 339 0 0,-1 0 0 0 0,-1-1 0 0 0,4 27 0 0 0,-2 2-32 0 0,-2 0-1 0 0,-3 0 0 0 0,-1 1 1 0 0,-11 82-1 0 0,-3-47-167 0 0,-41 137 0 0 0,40-169-181 0 0,-2 0 0 0 0,-2-1 0 0 0,-41 72 0 0 0,50-104 0 0 0,12-29-3320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5:42.5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34 5529 0 0,'8'-4'1853'0'0,"0"-1"-685"0"0,0 1 0 0 0,0 0 0 0 0,0 1 0 0 0,0 0 0 0 0,1 0 0 0 0,-1 1 0 0 0,1 0 0 0 0,-1 1 0 0 0,16-2-1 0 0,1 5-73 0 0,0 0 0 0 0,36 9-1 0 0,-36-6-1326 0 0,0-1-1 0 0,38 2 1 0 0,-41-6-373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5:42.8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10138 0 0,'17'3'800'0'0,"0"0"0"0"0,0 1 1 0 0,0 1-1 0 0,16 7 0 0 0,-19-7-26 0 0,0 0 1 0 0,1 0-1 0 0,-1-2 1 0 0,1 1-1 0 0,0-2 1 0 0,16 1-1 0 0,16-4 113 0 0,-21 0-1204 0 0,0 1 1 0 0,32 4-1 0 0,-56-4 17 0 0,0 1 0 0 0,0-1-1 0 0,1 1 1 0 0,-1-1 0 0 0,0 1-1 0 0,0 0 1 0 0,0 0 0 0 0,3 2-1 0 0,3 3-5867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5:43.0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0 114 6449 0 0,'3'1'403'0'0,"-1"0"-1"0"0,1 0 0 0 0,-1-1 0 0 0,1 1 0 0 0,0-1 1 0 0,-1 0-1 0 0,1 0 0 0 0,0 0 0 0 0,-1 0 0 0 0,1 0 1 0 0,-1 0-1 0 0,1-1 0 0 0,2 0 0 0 0,37-13 1919 0 0,-31 10-1519 0 0,35-13 991 0 0,-6 2-746 0 0,1 1 0 0 0,65-13 1 0 0,83 9-1231 0 0,-155 15-867 0 0,10 0-5724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6:14.2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34 15667 0 0,'2'-4'664'0'0,"-2"2"-482"0"0,1 1 0 0 0,-1-1 0 0 0,1 1-1 0 0,0-1 1 0 0,-1 1 0 0 0,1-1 0 0 0,0 1-1 0 0,0-1 1 0 0,0 1 0 0 0,0 0 0 0 0,0-1-1 0 0,0 1 1 0 0,0 0 0 0 0,1 0-1 0 0,-1 0 1 0 0,0 0 0 0 0,1 0 0 0 0,-1 0-1 0 0,1 0 1 0 0,-1 0 0 0 0,3 0 0 0 0,20 0 2286 0 0,-9 2-1728 0 0,-14-1-764 0 0,-1 0-1 0 0,0 0 0 0 0,0 0 1 0 0,0 0-1 0 0,0 0 0 0 0,0 0 1 0 0,0 0-1 0 0,0 0 0 0 0,0 0 1 0 0,0 0-1 0 0,0 0 0 0 0,0 0 0 0 0,0 0 1 0 0,0 0-1 0 0,0 0 0 0 0,0 0 1 0 0,0 0-1 0 0,0 0 0 0 0,0 0 1 0 0,1 0-1 0 0,-1 0 0 0 0,0 0 1 0 0,0 0-1 0 0,0 0 0 0 0,0 0 1 0 0,0 0-1 0 0,0 0 0 0 0,0 0 1 0 0,0 0-1 0 0,0 0 0 0 0,0 0 1 0 0,0 0-1 0 0,0 0 0 0 0,0 0 0 0 0,0 0 1 0 0,0 0-1 0 0,0-1 0 0 0,0 1 1 0 0,0 0-1 0 0,0 0 0 0 0,0 0 1 0 0,0 0-1 0 0,0 0 0 0 0,0 0 1 0 0,0 0-1 0 0,0 0 0 0 0,0 0 1 0 0,0 0-1 0 0,0 0 0 0 0,0 0 1 0 0,0 0-1 0 0,0 0 0 0 0,0 0 0 0 0,0 0 1 0 0,0 0-1 0 0,0-1 0 0 0,0 1 1 0 0,0 0-1 0 0,0 0 0 0 0,0 0 1 0 0,0 0-1 0 0,0 0 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6:15.04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314 4 14283 0 0,'0'-1'131'0'0,"1"1"0"0"0,0 0 0 0 0,-1-1 0 0 0,1 1 0 0 0,0 0 0 0 0,-1 0 0 0 0,1-1 0 0 0,0 1-1 0 0,0 0 1 0 0,-1 0 0 0 0,1 0 0 0 0,0 0 0 0 0,0 0 0 0 0,-1 0 0 0 0,1 0 0 0 0,0 0 0 0 0,0 0 0 0 0,-1 0 0 0 0,1 0 0 0 0,0 1 0 0 0,-1-1 0 0 0,1 0 0 0 0,0 0 0 0 0,-1 1-1 0 0,1-1 1 0 0,0 1 0 0 0,-1-1 0 0 0,1 0 0 0 0,0 1 0 0 0,-1-1 0 0 0,1 1 0 0 0,0 0 0 0 0,15 9 1466 0 0,-14-9-1322 0 0,1 1-1 0 0,0 0 1 0 0,0-1 0 0 0,-1 1-1 0 0,1 0 1 0 0,-1 0-1 0 0,4 4 1 0 0,-6-5-235 0 0,1 0 1 0 0,-1 0-1 0 0,1 0 1 0 0,-1 0-1 0 0,0 0 1 0 0,1 0-1 0 0,-1 0 1 0 0,0 0-1 0 0,0 0 1 0 0,1 0-1 0 0,-1 0 1 0 0,0 1-1 0 0,0-1 1 0 0,0 0-1 0 0,0 0 1 0 0,-1 0-1 0 0,1 0 1 0 0,0 0-1 0 0,0 0 1 0 0,-1 0-1 0 0,1 0 1 0 0,0 0-1 0 0,-1 0 1 0 0,1 0-1 0 0,-1 0 1 0 0,0 0-1 0 0,0 1 1 0 0,-2 2-25 0 0,0 0 0 0 0,-1 0 0 0 0,1-1 0 0 0,-1 1 0 0 0,0-1 0 0 0,1 0-1 0 0,-2 0 1 0 0,1 0 0 0 0,-5 2 0 0 0,-40 19-33 0 0,-40 10 329 0 0,34-13-1537 0 0,-58 30-1 0 0,87-37-6506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6:15.4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1 218 11522 0 0,'0'0'38'0'0,"0"0"0"0"0,0 0 0 0 0,0 0 0 0 0,0 0-1 0 0,1 0 1 0 0,-1 0 0 0 0,0 0 0 0 0,0 0-1 0 0,0 0 1 0 0,0 0 0 0 0,1 0 0 0 0,-1-1 0 0 0,0 1-1 0 0,0 0 1 0 0,0 0 0 0 0,0 0 0 0 0,0 0-1 0 0,1 0 1 0 0,-1 0 0 0 0,0 0 0 0 0,0 0 0 0 0,0-1-1 0 0,0 1 1 0 0,0 0 0 0 0,0 0 0 0 0,0 0-1 0 0,0 0 1 0 0,1 0 0 0 0,-1-1 0 0 0,0 1 0 0 0,0 0-1 0 0,0 0 1 0 0,0 0 0 0 0,0 0 0 0 0,0 0-1 0 0,0-1 1 0 0,0 1 0 0 0,0 0 0 0 0,0 0 0 0 0,0 0-1 0 0,0 0 1 0 0,0-1 0 0 0,0 1 0 0 0,0-3 1478 0 0,7-3 4627 0 0,3 1-5840 0 0,0 1 0 0 0,0-1 0 0 0,0 1-1 0 0,0 1 1 0 0,22-4 0 0 0,35-6 403 0 0,115-37-1 0 0,-112 28-910 0 0,87-15-1 0 0,-117 31 489 0 0,69-2 0 0 0,-105 7-331 0 0,-1 1 1 0 0,1 0 0 0 0,-1-1 0 0 0,1 0 0 0 0,-1 0 0 0 0,5-2-1 0 0,-5 2 38 0 0,-1 0 0 0 0,1 0 0 0 0,-1 1 0 0 0,1-1 0 0 0,0 0 0 0 0,-1 1 0 0 0,1 0-1 0 0,0 0 1 0 0,0 0 0 0 0,4 0 0 0 0,-7 0 9 0 0,0 0-1 0 0,1 0 1 0 0,-1 0 0 0 0,0 1 0 0 0,1-1-1 0 0,-1 0 1 0 0,0 0 0 0 0,0 0-1 0 0,1 0 1 0 0,-1 0 0 0 0,0 0-1 0 0,1 0 1 0 0,-1 0 0 0 0,0 0-1 0 0,0 0 1 0 0,1-1 0 0 0,-1 1-1 0 0,0 0 1 0 0,1 0 0 0 0,-1 0-1 0 0,0 0 1 0 0,0 0 0 0 0,1 0 0 0 0,-1-1-1 0 0,0 1 1 0 0,-2-6-291 0 0,1 5 222 0 0,0 0-1 0 0,-1 0 1 0 0,1 0-1 0 0,0 0 1 0 0,0 0-1 0 0,-1 0 1 0 0,1 0-1 0 0,-1 0 1 0 0,-1-1-1 0 0,-19-4-2068 0 0,8 2-5297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6:15.6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54 0 13707 0 0,'5'4'212'0'0,"-1"0"1"0"0,0 0-1 0 0,0 1 1 0 0,0-1-1 0 0,0 1 1 0 0,-1 0-1 0 0,0 0 0 0 0,0 0 1 0 0,0 0-1 0 0,-1 1 1 0 0,1-1-1 0 0,2 12 1 0 0,1 6 1410 0 0,5 45 0 0 0,-9-50-931 0 0,3 32-223 0 0,-1-1 1 0 0,-3 1-1 0 0,-2 0 0 0 0,-11 69 0 0 0,4-74-1615 0 0,-1 0-1 0 0,-25 69 0 0 0,26-96-802 0 0,0-1 0 0 0,-1 0 0 0 0,-19 27 0 0 0,15-26 1874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6:16.05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54 9218 0 0,'3'-3'666'0'0,"0"0"1"0"0,1 0-1 0 0,0 1 1 0 0,-1-1-1 0 0,1 1 0 0 0,0 0 1 0 0,0 0-1 0 0,0 1 1 0 0,0-1-1 0 0,0 1 0 0 0,0 0 1 0 0,0 0-1 0 0,5 0 1 0 0,7-1 195 0 0,0 1 0 0 0,21 3 0 0 0,-21-1-398 0 0,26-2 0 0 0,-32 0-401 0 0,15-2-37 0 0,0 0 0 0 0,43-13 0 0 0,-68 16-56 0 0,-1 0 0 0 0,1 0-1 0 0,0 0 1 0 0,0 0 0 0 0,0 0-1 0 0,0 0 1 0 0,0 0 0 0 0,0 0-1 0 0,0 0 1 0 0,0 0 0 0 0,0 0-1 0 0,0 0 1 0 0,0 0-1 0 0,0 0 1 0 0,0 0 0 0 0,0 0-1 0 0,0 0 1 0 0,0 0 0 0 0,0 0-1 0 0,0 0 1 0 0,0 0 0 0 0,0 0-1 0 0,0 0 1 0 0,0 0 0 0 0,0 0-1 0 0,0 0 1 0 0,0 0 0 0 0,0 0-1 0 0,0-1 1 0 0,0 1-1 0 0,0 0 1 0 0,0 0 0 0 0,0 0-1 0 0,0 0 1 0 0,0 0 0 0 0,0 0-1 0 0,0 0 1 0 0,0 0 0 0 0,0 0-1 0 0,0 0 1 0 0,0 0 0 0 0,0 0-1 0 0,0 0 1 0 0,0 0 0 0 0,0 0-1 0 0,0 0 1 0 0,0 0-1 0 0,0 0 1 0 0,0 0 0 0 0,0 0-1 0 0,0-1 1 0 0,-6 0-4356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6:16.37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129 1 2304 0 0,'13'39'3975'0'0,"-9"-29"-2656"0"0,0 1 0 0 0,-1-1 1 0 0,3 20-1 0 0,-4-14-886 0 0,-1 0 0 0 0,-1 0 0 0 0,0 0 0 0 0,-4 21 0 0 0,3-28-268 0 0,-1-1 1 0 0,0 0 0 0 0,0 0 0 0 0,-1 0 0 0 0,0 0 0 0 0,-1 0 0 0 0,0 0 0 0 0,0-1-1 0 0,-10 14 1 0 0,12-19-168 0 0,0 0 0 0 0,0 0 0 0 0,0 0 0 0 0,0-1 0 0 0,0 1 0 0 0,0-1-1 0 0,-1 0 1 0 0,1 1 0 0 0,-1-1 0 0 0,1 0 0 0 0,-1-1 0 0 0,1 1 0 0 0,-1 0 0 0 0,0-1 0 0 0,1 1-1 0 0,-6-1 1 0 0,4 1-1 0 0,-1-1-1 0 0,1-1 0 0 0,-1 1 1 0 0,1-1-1 0 0,-1 0 1 0 0,1 0-1 0 0,0 0 0 0 0,-1 0 1 0 0,-5-3-1 0 0,9 3 1 0 0,0 0 1 0 0,0 1-1 0 0,0-1 0 0 0,0 1 0 0 0,0 0 0 0 0,0-1 1 0 0,0 1-1 0 0,-1 0 0 0 0,1 0 0 0 0,0 0 0 0 0,0 0 1 0 0,0 0-1 0 0,0 0 0 0 0,0 0 0 0 0,0 0 0 0 0,0 0 1 0 0,-1 0-1 0 0,1 0 0 0 0,-1 1 0 0 0,21 7 1170 0 0,31 14 1379 0 0,-44-20-2379 0 0,1 0 0 0 0,0 0 0 0 0,0-1 1 0 0,-1 0-1 0 0,1 0 0 0 0,0-1 0 0 0,0 0 0 0 0,9 0 0 0 0,-3-1-40 0 0,3 1 3 0 0,-1-1 0 0 0,0 0 0 0 0,0-2-1 0 0,17-3 1 0 0,-24 4-217 0 0,-1-1 1 0 0,0 0-1 0 0,1 0 1 0 0,-1 0-1 0 0,0-1 0 0 0,0 1 1 0 0,-1-2-1 0 0,1 1 0 0 0,9-10 1 0 0,-2 3-2519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6:16.81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50 3225 0 0,'2'-2'384'0'0,"0"0"-1"0"0,0 0 1 0 0,0-1 0 0 0,0 1 0 0 0,0 0 0 0 0,-1-1 0 0 0,1 1 0 0 0,2-6-1 0 0,-3 5 879 0 0,1 0 0 0 0,0 0 0 0 0,0-1-1 0 0,0 1 1 0 0,4-3 0 0 0,-6 6-1104 0 0,0-1 0 0 0,1 1 0 0 0,-1 0 0 0 0,1 0 0 0 0,-1 0 0 0 0,1 0 0 0 0,-1-1 0 0 0,0 1 1 0 0,1 0-1 0 0,-1 0 0 0 0,1 0 0 0 0,-1 0 0 0 0,1 0 0 0 0,-1 0 0 0 0,1 0 0 0 0,-1 0 0 0 0,1 0 0 0 0,-1 1 1 0 0,0-1-1 0 0,1 0 0 0 0,-1 0 0 0 0,1 0 0 0 0,-1 0 0 0 0,1 1 0 0 0,-1-1 0 0 0,0 0 0 0 0,1 0 0 0 0,-1 1 1 0 0,0-1-1 0 0,1 0 0 0 0,-1 0 0 0 0,0 1 0 0 0,1 0 0 0 0,14 14 1254 0 0,-10-9-779 0 0,2 2-464 0 0,-1 0 0 0 0,8 11 0 0 0,-10-12-63 0 0,1 0 1 0 0,0-1-1 0 0,1 0 0 0 0,10 11 1 0 0,-7-9-123 0 0,-9-7 7 0 0,1 0 0 0 0,0 0 0 0 0,0-1 0 0 0,0 1-1 0 0,0 0 1 0 0,-1 0 0 0 0,1 0 0 0 0,0-1 0 0 0,1 1 0 0 0,-1-1 0 0 0,0 1 0 0 0,0-1 0 0 0,0 1 0 0 0,0-1 0 0 0,0 1 0 0 0,0-1 0 0 0,1 0 0 0 0,-1 0 0 0 0,1 1-1 0 0,1-1-382 0 0,-3 0 360 0 0,0 0-1 0 0,0 0 1 0 0,0 0 0 0 0,0 0 0 0 0,-1 0-1 0 0,1 0 1 0 0,0 0 0 0 0,0 0 0 0 0,0 0 0 0 0,0 0-1 0 0,0 0 1 0 0,0 0 0 0 0,0 0 0 0 0,0 0-1 0 0,0 0 1 0 0,0 0 0 0 0,0-1 0 0 0,0 1 0 0 0,0 0-1 0 0,0 0 1 0 0,0 0 0 0 0,0 0 0 0 0,0 0-1 0 0,0 0 1 0 0,0 0 0 0 0,0 0 0 0 0,0 0-1 0 0,0 0 1 0 0,0 0 0 0 0,0 0 0 0 0,0 0 0 0 0,0 0-1 0 0,0-1 1 0 0,0 1 0 0 0,0 0 0 0 0,1 0-1 0 0,-1 0 1 0 0,0 0 0 0 0,0 0 0 0 0,0 0 0 0 0,0 0-1 0 0,0 0 1 0 0,0 0 0 0 0,0 0 0 0 0,0 0-1 0 0,0 0 1 0 0,0 0 0 0 0,0 0 0 0 0,0 0-1 0 0,0 0 1 0 0,0 0 0 0 0,0 0 0 0 0,1 0 0 0 0,-1 0-1 0 0,0 0 1 0 0,0 0 0 0 0,0 0 0 0 0,0 0-1 0 0,0 0 1 0 0,0 0 0 0 0,0 0 0 0 0,0 0 0 0 0,0 0-1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6:17.02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22 8754 0 0,'18'6'1831'0'0,"0"1"0"0"0,20 10 0 0 0,-36-15-1669 0 0,1-1 0 0 0,-1 0 1 0 0,0 0-1 0 0,1 0 0 0 0,-1 0 0 0 0,1 0 0 0 0,-1 0 1 0 0,1-1-1 0 0,0 1 0 0 0,-1-1 0 0 0,4 0 0 0 0,-4 0-318 0 0,-1 0-1 0 0,0-1 1 0 0,0 1-1 0 0,1 0 1 0 0,-1-1-1 0 0,0 1 0 0 0,0-1 1 0 0,0 0-1 0 0,0 1 1 0 0,0-1-1 0 0,0 0 1 0 0,0 0-1 0 0,0 0 0 0 0,0 0 1 0 0,0 1-1 0 0,0-1 1 0 0,-1 0-1 0 0,1 0 1 0 0,0-1-1 0 0,-1 1 0 0 0,1 0 1 0 0,-1 0-1 0 0,1 0 1 0 0,-1 0-1 0 0,1-2 1 0 0,1-1-473 0 0,-1-1 0 0 0,1 1 1 0 0,0 0-1 0 0,0 0 1 0 0,5-6-1 0 0,1 1 480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6:17.2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233 1 3225 0 0,'1'3'331'0'0,"0"0"-1"0"0,0 0 1 0 0,-1 0 0 0 0,1 0 0 0 0,-1 0 0 0 0,0 0-1 0 0,0 0 1 0 0,0 0 0 0 0,0 0 0 0 0,-1 3 0 0 0,0 5 155 0 0,1 2-8 0 0,-1 0 1 0 0,0 0 0 0 0,-2 0 0 0 0,1 0-1 0 0,-2 0 1 0 0,1-1 0 0 0,-2 1 0 0 0,-5 12-1 0 0,-5 2-430 0 0,0 0-1 0 0,-25 33 0 0 0,16-22-675 0 0,17-27-188 0 0,0 0-1 0 0,0-1 1 0 0,-14 16 0 0 0,20-24 669 0 0,-1-1 0 0 0,0 1 0 0 0,0 0-1 0 0,0-1 1 0 0,0 0 0 0 0,0 1 0 0 0,0-1 0 0 0,0 0 0 0 0,0 0-1 0 0,-1 0 1 0 0,1 0 0 0 0,0 0 0 0 0,-1-1 0 0 0,1 1 0 0 0,-1-1-1 0 0,1 0 1 0 0,0 0 0 0 0,-1 1 0 0 0,1-1 0 0 0,-1-1 0 0 0,1 1 0 0 0,-1 0-1 0 0,1-1 1 0 0,0 1 0 0 0,-4-2 0 0 0,-3-3 147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6:17.6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87 10 2761 0 0,'5'-2'420'0'0,"19"-5"-940"0"0,-24 7 647 0 0,1 0-1 0 0,0 0 1 0 0,-1 0 0 0 0,1 0-1 0 0,-1 0 1 0 0,1 0 0 0 0,0 0-1 0 0,-1 0 1 0 0,1 0-1 0 0,0 0 1 0 0,-1 0 0 0 0,1 1-1 0 0,-1-1 1 0 0,1 0 0 0 0,0 0-1 0 0,-1 1 1 0 0,1-1 0 0 0,-1 0-1 0 0,1 1 1 0 0,-1-1 0 0 0,1 0-1 0 0,-1 1 1 0 0,1-1-1 0 0,-1 1 1 0 0,0-1 0 0 0,1 0-1 0 0,-1 1 1 0 0,1 0 0 0 0,-1-1-1 0 0,0 1 1 0 0,0-1 0 0 0,1 1-1 0 0,-1 0 1 0 0,1 4 326 0 0,0 1 0 0 0,0-1 1 0 0,0 1-1 0 0,-1 0 0 0 0,0-1 1 0 0,0 1-1 0 0,0-1 0 0 0,-1 1 1 0 0,0-1-1 0 0,0 1 0 0 0,-1-1 1 0 0,1 1-1 0 0,-1-1 0 0 0,0 0 0 0 0,-4 7 1 0 0,-5 7-109 0 0,-1 0 0 0 0,-24 29 1 0 0,-6 10-31 0 0,39-54-317 0 0,0 1-1 0 0,1 0 0 0 0,-1 0 0 0 0,1 0 0 0 0,0 0 0 0 0,1 0 1 0 0,-2 7-1 0 0,3-11 3 0 0,0 0 1 0 0,0 1 0 0 0,0-1-1 0 0,0 0 1 0 0,0 1 0 0 0,0-1-1 0 0,0 1 1 0 0,0-1 0 0 0,1 0-1 0 0,-1 0 1 0 0,1 1 0 0 0,-1-1-1 0 0,1 0 1 0 0,-1 1 0 0 0,1-1-1 0 0,0 0 1 0 0,-1 0 0 0 0,1 0-1 0 0,0 0 1 0 0,0 0 0 0 0,0 0-1 0 0,0 0 1 0 0,0 0 0 0 0,0 0-1 0 0,0 0 1 0 0,0-1 0 0 0,0 1-1 0 0,1 0 1 0 0,-1-1 0 0 0,0 1-1 0 0,0-1 1 0 0,1 1 0 0 0,1 0-1 0 0,2 0-11 0 0,1 0-1 0 0,0 0 1 0 0,0 0-1 0 0,0 0 1 0 0,-1-1-1 0 0,1 0 1 0 0,0 0-1 0 0,11-3 1 0 0,49-13-383 0 0,-24 4 163 0 0,-26 9 187 0 0,0 0-1 0 0,-1 1 0 0 0,1 0 0 0 0,0 2 1 0 0,0 0-1 0 0,29 3 0 0 0,-39-2 68 0 0,-1 0 0 0 0,0 0 0 0 0,1 1-1 0 0,-1 0 1 0 0,0 0 0 0 0,0 0-1 0 0,0 0 1 0 0,0 1 0 0 0,-1 0-1 0 0,1 0 1 0 0,-1 0 0 0 0,1 0 0 0 0,-1 1-1 0 0,0 0 1 0 0,0-1 0 0 0,-1 2-1 0 0,1-1 1 0 0,-1 0 0 0 0,0 1-1 0 0,0-1 1 0 0,-1 1 0 0 0,1 0 0 0 0,2 8-1 0 0,2 10 360 0 0,-1 0 1 0 0,-1 1-1 0 0,-1 0 0 0 0,1 28 0 0 0,-4 100 1099 0 0,-1-145-1423 0 0,-2 75 748 0 0,-22 133-1 0 0,15-168-702 0 0,-2 0 1 0 0,-2-1-1 0 0,-2-1 0 0 0,-27 56 0 0 0,24-64-917 0 0,-34 50-1 0 0,11-32-6013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6:18.5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0 183 13827 0 0,'0'0'2618'0'0,"13"-13"3235"0"0,-1 4-5730 0 0,0 1-1 0 0,0 1 0 0 0,1 0 1 0 0,0 1-1 0 0,0 0 1 0 0,1 1-1 0 0,0 1 1 0 0,0 0-1 0 0,0 1 1 0 0,16-2-1 0 0,15-1-25 0 0,62-9-39 0 0,-90 12-72 0 0,1-2-1 0 0,-2 0 1 0 0,1-1 0 0 0,17-8 0 0 0,-30 12-195 0 0,-1 1-1 0 0,1-1 1 0 0,-1 0-1 0 0,0-1 1 0 0,1 1-1 0 0,-1 0 1 0 0,0-1-1 0 0,0 0 1 0 0,-1 0-1 0 0,1 0 1 0 0,0 0-1 0 0,-1 0 1 0 0,4-6-1 0 0,-5-2-7319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6:18.7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 8290 0 0,'0'0'33'0'0,"0"-1"0"0"0,1 1 0 0 0,-1 0 1 0 0,0 0-1 0 0,0 0 0 0 0,0 0 0 0 0,1 0 1 0 0,-1 0-1 0 0,0 0 0 0 0,0 0 0 0 0,0 0 1 0 0,1 0-1 0 0,-1 0 0 0 0,0 0 0 0 0,0 0 1 0 0,0 0-1 0 0,0 0 0 0 0,1 0 0 0 0,-1 0 1 0 0,0 0-1 0 0,0 0 0 0 0,0 0 0 0 0,1 0 1 0 0,-1 0-1 0 0,0 0 0 0 0,0 0 0 0 0,0 0 1 0 0,0 1-1 0 0,1-1 0 0 0,-1 0 0 0 0,0 0 1 0 0,0 0-1 0 0,0 0 0 0 0,0 0 0 0 0,0 1 0 0 0,1-1 1 0 0,-1 0-1 0 0,0 0 0 0 0,0 0 0 0 0,0 0 1 0 0,0 1-1 0 0,0-1 0 0 0,0 0 0 0 0,4 15 1509 0 0,-1 26 942 0 0,-3-33-2078 0 0,5 113 3977 0 0,10 186-2562 0 0,-10-126-1906 0 0,-10-104-5750 0 0,1-52-383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6:18.9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76 1 11522 0 0,'1'0'95'0'0,"0"1"0"0"0,-1 0 0 0 0,1 0 0 0 0,-1 0 0 0 0,1 0 0 0 0,-1 0 0 0 0,1 0 0 0 0,-1 0 0 0 0,1 0 0 0 0,-1 0 0 0 0,0 0 0 0 0,1 0 0 0 0,-1 0 0 0 0,0 0 0 0 0,0 0 0 0 0,0 0 0 0 0,0 0 0 0 0,0 0-1 0 0,0 0 1 0 0,0 0 0 0 0,0 0 0 0 0,0 0 0 0 0,-1 0 0 0 0,1 0 0 0 0,0 0 0 0 0,-1 0 0 0 0,1 0 0 0 0,-1 0 0 0 0,0 1 0 0 0,-2 4 603 0 0,-1-1 1 0 0,0 1-1 0 0,-8 8 1 0 0,0 0 212 0 0,-3 4 105 0 0,12-15-1141 0 0,0 0 0 0 0,0 0 0 0 0,1 0-1 0 0,-1 0 1 0 0,1 0 0 0 0,0 1 0 0 0,0-1 0 0 0,0 1 0 0 0,0 0 0 0 0,1 0 0 0 0,-2 5-1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6:19.1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8290 0 0,'15'11'1665'0'0,"18"14"740"0"0,0-2 1 0 0,43 23 0 0 0,-76-46-2391 0 0,0 0 1 0 0,1 1 0 0 0,-1-1-1 0 0,1 0 1 0 0,-1 1 0 0 0,1-1-1 0 0,-1 0 1 0 0,1 0 0 0 0,-1 0-1 0 0,1 1 1 0 0,-1-1 0 0 0,1 0-1 0 0,-1 0 1 0 0,1 0 0 0 0,-1 0 0 0 0,1 0-1 0 0,-1 0 1 0 0,1 0 0 0 0,-1 0-1 0 0,1 0 1 0 0,-1 0 0 0 0,1 0-1 0 0,-1-1 1 0 0,1 1 0 0 0,-1 0-1 0 0,0 0 1 0 0,1 0 0 0 0,-1-1-1 0 0,1 1 1 0 0,-1 0 0 0 0,1-1-1 0 0,-1 0-88 0 0,1 1 0 0 0,-1-1-1 0 0,0 0 1 0 0,0 1 0 0 0,0-1 0 0 0,0 0-1 0 0,0 1 1 0 0,0-1 0 0 0,0 0-1 0 0,0 0 1 0 0,0 1 0 0 0,0-1-1 0 0,-1 0 1 0 0,1 1 0 0 0,0-1 0 0 0,0 0-1 0 0,-1 1 1 0 0,1-1 0 0 0,0 0-1 0 0,-1 1 1 0 0,0-2 0 0 0,-5-6-5706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6:19.5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5529 0 0,'19'10'807'0'0,"-15"-7"401"0"0,-1 0 1 0 0,1 1-1 0 0,-1-1 1 0 0,6 8-1 0 0,9 19 5219 0 0,-8-10-4939 0 0,-7-14-1771 0 0,16 39 2532 0 0,-17-57-3341 0 0,-2 6-31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6:19.65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3225 0 0,'6'4'288'0'0,"0"-2"-288"0"0,-2 0 0 0 0,0 0 0 0 0,-2 2 1536 0 0,2 0 248 0 0,4 0 49 0 0,6 4 15 0 0,4 2-423 0 0,-2 2-81 0 0,0-2-24 0 0,-4 0 0 0 0,0-4-1320 0 0,-6-4-288 0 0,-2 0-40 0 0,2-4-16 0 0,4-2 248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6:20.11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11979 0 0,'4'0'792'0'0,"0"0"0"0"0,0 1 0 0 0,-1-1 0 0 0,1 1 0 0 0,0 0 0 0 0,0 0 0 0 0,-1 1 0 0 0,1-1 0 0 0,-1 1 0 0 0,1 0 0 0 0,5 3 0 0 0,1 3-272 0 0,0 0 1 0 0,11 12-1 0 0,9 7-223 0 0,-30-27-298 0 0,0 1 1 0 0,1-1-1 0 0,-1 0 1 0 0,0 1-1 0 0,1-1 1 0 0,-1 0-1 0 0,0 0 0 0 0,1 1 1 0 0,-1-1-1 0 0,0 0 1 0 0,1 0-1 0 0,-1 0 1 0 0,1 0-1 0 0,-1 0 0 0 0,0 1 1 0 0,1-1-1 0 0,-1 0 1 0 0,1 0-1 0 0,-1 0 0 0 0,0 0 1 0 0,1 0-1 0 0,-1 0 1 0 0,1 0-1 0 0,0-1 1 0 0,-1 1-48 0 0,1-1 1 0 0,-1 1-1 0 0,1-1 1 0 0,-1 0 0 0 0,0 1-1 0 0,1-1 1 0 0,-1 1-1 0 0,0-1 1 0 0,0 0 0 0 0,1 1-1 0 0,-1-1 1 0 0,0 0-1 0 0,0 0 1 0 0,0 0-1 0 0,1-5-658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6:20.3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6449 0 0,'24'18'4049'0'0,"-18"-13"-3047"0"0,1 0 0 0 0,0 0-1 0 0,0 0 1 0 0,0-1 0 0 0,12 5 0 0 0,-18-9-1147 0 0,0 1 1 0 0,-1-1-1 0 0,1 0 1 0 0,0 0-1 0 0,-1 0 1 0 0,1 0-1 0 0,0 0 1 0 0,-1 0-1 0 0,1 0 0 0 0,0 0 1 0 0,-1 0-1 0 0,1-1 1 0 0,0 1-1 0 0,-1 0 1 0 0,1 0-1 0 0,0-1 1 0 0,-1 1-1 0 0,1 0 1 0 0,-1 0-1 0 0,1-1 1 0 0,-1 1-1 0 0,1-1 0 0 0,-1 1 1 0 0,1-1-1 0 0,-1 1 1 0 0,1-1-1 0 0,-1 1 1 0 0,1-1-1 0 0,-1 1 1 0 0,0-1-1 0 0,1 1 1 0 0,-1-1-1 0 0,0 0 1 0 0,0 1-1 0 0,1-1 1 0 0,-1 0-1 0 0,9-11-426 0 0,-3 8 511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6:20.44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166 1 3681 0 0,'7'6'343'0'0,"-3"-3"-335"0"0,0 0-1 0 0,0 1 1 0 0,-1-1 0 0 0,0 1 0 0 0,4 4-1 0 0,-6-6 414 0 0,0 0 0 0 0,0 0-1 0 0,0 0 1 0 0,0 0-1 0 0,0 0 1 0 0,-1 0 0 0 0,1 1-1 0 0,-1-1 1 0 0,1 3-1 0 0,-1 4-57 0 0,0 1-1 0 0,-1 0 1 0 0,0 0-1 0 0,-1 0 0 0 0,0-1 1 0 0,0 1-1 0 0,-1-1 1 0 0,0 0-1 0 0,-1 1 1 0 0,0-1-1 0 0,0-1 0 0 0,-1 1 1 0 0,-7 9-1 0 0,-3 3 718 0 0,-1 0-1 0 0,-1-1 0 0 0,-36 32 1 0 0,23-27-2263 0 0,-1-2-4732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6:21.0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222 1 11979 0 0,'0'0'33'0'0,"2"0"58"0"0,-1 0-1 0 0,0-1 1 0 0,1 1 0 0 0,-1 0 0 0 0,0 0 0 0 0,1 0 0 0 0,-1 0 0 0 0,1 0 0 0 0,-1 1-1 0 0,0-1 1 0 0,0 0 0 0 0,1 1 0 0 0,-1-1 0 0 0,2 1 0 0 0,-4 2 160 0 0,0-1 1 0 0,0 0-1 0 0,0 1 0 0 0,0-1 1 0 0,0 0-1 0 0,0 0 1 0 0,0 0-1 0 0,-1 0 0 0 0,1 0 1 0 0,-1 0-1 0 0,-1 2 1 0 0,3-4-227 0 0,-86 90 1581 0 0,18-23-1621 0 0,50-48-43 0 0,-17 20-782 0 0,32-36 657 0 0,1 0 0 0 0,0 0 0 0 0,0 1 0 0 0,0-1 0 0 0,0 1 0 0 0,1 0 0 0 0,-1-1 0 0 0,1 1 0 0 0,0 0 0 0 0,-1 5 0 0 0,2-8 139 0 0,0 0 1 0 0,0 0-1 0 0,-1 0 1 0 0,1 0-1 0 0,0 0 1 0 0,0-1 0 0 0,1 1-1 0 0,-1 0 1 0 0,0 0-1 0 0,0 0 1 0 0,0 0 0 0 0,1 0-1 0 0,-1 0 1 0 0,0-1-1 0 0,1 1 1 0 0,-1 0-1 0 0,0 0 1 0 0,1-1 0 0 0,-1 1-1 0 0,1 0 1 0 0,-1 0-1 0 0,1-1 1 0 0,1 2-1 0 0,-1-1 11 0 0,0-1 0 0 0,0 1 0 0 0,1-1 0 0 0,-1 0 0 0 0,0 1 0 0 0,0-1 0 0 0,1 0 0 0 0,-1 0 0 0 0,0 0 0 0 0,0 0 0 0 0,1 0 0 0 0,-1 0 0 0 0,0 0 0 0 0,2 0 0 0 0,4-2-165 0 0,0 0-1 0 0,0 0 1 0 0,0 0 0 0 0,9-6 0 0 0,20-10-205 0 0,0 1 1 0 0,1 1-1 0 0,1 3 0 0 0,40-10 0 0 0,-66 20 442 0 0,-1 1 0 0 0,1 1 1 0 0,0 0-1 0 0,0 0 0 0 0,-1 2 0 0 0,18 1 0 0 0,-25-2-17 0 0,0 1 0 0 0,0 0-1 0 0,0 0 1 0 0,0 0 0 0 0,0 1 0 0 0,0 0 0 0 0,-1-1-1 0 0,1 1 1 0 0,0 0 0 0 0,-1 1 0 0 0,0-1 0 0 0,1 1-1 0 0,-1-1 1 0 0,0 1 0 0 0,0 0 0 0 0,-1 0 0 0 0,1 0 0 0 0,0 1-1 0 0,-1-1 1 0 0,0 0 0 0 0,3 7 0 0 0,0 2 290 0 0,-1 1 0 0 0,0 0-1 0 0,-1 0 1 0 0,0 0 0 0 0,1 27 0 0 0,-4 68 954 0 0,-1-72-900 0 0,-1 16 199 0 0,-2 1 0 0 0,-2-1 0 0 0,-2 0 0 0 0,-3-1 0 0 0,-24 71 0 0 0,24-93-416 0 0,-1-2 0 0 0,-1 1 0 0 0,-2-2 0 0 0,-23 35 1 0 0,24-43-199 0 0,0-1 0 0 0,-2 0 0 0 0,0-1 0 0 0,0 0 0 0 0,-1-2 0 0 0,-29 20 0 0 0,39-30-190 0 0,0 0-1 0 0,0 0 1 0 0,-12 4 0 0 0,17-7 114 0 0,-1 0-1 0 0,1 0 1 0 0,0-1-1 0 0,-1 1 1 0 0,1-1-1 0 0,0 0 1 0 0,-1 0-1 0 0,1 0 1 0 0,0 0-1 0 0,-1 0 1 0 0,1 0-1 0 0,0 0 1 0 0,-1-1-1 0 0,1 0 1 0 0,0 1-1 0 0,-3-2 1 0 0,-8-7-1138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6:21.4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0 118 4609 0 0,'8'-5'1116'0'0,"-1"-1"1"0"0,-1 0-1 0 0,1 0 0 0 0,-1 0 1 0 0,7-9-1 0 0,20-20 2474 0 0,-30 33-3477 0 0,0-1 0 0 0,1 1 0 0 0,-1 0 0 0 0,1 0 0 0 0,-1 0 0 0 0,1 0 0 0 0,0 1 0 0 0,0-1 0 0 0,6-1 0 0 0,4 0 140 0 0,5-1 164 0 0,-1 0 1 0 0,1 1 0 0 0,-1 1 0 0 0,1 1 0 0 0,0 1-1 0 0,24 2 1 0 0,-43-2-421 0 0,1 0-1 0 0,-1 0 1 0 0,1 0-1 0 0,-1 0 1 0 0,1 0-1 0 0,0 0 1 0 0,-1 0-1 0 0,1 1 1 0 0,-1-1-1 0 0,1 0 1 0 0,-1 0-1 0 0,1 1 1 0 0,-1-1 0 0 0,0 0-1 0 0,1 1 1 0 0,-1-1-1 0 0,1 0 1 0 0,-1 1-1 0 0,0-1 1 0 0,1 1-1 0 0,-1-1 1 0 0,0 1-1 0 0,1-1 1 0 0,-1 1-1 0 0,0-1 1 0 0,1 1-1 0 0,-1-1 1 0 0,0 1 0 0 0,0-1-1 0 0,0 1 1 0 0,0 0-1 0 0,-2 7-5079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6:22.3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110 0 5985 0 0,'0'0'1201'0'0,"4"6"2369"0"0,3-1 1156 0 0,-6-5-4718 0 0,7 4 198 0 0,0 0 1 0 0,0-1-1 0 0,1 0 0 0 0,-1 0 1 0 0,1-1-1 0 0,-1 0 1 0 0,12 0-1 0 0,9-3 82 0 0,0-2 0 0 0,37-9 1 0 0,-44 8-275 0 0,0 0 0 0 0,1 1 1 0 0,-1 0-1 0 0,1 2 1 0 0,24 2-1 0 0,-33 1-187 0 0,0 0 1 0 0,0 0-1 0 0,-1 1 1 0 0,1 1-1 0 0,16 7 1 0 0,-27-10 89 0 0,-1 0 0 0 0,1 1 0 0 0,0-1 0 0 0,0 1 0 0 0,-1 0 0 0 0,1-1 1 0 0,-1 2-1 0 0,1-1 0 0 0,-1 0 0 0 0,0 0 0 0 0,0 1 0 0 0,0-1 1 0 0,0 1-1 0 0,0-1 0 0 0,-1 1 0 0 0,1 0 0 0 0,-1 0 0 0 0,1 0 0 0 0,-1 0 1 0 0,0 0-1 0 0,0 0 0 0 0,-1 0 0 0 0,1 0 0 0 0,-1 0 0 0 0,1 0 1 0 0,-1 0-1 0 0,0 1 0 0 0,0-1 0 0 0,-1 3 0 0 0,-2 22 345 0 0,0 0-1 0 0,-2-1 0 0 0,-2 0 1 0 0,0 0-1 0 0,-15 35 0 0 0,-2-11 245 0 0,-2-1-1 0 0,-3-1 0 0 0,-40 53 0 0 0,-3-10-376 0 0,-4-3 0 0 0,-148 134 0 0 0,164-163 1184 0 0,61-57-651 0 0,-1-2-754 0 0,0-1 0 0 0,1 0 1 0 0,-1 0-1 0 0,0 0 0 0 0,1 0 1 0 0,-1 0-1 0 0,0 0 0 0 0,1 0 1 0 0,-1 0-1 0 0,1 0 1 0 0,-1 0-1 0 0,0 0 0 0 0,1 0 1 0 0,-1-1-1 0 0,0 1 0 0 0,1 0 1 0 0,-1 0-1 0 0,0 0 0 0 0,1 0 1 0 0,-1-1-1 0 0,0 1 0 0 0,1 0 1 0 0,-1 0-1 0 0,1-1 1 0 0,16-12-4448 0 0,-11 5-1359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6:22.65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2761 0 0,'33'15'6589'0'0,"55"32"0"0"0,-59-30-4702 0 0,0-1-1 0 0,41 15 0 0 0,-45-21-1474 0 0,-16-6-274 0 0,-1-1-1 0 0,1 0 1 0 0,0 0-1 0 0,0-1 1 0 0,0 0-1 0 0,15 1 1 0 0,-24-3-135 0 0,0-1 0 0 0,0 1 0 0 0,0 0 0 0 0,0-1 0 0 0,0 1 0 0 0,1 0 0 0 0,-1-1 0 0 0,0 1 0 0 0,0-1 0 0 0,0 1 0 0 0,0 0 0 0 0,0-1 0 0 0,0 1 0 0 0,-1 0 0 0 0,1-1 0 0 0,0 1 0 0 0,0 0 0 0 0,0-1 0 0 0,0 1 0 0 0,0 0 0 0 0,0-1 0 0 0,-1 1 0 0 0,1 0 0 0 0,0-1 0 0 0,0 1 0 0 0,0 0 0 0 0,-1 0 0 0 0,1-1 0 0 0,-1 1 0 0 0,-6-12-238 0 0,-7-2-1758 0 0,4 8-5503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6:27.77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292 949 3681 0 0,'0'0'23'0'0,"0"-1"1"0"0,0 1 0 0 0,0 0-1 0 0,0-1 1 0 0,0 1 0 0 0,0 0-1 0 0,0 0 1 0 0,1-1 0 0 0,-1 1-1 0 0,0 0 1 0 0,0-1 0 0 0,0 1-1 0 0,0 0 1 0 0,1 0 0 0 0,-1 0-1 0 0,0-1 1 0 0,0 1 0 0 0,0 0 0 0 0,1 0-1 0 0,-1 0 1 0 0,0-1 0 0 0,0 1-1 0 0,1 0 1 0 0,-1 0 0 0 0,0 0-1 0 0,0 0 1 0 0,1 0 0 0 0,-1-1-1 0 0,0 1 1 0 0,0 0 0 0 0,1 0-1 0 0,-1 0 1 0 0,0 0 0 0 0,1 0-1 0 0,-1 0 1 0 0,0 0 0 0 0,1 0-1 0 0,-1 0 1 0 0,0 0 0 0 0,0 0-1 0 0,1 0 1 0 0,-1 0 0 0 0,0 1-1 0 0,1-1 1 0 0,-1 0 0 0 0,0 0-1 0 0,0 0 1 0 0,1 0 0 0 0,-1 0-1 0 0,0 1 1 0 0,15 2 819 0 0,-5-3-320 0 0,-1 1 0 0 0,1 1 1 0 0,-1 0-1 0 0,10 3 0 0 0,-9-3-52 0 0,-1 1 0 0 0,1-1 0 0 0,0-1 0 0 0,10 1 0 0 0,15 0 900 0 0,63 11-1 0 0,-69-8-992 0 0,0-1-1 0 0,0-1 1 0 0,44-1 0 0 0,-51-6-262 0 0,0 0 0 0 0,0-2 0 0 0,-1 0 1 0 0,1-2-1 0 0,20-10 0 0 0,-19 9-52 0 0,-3 0-53 0 0,0 0-1 0 0,-1-1 1 0 0,0-1-1 0 0,-1-1 1 0 0,0 0-1 0 0,-1-1 1 0 0,0-1-1 0 0,-1-1 1 0 0,25-29-1 0 0,-33 33-27 0 0,0 1 0 0 0,-1-1-1 0 0,-1-1 1 0 0,1 0 0 0 0,-2 1 0 0 0,1-2-1 0 0,-2 1 1 0 0,0 0 0 0 0,0-1 0 0 0,-1 0 0 0 0,-1 0-1 0 0,0 0 1 0 0,-1 0 0 0 0,0 0 0 0 0,-1-1-1 0 0,0 1 1 0 0,-3-16 0 0 0,-3-2-112 0 0,-2 1 0 0 0,0-1-1 0 0,-3 1 1 0 0,0 1 0 0 0,-2 0 0 0 0,0 1-1 0 0,-2 0 1 0 0,-20-26 0 0 0,18 31 92 0 0,0 0-1 0 0,-2 2 1 0 0,-1 0-1 0 0,0 1 1 0 0,-2 1-1 0 0,0 2 1 0 0,-1 0-1 0 0,0 1 1 0 0,-2 1 0 0 0,-31-15-1 0 0,37 22 38 0 0,-1 1 0 0 0,1 0-1 0 0,-1 2 1 0 0,0 0 0 0 0,-1 1-1 0 0,-27-1 1 0 0,31 4-6 0 0,1 1-1 0 0,-1 1 1 0 0,0 1-1 0 0,0 0 1 0 0,1 1-1 0 0,-1 1 1 0 0,1 1-1 0 0,-22 8 1 0 0,-131 67-72 0 0,135-62 90 0 0,2 2 0 0 0,-57 45-1 0 0,77-54 149 0 0,1 0 1 0 0,0 1-1 0 0,1 0 0 0 0,0 1 0 0 0,1 0 0 0 0,1 1 0 0 0,0-1 0 0 0,0 2 1 0 0,2-1-1 0 0,-1 1 0 0 0,2 0 0 0 0,0 0 0 0 0,1 0 0 0 0,1 1 0 0 0,0 0 0 0 0,1 0 1 0 0,1-1-1 0 0,0 1 0 0 0,1 0 0 0 0,1 0 0 0 0,0 0 0 0 0,1 0 0 0 0,1 0 1 0 0,0-1-1 0 0,12 30 0 0 0,4 2 553 0 0,3-1 0 0 0,38 61 0 0 0,-48-89-576 0 0,1-1 0 0 0,1 0 0 0 0,0 0 0 0 0,1-2 0 0 0,0 0 0 0 0,1 0 0 0 0,1-2 0 0 0,24 16 1 0 0,-34-25-75 0 0,-1-1 1 0 0,0-1-1 0 0,1 1 1 0 0,0-1-1 0 0,0 0 1 0 0,-1 0 0 0 0,1-1-1 0 0,11 1 1 0 0,10 4 172 0 0,-23-4-200 0 0,0-1-1 0 0,0 0 1 0 0,0 0 0 0 0,0 0-1 0 0,6-1 1 0 0,-9 0-33 0 0,0 0-1 0 0,0-1 1 0 0,0 1 0 0 0,-1 0-1 0 0,1-1 1 0 0,0 0 0 0 0,-1 1 0 0 0,1-1-1 0 0,0 0 1 0 0,-1 0 0 0 0,1 0-1 0 0,-1 0 1 0 0,1 0 0 0 0,-1 0-1 0 0,1 0 1 0 0,-1 0 0 0 0,0-1-1 0 0,0 1 1 0 0,2-2 0 0 0,-2 1-107 0 0,0 0-1 0 0,0 1 1 0 0,1-1 0 0 0,-1 0 0 0 0,0 0-1 0 0,0 0 1 0 0,-1 0 0 0 0,1 0 0 0 0,0 0 0 0 0,-1 0-1 0 0,1 0 1 0 0,-1 0 0 0 0,1 0 0 0 0,-1 0-1 0 0,0 0 1 0 0,0 0 0 0 0,0-1 0 0 0,0 1 0 0 0,-1 0-1 0 0,1 0 1 0 0,0 0 0 0 0,-1 0 0 0 0,0 0-1 0 0,1 0 1 0 0,-1 0 0 0 0,0 0 0 0 0,0 0 0 0 0,0 0-1 0 0,0 0 1 0 0,0 1 0 0 0,-1-1 0 0 0,-2-3-1 0 0,4 5-5 0 0,0 0 0 0 0,0 0-1 0 0,-1 0 1 0 0,1 0-1 0 0,0-1 1 0 0,0 1 0 0 0,-1 0-1 0 0,1 0 1 0 0,0 0 0 0 0,0 0-1 0 0,0 0 1 0 0,-1 0-1 0 0,1 0 1 0 0,0 0 0 0 0,-1 0-1 0 0,1 0 1 0 0,0 0-1 0 0,0 0 1 0 0,-1 0 0 0 0,1 0-1 0 0,0 0 1 0 0,0 0-1 0 0,-1 0 1 0 0,1 0 0 0 0,0 0-1 0 0,0 0 1 0 0,0 0 0 0 0,-1 0-1 0 0,1 1 1 0 0,0-1-1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6:47.0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11357 2151 3225 0 0,'3'-1'278'0'0,"4"-2"-1070"0"0,-7 3 801 0 0,0 0 0 0 0,0 0 0 0 0,0 0 0 0 0,0 0 0 0 0,0 0 0 0 0,0 0 0 0 0,0 0 0 0 0,0 0 0 0 0,0 0 1 0 0,0 0-1 0 0,0 0 0 0 0,0 0 0 0 0,0 0 0 0 0,0 0 0 0 0,0 0 0 0 0,0 0 0 0 0,0-1 0 0 0,0 1 0 0 0,1 0 0 0 0,-1 0 0 0 0,0 0 0 0 0,0 0 0 0 0,0 0 0 0 0,0 0 0 0 0,0 0 0 0 0,0 0 0 0 0,0 0 0 0 0,0 0 1 0 0,0 0-1 0 0,0 0 0 0 0,0-1 0 0 0,0 1 0 0 0,0 0 0 0 0,0 0 0 0 0,0 0 0 0 0,-1 0 0 0 0,1 0 0 0 0,0 0 0 0 0,0 0 0 0 0,0 0 0 0 0,0 0 0 0 0,0 0 0 0 0,0 0 0 0 0,0 0 0 0 0,0 0 0 0 0,0 0 0 0 0,0 0 1 0 0,0-1-1 0 0,0 1 0 0 0,0 0 0 0 0,0 0 0 0 0,0 0 0 0 0,0 0 0 0 0,0 0 0 0 0,0 0 0 0 0,-1 0 0 0 0,1 0 0 0 0,0 0 0 0 0,0 0 0 0 0,0 0 0 0 0,0 0 0 0 0,0 0 0 0 0,0 0 0 0 0,0 0 0 0 0,0 0 0 0 0,0 0 1 0 0,0 0-1 0 0,0 0 0 0 0,-1 0 0 0 0,-277-128 1368 0 0,104 43-1023 0 0,82 47-291 0 0,-2 5 0 0 0,-140-33 0 0 0,-186-58 797 0 0,132 34-354 0 0,-176-24-306 0 0,-7 43-3 0 0,-77 14 265 0 0,6-39-30 0 0,145-7 99 0 0,9-27-38 0 0,196 57-113 0 0,-3 16 88 0 0,-432-74 876 0 0,531 110-1288 0 0,-479-120 166 0 0,47 11 271 0 0,359 93 66 0 0,61 12 82 0 0,-171-16 1 0 0,204 36-492 0 0,-283-29 192 0 0,99 1-478 0 0,-63-12 208 0 0,92-5-132 0 0,128 25 142 0 0,-147-17 0 0 0,-292-13-98 0 0,171 35-58 0 0,0 19 143 0 0,199 2-111 0 0,77 0 178 0 0,1 4 0 0 0,0 5-1 0 0,-148 33 1 0 0,137-18-112 0 0,-69 18 46 0 0,134-33 77 0 0,0-2 0 0 0,-1-2 0 0 0,1-2 0 0 0,-49 0 1 0 0,77-4 71 0 0,3 1-14 0 0,0-1-1 0 0,1 0 1 0 0,-1-1-1 0 0,0 0 1 0 0,1 0-1 0 0,-9-3 1 0 0,14 3-181 0 0,0 1 1 0 0,1-1-1 0 0,-1 0 1 0 0,1 0-1 0 0,-1 0 1 0 0,1-1-1 0 0,0 1 1 0 0,-1 0-1 0 0,1-1 0 0 0,0 1 1 0 0,0 0-1 0 0,0-1 1 0 0,0 1-1 0 0,0-1 1 0 0,0 0-1 0 0,1 1 1 0 0,-1-1-1 0 0,0 0 1 0 0,1 1-1 0 0,-1-1 1 0 0,1 0-1 0 0,0 0 1 0 0,0 1-1 0 0,-1-4 1 0 0,1-4 163 0 0,0-1 1 0 0,1 0 0 0 0,2-13 0 0 0,0 4 244 0 0,-3 13-371 0 0,1-1 0 0 0,-1 1 0 0 0,0 0 1 0 0,0 0-1 0 0,-1 0 0 0 0,1 0 0 0 0,-1 0 0 0 0,-1 0 0 0 0,1 0 0 0 0,-1 0 0 0 0,-5-10 1 0 0,1 12-975 0 0,1 6-3876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03:26:47.6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141 285 1896 0 0,'7'-3'75'0'0,"0"0"-1"0"0,-1 0 1 0 0,1-1-1 0 0,-1 0 0 0 0,1 0 1 0 0,-1 0-1 0 0,0-1 0 0 0,-1 1 1 0 0,1-2-1 0 0,5-5 1 0 0,9-12 523 0 0,18-29-1 0 0,-28 38-481 0 0,22-35 1167 0 0,-15 23 1288 0 0,27-32-1 0 0,-41 55-2164 0 0,5-6 1440 0 0,-8 9-1812 0 0,1 0-1 0 0,-1 0 0 0 0,0 0 0 0 0,0 0 1 0 0,1 0-1 0 0,-1 0 0 0 0,0 0 0 0 0,0 0 1 0 0,1 0-1 0 0,-1 0 0 0 0,0 0 0 0 0,0 0 1 0 0,0 0-1 0 0,1 1 0 0 0,-1-1 0 0 0,0 0 1 0 0,0 0-1 0 0,1 0 0 0 0,-1 0 1 0 0,0 0-1 0 0,0 1 0 0 0,0-1 0 0 0,0 0 1 0 0,1 0-1 0 0,-1 0 0 0 0,0 0 0 0 0,0 1 1 0 0,0-1-1 0 0,0 0 0 0 0,0 0 0 0 0,0 1 1 0 0,1-1-1 0 0,-1 0 0 0 0,0 0 0 0 0,0 0 1 0 0,0 1-1 0 0,0-1 0 0 0,0 0 0 0 0,0 0 1 0 0,0 1-1 0 0,0-1 0 0 0,0 1 0 0 0,1 5-29 0 0,0 0 0 0 0,0 0 1 0 0,-1 1-1 0 0,0-1 0 0 0,0 0 0 0 0,0 1 0 0 0,-1-1 0 0 0,0 0 0 0 0,-3 12 0 0 0,-3 6-54 0 0,-12 26 0 0 0,14-35 44 0 0,-32 67-26 0 0,-66 111 0 0 0,79-155 32 0 0,-2-2 0 0 0,-51 54 0 0 0,39-47 0 0 0,-13 23 84 0 0,51-65-66 0 0,-1-1 0 0 0,1 0 0 0 0,0 0 0 0 0,0 1 0 0 0,-1-1 0 0 0,1 0 0 0 0,0 0 0 0 0,0 1 0 0 0,0-1 0 0 0,-1 0 0 0 0,1 1 0 0 0,0-1 0 0 0,0 0 0 0 0,0 0 0 0 0,0 1 0 0 0,0-1 0 0 0,0 0 0 0 0,0 1 0 0 0,0-1 0 0 0,0 0 0 0 0,0 1 0 0 0,0-1 0 0 0,0 0 0 0 0,0 1 0 0 0,0-1 0 0 0,0 0 0 0 0,0 1 0 0 0,0-1 0 0 0,0 0 0 0 0,0 1 0 0 0,0-1 0 0 0,0 0 0 0 0,1 1 0 0 0,-1-1 0 0 0,0 0 0 0 0,11 2 4883 0 0,-6 0-4806 0 0,6 4-59 0 0,-1 0-1 0 0,1 1 1 0 0,16 14 0 0 0,-8-7-85 0 0,1 0 1 0 0,0-1-1 0 0,45 20 1 0 0,-19-9 4 0 0,50 18 38 0 0,-73-33-17 0 0,0 0 0 0 0,0 2 0 0 0,-1 0 0 0 0,0 2 0 0 0,21 16 0 0 0,-27-14-1453 0 0,-2 1-5010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ヒラギノ角ゴ ProN W3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タイトル&amp;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r>
              <a:t>タイトルテキスト</a:t>
            </a:r>
          </a:p>
        </p:txBody>
      </p:sp>
      <p:sp>
        <p:nvSpPr>
          <p:cNvPr id="12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1270000" y="50419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3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画像（横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画像"/>
          <p:cNvSpPr>
            <a:spLocks noGrp="1"/>
          </p:cNvSpPr>
          <p:nvPr>
            <p:ph type="pic" idx="21"/>
          </p:nvPr>
        </p:nvSpPr>
        <p:spPr>
          <a:xfrm>
            <a:off x="1622088" y="289099"/>
            <a:ext cx="9753603" cy="650578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r>
              <a:t>タイトルテキスト</a:t>
            </a:r>
          </a:p>
        </p:txBody>
      </p:sp>
      <p:sp>
        <p:nvSpPr>
          <p:cNvPr id="22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23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（中央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タイトルテキスト"/>
          <p:cNvSpPr txBox="1"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タイトルテキスト</a:t>
            </a:r>
          </a:p>
        </p:txBody>
      </p:sp>
      <p:sp>
        <p:nvSpPr>
          <p:cNvPr id="31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画像（縦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画像"/>
          <p:cNvSpPr>
            <a:spLocks noGrp="1"/>
          </p:cNvSpPr>
          <p:nvPr>
            <p:ph type="pic" idx="21"/>
          </p:nvPr>
        </p:nvSpPr>
        <p:spPr>
          <a:xfrm>
            <a:off x="2263775" y="613833"/>
            <a:ext cx="12401550" cy="82677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タイトルテキスト"/>
          <p:cNvSpPr txBox="1">
            <a:spLocks noGrp="1"/>
          </p:cNvSpPr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タイトルテキスト</a:t>
            </a:r>
          </a:p>
        </p:txBody>
      </p:sp>
      <p:sp>
        <p:nvSpPr>
          <p:cNvPr id="40" name="本文レベル1…"/>
          <p:cNvSpPr txBox="1">
            <a:spLocks noGrp="1"/>
          </p:cNvSpPr>
          <p:nvPr>
            <p:ph type="body" sz="quarter" idx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41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（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タイトルテキスト</a:t>
            </a:r>
          </a:p>
        </p:txBody>
      </p:sp>
      <p:sp>
        <p:nvSpPr>
          <p:cNvPr id="49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&amp;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タイトルテキスト</a:t>
            </a:r>
          </a:p>
        </p:txBody>
      </p:sp>
      <p:sp>
        <p:nvSpPr>
          <p:cNvPr id="57" name="本文レベル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58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タイトル、箇条書き、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画像"/>
          <p:cNvSpPr>
            <a:spLocks noGrp="1"/>
          </p:cNvSpPr>
          <p:nvPr>
            <p:ph type="pic" idx="21"/>
          </p:nvPr>
        </p:nvSpPr>
        <p:spPr>
          <a:xfrm>
            <a:off x="4086225" y="2586566"/>
            <a:ext cx="9429750" cy="62865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タイトルテキスト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タイトルテキスト</a:t>
            </a:r>
          </a:p>
        </p:txBody>
      </p:sp>
      <p:sp>
        <p:nvSpPr>
          <p:cNvPr id="67" name="本文レベル1…"/>
          <p:cNvSpPr txBox="1">
            <a:spLocks noGrp="1"/>
          </p:cNvSpPr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68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6308360" y="9296400"/>
            <a:ext cx="381306" cy="3048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ヒラギノ角ゴ ProN W3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本文レベル1…"/>
          <p:cNvSpPr txBox="1">
            <a:spLocks noGrp="1"/>
          </p:cNvSpPr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76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画像（3点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画像"/>
          <p:cNvSpPr>
            <a:spLocks noGrp="1"/>
          </p:cNvSpPr>
          <p:nvPr>
            <p:ph type="pic" sz="quarter" idx="21"/>
          </p:nvPr>
        </p:nvSpPr>
        <p:spPr>
          <a:xfrm>
            <a:off x="6680200" y="5029200"/>
            <a:ext cx="6054748" cy="4038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画像"/>
          <p:cNvSpPr>
            <a:spLocks noGrp="1"/>
          </p:cNvSpPr>
          <p:nvPr>
            <p:ph type="pic" sz="quarter" idx="22"/>
          </p:nvPr>
        </p:nvSpPr>
        <p:spPr>
          <a:xfrm>
            <a:off x="6502400" y="889000"/>
            <a:ext cx="5867400" cy="39116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画像"/>
          <p:cNvSpPr>
            <a:spLocks noGrp="1"/>
          </p:cNvSpPr>
          <p:nvPr>
            <p:ph type="pic" idx="23"/>
          </p:nvPr>
        </p:nvSpPr>
        <p:spPr>
          <a:xfrm>
            <a:off x="-2374900" y="889000"/>
            <a:ext cx="11982450" cy="79883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引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1270000" y="6362700"/>
            <a:ext cx="10464800" cy="4572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/>
            </a:lvl1pPr>
          </a:lstStyle>
          <a:p>
            <a:r>
              <a:t>–Johnny Appleseed</a:t>
            </a:r>
          </a:p>
        </p:txBody>
      </p:sp>
      <p:sp>
        <p:nvSpPr>
          <p:cNvPr id="94" name="“ここに引用を入力してください。”"/>
          <p:cNvSpPr txBox="1">
            <a:spLocks noGrp="1"/>
          </p:cNvSpPr>
          <p:nvPr>
            <p:ph type="body" sz="quarter" idx="22"/>
          </p:nvPr>
        </p:nvSpPr>
        <p:spPr>
          <a:xfrm>
            <a:off x="1270000" y="4267200"/>
            <a:ext cx="10464800" cy="6096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400"/>
            </a:lvl1pPr>
          </a:lstStyle>
          <a:p>
            <a:r>
              <a:t>“ここに引用を入力してください。”</a:t>
            </a:r>
          </a:p>
        </p:txBody>
      </p:sp>
      <p:sp>
        <p:nvSpPr>
          <p:cNvPr id="95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写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画像"/>
          <p:cNvSpPr>
            <a:spLocks noGrp="1"/>
          </p:cNvSpPr>
          <p:nvPr>
            <p:ph type="pic" idx="21"/>
          </p:nvPr>
        </p:nvSpPr>
        <p:spPr>
          <a:xfrm>
            <a:off x="-949853" y="0"/>
            <a:ext cx="14904506" cy="994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スライド番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テキスト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タイトルテキスト</a:t>
            </a:r>
          </a:p>
        </p:txBody>
      </p:sp>
      <p:sp>
        <p:nvSpPr>
          <p:cNvPr id="3" name="本文レベル1…"/>
          <p:cNvSpPr txBox="1">
            <a:spLocks noGrp="1"/>
          </p:cNvSpPr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4" name="スライド番号"/>
          <p:cNvSpPr txBox="1">
            <a:spLocks noGrp="1"/>
          </p:cNvSpPr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ヒラギノ角ゴ ProN W3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21.png"/><Relationship Id="rId63" Type="http://schemas.openxmlformats.org/officeDocument/2006/relationships/customXml" Target="../ink/ink31.xml"/><Relationship Id="rId84" Type="http://schemas.openxmlformats.org/officeDocument/2006/relationships/image" Target="../media/image42.png"/><Relationship Id="rId138" Type="http://schemas.openxmlformats.org/officeDocument/2006/relationships/image" Target="../media/image69.png"/><Relationship Id="rId159" Type="http://schemas.openxmlformats.org/officeDocument/2006/relationships/customXml" Target="../ink/ink79.xml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16.png"/><Relationship Id="rId53" Type="http://schemas.openxmlformats.org/officeDocument/2006/relationships/customXml" Target="../ink/ink26.xml"/><Relationship Id="rId74" Type="http://schemas.openxmlformats.org/officeDocument/2006/relationships/image" Target="../media/image37.png"/><Relationship Id="rId128" Type="http://schemas.openxmlformats.org/officeDocument/2006/relationships/image" Target="../media/image64.png"/><Relationship Id="rId149" Type="http://schemas.openxmlformats.org/officeDocument/2006/relationships/customXml" Target="../ink/ink74.xml"/><Relationship Id="rId5" Type="http://schemas.openxmlformats.org/officeDocument/2006/relationships/customXml" Target="../ink/ink2.xml"/><Relationship Id="rId95" Type="http://schemas.openxmlformats.org/officeDocument/2006/relationships/customXml" Target="../ink/ink47.xml"/><Relationship Id="rId160" Type="http://schemas.openxmlformats.org/officeDocument/2006/relationships/image" Target="../media/image80.png"/><Relationship Id="rId22" Type="http://schemas.openxmlformats.org/officeDocument/2006/relationships/image" Target="../media/image11.png"/><Relationship Id="rId43" Type="http://schemas.openxmlformats.org/officeDocument/2006/relationships/customXml" Target="../ink/ink21.xml"/><Relationship Id="rId64" Type="http://schemas.openxmlformats.org/officeDocument/2006/relationships/image" Target="../media/image32.png"/><Relationship Id="rId118" Type="http://schemas.openxmlformats.org/officeDocument/2006/relationships/image" Target="../media/image59.png"/><Relationship Id="rId139" Type="http://schemas.openxmlformats.org/officeDocument/2006/relationships/customXml" Target="../ink/ink69.xml"/><Relationship Id="rId80" Type="http://schemas.openxmlformats.org/officeDocument/2006/relationships/image" Target="../media/image40.png"/><Relationship Id="rId85" Type="http://schemas.openxmlformats.org/officeDocument/2006/relationships/customXml" Target="../ink/ink42.xml"/><Relationship Id="rId150" Type="http://schemas.openxmlformats.org/officeDocument/2006/relationships/image" Target="../media/image75.png"/><Relationship Id="rId155" Type="http://schemas.openxmlformats.org/officeDocument/2006/relationships/customXml" Target="../ink/ink77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33" Type="http://schemas.openxmlformats.org/officeDocument/2006/relationships/customXml" Target="../ink/ink16.xml"/><Relationship Id="rId38" Type="http://schemas.openxmlformats.org/officeDocument/2006/relationships/image" Target="../media/image19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08" Type="http://schemas.openxmlformats.org/officeDocument/2006/relationships/image" Target="../media/image54.png"/><Relationship Id="rId124" Type="http://schemas.openxmlformats.org/officeDocument/2006/relationships/image" Target="../media/image62.png"/><Relationship Id="rId129" Type="http://schemas.openxmlformats.org/officeDocument/2006/relationships/customXml" Target="../ink/ink64.xml"/><Relationship Id="rId54" Type="http://schemas.openxmlformats.org/officeDocument/2006/relationships/image" Target="../media/image27.png"/><Relationship Id="rId70" Type="http://schemas.openxmlformats.org/officeDocument/2006/relationships/image" Target="../media/image35.png"/><Relationship Id="rId75" Type="http://schemas.openxmlformats.org/officeDocument/2006/relationships/customXml" Target="../ink/ink37.xml"/><Relationship Id="rId91" Type="http://schemas.openxmlformats.org/officeDocument/2006/relationships/customXml" Target="../ink/ink45.xml"/><Relationship Id="rId96" Type="http://schemas.openxmlformats.org/officeDocument/2006/relationships/image" Target="../media/image48.png"/><Relationship Id="rId140" Type="http://schemas.openxmlformats.org/officeDocument/2006/relationships/image" Target="../media/image70.png"/><Relationship Id="rId145" Type="http://schemas.openxmlformats.org/officeDocument/2006/relationships/customXml" Target="../ink/ink7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23" Type="http://schemas.openxmlformats.org/officeDocument/2006/relationships/customXml" Target="../ink/ink11.xml"/><Relationship Id="rId28" Type="http://schemas.openxmlformats.org/officeDocument/2006/relationships/image" Target="../media/image14.png"/><Relationship Id="rId49" Type="http://schemas.openxmlformats.org/officeDocument/2006/relationships/customXml" Target="../ink/ink24.xml"/><Relationship Id="rId114" Type="http://schemas.openxmlformats.org/officeDocument/2006/relationships/image" Target="../media/image57.png"/><Relationship Id="rId119" Type="http://schemas.openxmlformats.org/officeDocument/2006/relationships/customXml" Target="../ink/ink59.xml"/><Relationship Id="rId44" Type="http://schemas.openxmlformats.org/officeDocument/2006/relationships/image" Target="../media/image22.png"/><Relationship Id="rId60" Type="http://schemas.openxmlformats.org/officeDocument/2006/relationships/image" Target="../media/image30.png"/><Relationship Id="rId65" Type="http://schemas.openxmlformats.org/officeDocument/2006/relationships/customXml" Target="../ink/ink32.xml"/><Relationship Id="rId81" Type="http://schemas.openxmlformats.org/officeDocument/2006/relationships/customXml" Target="../ink/ink40.xml"/><Relationship Id="rId86" Type="http://schemas.openxmlformats.org/officeDocument/2006/relationships/image" Target="../media/image43.png"/><Relationship Id="rId130" Type="http://schemas.openxmlformats.org/officeDocument/2006/relationships/image" Target="../media/image65.png"/><Relationship Id="rId135" Type="http://schemas.openxmlformats.org/officeDocument/2006/relationships/customXml" Target="../ink/ink67.xml"/><Relationship Id="rId151" Type="http://schemas.openxmlformats.org/officeDocument/2006/relationships/customXml" Target="../ink/ink75.xml"/><Relationship Id="rId156" Type="http://schemas.openxmlformats.org/officeDocument/2006/relationships/image" Target="../media/image78.png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17.png"/><Relationship Id="rId50" Type="http://schemas.openxmlformats.org/officeDocument/2006/relationships/image" Target="../media/image25.png"/><Relationship Id="rId55" Type="http://schemas.openxmlformats.org/officeDocument/2006/relationships/customXml" Target="../ink/ink27.xml"/><Relationship Id="rId76" Type="http://schemas.openxmlformats.org/officeDocument/2006/relationships/image" Target="../media/image38.png"/><Relationship Id="rId97" Type="http://schemas.openxmlformats.org/officeDocument/2006/relationships/customXml" Target="../ink/ink48.xml"/><Relationship Id="rId104" Type="http://schemas.openxmlformats.org/officeDocument/2006/relationships/image" Target="../media/image52.png"/><Relationship Id="rId120" Type="http://schemas.openxmlformats.org/officeDocument/2006/relationships/image" Target="../media/image60.png"/><Relationship Id="rId125" Type="http://schemas.openxmlformats.org/officeDocument/2006/relationships/customXml" Target="../ink/ink62.xml"/><Relationship Id="rId141" Type="http://schemas.openxmlformats.org/officeDocument/2006/relationships/customXml" Target="../ink/ink70.xml"/><Relationship Id="rId146" Type="http://schemas.openxmlformats.org/officeDocument/2006/relationships/image" Target="../media/image73.png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46.png"/><Relationship Id="rId2" Type="http://schemas.openxmlformats.org/officeDocument/2006/relationships/image" Target="../media/image1.png"/><Relationship Id="rId29" Type="http://schemas.openxmlformats.org/officeDocument/2006/relationships/customXml" Target="../ink/ink14.xml"/><Relationship Id="rId24" Type="http://schemas.openxmlformats.org/officeDocument/2006/relationships/image" Target="../media/image12.png"/><Relationship Id="rId40" Type="http://schemas.openxmlformats.org/officeDocument/2006/relationships/image" Target="../media/image20.png"/><Relationship Id="rId45" Type="http://schemas.openxmlformats.org/officeDocument/2006/relationships/customXml" Target="../ink/ink22.xml"/><Relationship Id="rId66" Type="http://schemas.openxmlformats.org/officeDocument/2006/relationships/image" Target="../media/image33.png"/><Relationship Id="rId87" Type="http://schemas.openxmlformats.org/officeDocument/2006/relationships/customXml" Target="../ink/ink43.xml"/><Relationship Id="rId110" Type="http://schemas.openxmlformats.org/officeDocument/2006/relationships/image" Target="../media/image55.png"/><Relationship Id="rId115" Type="http://schemas.openxmlformats.org/officeDocument/2006/relationships/customXml" Target="../ink/ink57.xml"/><Relationship Id="rId131" Type="http://schemas.openxmlformats.org/officeDocument/2006/relationships/customXml" Target="../ink/ink65.xml"/><Relationship Id="rId136" Type="http://schemas.openxmlformats.org/officeDocument/2006/relationships/image" Target="../media/image68.png"/><Relationship Id="rId157" Type="http://schemas.openxmlformats.org/officeDocument/2006/relationships/customXml" Target="../ink/ink78.xml"/><Relationship Id="rId61" Type="http://schemas.openxmlformats.org/officeDocument/2006/relationships/customXml" Target="../ink/ink30.xml"/><Relationship Id="rId82" Type="http://schemas.openxmlformats.org/officeDocument/2006/relationships/image" Target="../media/image41.png"/><Relationship Id="rId152" Type="http://schemas.openxmlformats.org/officeDocument/2006/relationships/image" Target="../media/image76.png"/><Relationship Id="rId19" Type="http://schemas.openxmlformats.org/officeDocument/2006/relationships/customXml" Target="../ink/ink9.xml"/><Relationship Id="rId14" Type="http://schemas.openxmlformats.org/officeDocument/2006/relationships/image" Target="../media/image7.png"/><Relationship Id="rId30" Type="http://schemas.openxmlformats.org/officeDocument/2006/relationships/image" Target="../media/image15.png"/><Relationship Id="rId35" Type="http://schemas.openxmlformats.org/officeDocument/2006/relationships/customXml" Target="../ink/ink17.xml"/><Relationship Id="rId56" Type="http://schemas.openxmlformats.org/officeDocument/2006/relationships/image" Target="../media/image28.png"/><Relationship Id="rId77" Type="http://schemas.openxmlformats.org/officeDocument/2006/relationships/customXml" Target="../ink/ink38.xml"/><Relationship Id="rId100" Type="http://schemas.openxmlformats.org/officeDocument/2006/relationships/image" Target="../media/image50.png"/><Relationship Id="rId105" Type="http://schemas.openxmlformats.org/officeDocument/2006/relationships/customXml" Target="../ink/ink52.xml"/><Relationship Id="rId126" Type="http://schemas.openxmlformats.org/officeDocument/2006/relationships/image" Target="../media/image63.png"/><Relationship Id="rId147" Type="http://schemas.openxmlformats.org/officeDocument/2006/relationships/customXml" Target="../ink/ink73.xml"/><Relationship Id="rId8" Type="http://schemas.openxmlformats.org/officeDocument/2006/relationships/image" Target="../media/image4.png"/><Relationship Id="rId51" Type="http://schemas.openxmlformats.org/officeDocument/2006/relationships/customXml" Target="../ink/ink25.xml"/><Relationship Id="rId72" Type="http://schemas.openxmlformats.org/officeDocument/2006/relationships/image" Target="../media/image36.png"/><Relationship Id="rId93" Type="http://schemas.openxmlformats.org/officeDocument/2006/relationships/customXml" Target="../ink/ink46.xml"/><Relationship Id="rId98" Type="http://schemas.openxmlformats.org/officeDocument/2006/relationships/image" Target="../media/image49.png"/><Relationship Id="rId121" Type="http://schemas.openxmlformats.org/officeDocument/2006/relationships/customXml" Target="../ink/ink60.xml"/><Relationship Id="rId142" Type="http://schemas.openxmlformats.org/officeDocument/2006/relationships/image" Target="../media/image71.png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23.png"/><Relationship Id="rId67" Type="http://schemas.openxmlformats.org/officeDocument/2006/relationships/customXml" Target="../ink/ink33.xml"/><Relationship Id="rId116" Type="http://schemas.openxmlformats.org/officeDocument/2006/relationships/image" Target="../media/image58.png"/><Relationship Id="rId137" Type="http://schemas.openxmlformats.org/officeDocument/2006/relationships/customXml" Target="../ink/ink68.xml"/><Relationship Id="rId158" Type="http://schemas.openxmlformats.org/officeDocument/2006/relationships/image" Target="../media/image79.png"/><Relationship Id="rId20" Type="http://schemas.openxmlformats.org/officeDocument/2006/relationships/image" Target="../media/image10.png"/><Relationship Id="rId41" Type="http://schemas.openxmlformats.org/officeDocument/2006/relationships/customXml" Target="../ink/ink20.xml"/><Relationship Id="rId62" Type="http://schemas.openxmlformats.org/officeDocument/2006/relationships/image" Target="../media/image31.png"/><Relationship Id="rId83" Type="http://schemas.openxmlformats.org/officeDocument/2006/relationships/customXml" Target="../ink/ink41.xml"/><Relationship Id="rId88" Type="http://schemas.openxmlformats.org/officeDocument/2006/relationships/image" Target="../media/image44.png"/><Relationship Id="rId111" Type="http://schemas.openxmlformats.org/officeDocument/2006/relationships/customXml" Target="../ink/ink55.xml"/><Relationship Id="rId132" Type="http://schemas.openxmlformats.org/officeDocument/2006/relationships/image" Target="../media/image66.png"/><Relationship Id="rId153" Type="http://schemas.openxmlformats.org/officeDocument/2006/relationships/customXml" Target="../ink/ink76.xml"/><Relationship Id="rId15" Type="http://schemas.openxmlformats.org/officeDocument/2006/relationships/customXml" Target="../ink/ink7.xml"/><Relationship Id="rId36" Type="http://schemas.openxmlformats.org/officeDocument/2006/relationships/image" Target="../media/image18.png"/><Relationship Id="rId57" Type="http://schemas.openxmlformats.org/officeDocument/2006/relationships/customXml" Target="../ink/ink28.xml"/><Relationship Id="rId106" Type="http://schemas.openxmlformats.org/officeDocument/2006/relationships/image" Target="../media/image53.png"/><Relationship Id="rId127" Type="http://schemas.openxmlformats.org/officeDocument/2006/relationships/customXml" Target="../ink/ink63.xml"/><Relationship Id="rId10" Type="http://schemas.openxmlformats.org/officeDocument/2006/relationships/image" Target="../media/image5.png"/><Relationship Id="rId31" Type="http://schemas.openxmlformats.org/officeDocument/2006/relationships/customXml" Target="../ink/ink15.xml"/><Relationship Id="rId52" Type="http://schemas.openxmlformats.org/officeDocument/2006/relationships/image" Target="../media/image26.png"/><Relationship Id="rId73" Type="http://schemas.openxmlformats.org/officeDocument/2006/relationships/customXml" Target="../ink/ink36.xml"/><Relationship Id="rId78" Type="http://schemas.openxmlformats.org/officeDocument/2006/relationships/image" Target="../media/image39.png"/><Relationship Id="rId94" Type="http://schemas.openxmlformats.org/officeDocument/2006/relationships/image" Target="../media/image47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1.png"/><Relationship Id="rId143" Type="http://schemas.openxmlformats.org/officeDocument/2006/relationships/customXml" Target="../ink/ink71.xml"/><Relationship Id="rId148" Type="http://schemas.openxmlformats.org/officeDocument/2006/relationships/image" Target="../media/image74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26" Type="http://schemas.openxmlformats.org/officeDocument/2006/relationships/image" Target="../media/image13.png"/><Relationship Id="rId47" Type="http://schemas.openxmlformats.org/officeDocument/2006/relationships/customXml" Target="../ink/ink23.xml"/><Relationship Id="rId68" Type="http://schemas.openxmlformats.org/officeDocument/2006/relationships/image" Target="../media/image34.png"/><Relationship Id="rId89" Type="http://schemas.openxmlformats.org/officeDocument/2006/relationships/customXml" Target="../ink/ink44.xml"/><Relationship Id="rId112" Type="http://schemas.openxmlformats.org/officeDocument/2006/relationships/image" Target="../media/image56.png"/><Relationship Id="rId133" Type="http://schemas.openxmlformats.org/officeDocument/2006/relationships/customXml" Target="../ink/ink66.xml"/><Relationship Id="rId154" Type="http://schemas.openxmlformats.org/officeDocument/2006/relationships/image" Target="../media/image77.png"/><Relationship Id="rId16" Type="http://schemas.openxmlformats.org/officeDocument/2006/relationships/image" Target="../media/image8.png"/><Relationship Id="rId37" Type="http://schemas.openxmlformats.org/officeDocument/2006/relationships/customXml" Target="../ink/ink18.xml"/><Relationship Id="rId58" Type="http://schemas.openxmlformats.org/officeDocument/2006/relationships/image" Target="../media/image29.png"/><Relationship Id="rId79" Type="http://schemas.openxmlformats.org/officeDocument/2006/relationships/customXml" Target="../ink/ink39.xml"/><Relationship Id="rId102" Type="http://schemas.openxmlformats.org/officeDocument/2006/relationships/image" Target="../media/image51.png"/><Relationship Id="rId123" Type="http://schemas.openxmlformats.org/officeDocument/2006/relationships/customXml" Target="../ink/ink61.xml"/><Relationship Id="rId144" Type="http://schemas.openxmlformats.org/officeDocument/2006/relationships/image" Target="../media/image72.png"/><Relationship Id="rId90" Type="http://schemas.openxmlformats.org/officeDocument/2006/relationships/image" Target="../media/image45.png"/><Relationship Id="rId27" Type="http://schemas.openxmlformats.org/officeDocument/2006/relationships/customXml" Target="../ink/ink13.xml"/><Relationship Id="rId48" Type="http://schemas.openxmlformats.org/officeDocument/2006/relationships/image" Target="../media/image24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34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アプリケーション, Word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CFE7E897-A192-82E9-C66F-93E39E419D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1866"/>
            <a:ext cx="13004800" cy="86698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インク 4">
                <a:extLst>
                  <a:ext uri="{FF2B5EF4-FFF2-40B4-BE49-F238E27FC236}">
                    <a16:creationId xmlns:a16="http://schemas.microsoft.com/office/drawing/2014/main" id="{873B527D-834F-271F-22E4-9C4A2A3608E0}"/>
                  </a:ext>
                </a:extLst>
              </p14:cNvPr>
              <p14:cNvContentPartPr/>
              <p14:nvPr/>
            </p14:nvContentPartPr>
            <p14:xfrm>
              <a:off x="8976885" y="1389009"/>
              <a:ext cx="507600" cy="467640"/>
            </p14:xfrm>
          </p:contentPart>
        </mc:Choice>
        <mc:Fallback>
          <p:pic>
            <p:nvPicPr>
              <p:cNvPr id="5" name="インク 4">
                <a:extLst>
                  <a:ext uri="{FF2B5EF4-FFF2-40B4-BE49-F238E27FC236}">
                    <a16:creationId xmlns:a16="http://schemas.microsoft.com/office/drawing/2014/main" id="{873B527D-834F-271F-22E4-9C4A2A3608E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67885" y="1380009"/>
                <a:ext cx="525240" cy="48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28F3ED3-50E5-EA69-6579-DC8DAAFFCD60}"/>
              </a:ext>
            </a:extLst>
          </p:cNvPr>
          <p:cNvGrpSpPr/>
          <p:nvPr/>
        </p:nvGrpSpPr>
        <p:grpSpPr>
          <a:xfrm>
            <a:off x="9322485" y="2004969"/>
            <a:ext cx="1767960" cy="373680"/>
            <a:chOff x="9322485" y="2004969"/>
            <a:chExt cx="1767960" cy="37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6" name="インク 5">
                  <a:extLst>
                    <a:ext uri="{FF2B5EF4-FFF2-40B4-BE49-F238E27FC236}">
                      <a16:creationId xmlns:a16="http://schemas.microsoft.com/office/drawing/2014/main" id="{8F39D717-78FD-B26E-001F-D89D40049731}"/>
                    </a:ext>
                  </a:extLst>
                </p14:cNvPr>
                <p14:cNvContentPartPr/>
                <p14:nvPr/>
              </p14:nvContentPartPr>
              <p14:xfrm>
                <a:off x="9322485" y="2058969"/>
                <a:ext cx="116640" cy="40680"/>
              </p14:xfrm>
            </p:contentPart>
          </mc:Choice>
          <mc:Fallback>
            <p:pic>
              <p:nvPicPr>
                <p:cNvPr id="6" name="インク 5">
                  <a:extLst>
                    <a:ext uri="{FF2B5EF4-FFF2-40B4-BE49-F238E27FC236}">
                      <a16:creationId xmlns:a16="http://schemas.microsoft.com/office/drawing/2014/main" id="{8F39D717-78FD-B26E-001F-D89D4004973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313845" y="2050329"/>
                  <a:ext cx="1342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インク 6">
                  <a:extLst>
                    <a:ext uri="{FF2B5EF4-FFF2-40B4-BE49-F238E27FC236}">
                      <a16:creationId xmlns:a16="http://schemas.microsoft.com/office/drawing/2014/main" id="{344DA4F8-D154-ADA6-1A80-890DB318D372}"/>
                    </a:ext>
                  </a:extLst>
                </p14:cNvPr>
                <p14:cNvContentPartPr/>
                <p14:nvPr/>
              </p14:nvContentPartPr>
              <p14:xfrm>
                <a:off x="9331125" y="2178849"/>
                <a:ext cx="106560" cy="46800"/>
              </p14:xfrm>
            </p:contentPart>
          </mc:Choice>
          <mc:Fallback>
            <p:pic>
              <p:nvPicPr>
                <p:cNvPr id="7" name="インク 6">
                  <a:extLst>
                    <a:ext uri="{FF2B5EF4-FFF2-40B4-BE49-F238E27FC236}">
                      <a16:creationId xmlns:a16="http://schemas.microsoft.com/office/drawing/2014/main" id="{344DA4F8-D154-ADA6-1A80-890DB318D37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322485" y="2170209"/>
                  <a:ext cx="1242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インク 7">
                  <a:extLst>
                    <a:ext uri="{FF2B5EF4-FFF2-40B4-BE49-F238E27FC236}">
                      <a16:creationId xmlns:a16="http://schemas.microsoft.com/office/drawing/2014/main" id="{A35FC008-FDB8-4111-3E65-26821AB0118B}"/>
                    </a:ext>
                  </a:extLst>
                </p14:cNvPr>
                <p14:cNvContentPartPr/>
                <p14:nvPr/>
              </p14:nvContentPartPr>
              <p14:xfrm>
                <a:off x="9344085" y="2324649"/>
                <a:ext cx="147960" cy="12600"/>
              </p14:xfrm>
            </p:contentPart>
          </mc:Choice>
          <mc:Fallback>
            <p:pic>
              <p:nvPicPr>
                <p:cNvPr id="8" name="インク 7">
                  <a:extLst>
                    <a:ext uri="{FF2B5EF4-FFF2-40B4-BE49-F238E27FC236}">
                      <a16:creationId xmlns:a16="http://schemas.microsoft.com/office/drawing/2014/main" id="{A35FC008-FDB8-4111-3E65-26821AB0118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335085" y="2315649"/>
                  <a:ext cx="1656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インク 8">
                  <a:extLst>
                    <a:ext uri="{FF2B5EF4-FFF2-40B4-BE49-F238E27FC236}">
                      <a16:creationId xmlns:a16="http://schemas.microsoft.com/office/drawing/2014/main" id="{6B8888DC-63EC-6D99-B48D-56C507170343}"/>
                    </a:ext>
                  </a:extLst>
                </p14:cNvPr>
                <p14:cNvContentPartPr/>
                <p14:nvPr/>
              </p14:nvContentPartPr>
              <p14:xfrm>
                <a:off x="9589605" y="2138889"/>
                <a:ext cx="70560" cy="67680"/>
              </p14:xfrm>
            </p:contentPart>
          </mc:Choice>
          <mc:Fallback>
            <p:pic>
              <p:nvPicPr>
                <p:cNvPr id="9" name="インク 8">
                  <a:extLst>
                    <a:ext uri="{FF2B5EF4-FFF2-40B4-BE49-F238E27FC236}">
                      <a16:creationId xmlns:a16="http://schemas.microsoft.com/office/drawing/2014/main" id="{6B8888DC-63EC-6D99-B48D-56C50717034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580605" y="2129889"/>
                  <a:ext cx="882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インク 9">
                  <a:extLst>
                    <a:ext uri="{FF2B5EF4-FFF2-40B4-BE49-F238E27FC236}">
                      <a16:creationId xmlns:a16="http://schemas.microsoft.com/office/drawing/2014/main" id="{CB083F6E-9563-9E08-1BD2-F043C621089B}"/>
                    </a:ext>
                  </a:extLst>
                </p14:cNvPr>
                <p14:cNvContentPartPr/>
                <p14:nvPr/>
              </p14:nvContentPartPr>
              <p14:xfrm>
                <a:off x="9676365" y="2106489"/>
                <a:ext cx="79920" cy="40320"/>
              </p14:xfrm>
            </p:contentPart>
          </mc:Choice>
          <mc:Fallback>
            <p:pic>
              <p:nvPicPr>
                <p:cNvPr id="10" name="インク 9">
                  <a:extLst>
                    <a:ext uri="{FF2B5EF4-FFF2-40B4-BE49-F238E27FC236}">
                      <a16:creationId xmlns:a16="http://schemas.microsoft.com/office/drawing/2014/main" id="{CB083F6E-9563-9E08-1BD2-F043C621089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667365" y="2097489"/>
                  <a:ext cx="975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インク 10">
                  <a:extLst>
                    <a:ext uri="{FF2B5EF4-FFF2-40B4-BE49-F238E27FC236}">
                      <a16:creationId xmlns:a16="http://schemas.microsoft.com/office/drawing/2014/main" id="{53006274-8421-5D4D-07B6-5AE4F4C456FC}"/>
                    </a:ext>
                  </a:extLst>
                </p14:cNvPr>
                <p14:cNvContentPartPr/>
                <p14:nvPr/>
              </p14:nvContentPartPr>
              <p14:xfrm>
                <a:off x="9768165" y="2100009"/>
                <a:ext cx="123120" cy="260280"/>
              </p14:xfrm>
            </p:contentPart>
          </mc:Choice>
          <mc:Fallback>
            <p:pic>
              <p:nvPicPr>
                <p:cNvPr id="11" name="インク 10">
                  <a:extLst>
                    <a:ext uri="{FF2B5EF4-FFF2-40B4-BE49-F238E27FC236}">
                      <a16:creationId xmlns:a16="http://schemas.microsoft.com/office/drawing/2014/main" id="{53006274-8421-5D4D-07B6-5AE4F4C456F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759165" y="2091369"/>
                  <a:ext cx="14076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インク 11">
                  <a:extLst>
                    <a:ext uri="{FF2B5EF4-FFF2-40B4-BE49-F238E27FC236}">
                      <a16:creationId xmlns:a16="http://schemas.microsoft.com/office/drawing/2014/main" id="{355843A4-75B3-4DE2-A352-0E4A84EEBF63}"/>
                    </a:ext>
                  </a:extLst>
                </p14:cNvPr>
                <p14:cNvContentPartPr/>
                <p14:nvPr/>
              </p14:nvContentPartPr>
              <p14:xfrm>
                <a:off x="9992085" y="2136009"/>
                <a:ext cx="189000" cy="61200"/>
              </p14:xfrm>
            </p:contentPart>
          </mc:Choice>
          <mc:Fallback>
            <p:pic>
              <p:nvPicPr>
                <p:cNvPr id="12" name="インク 11">
                  <a:extLst>
                    <a:ext uri="{FF2B5EF4-FFF2-40B4-BE49-F238E27FC236}">
                      <a16:creationId xmlns:a16="http://schemas.microsoft.com/office/drawing/2014/main" id="{355843A4-75B3-4DE2-A352-0E4A84EEBF6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983085" y="2127009"/>
                  <a:ext cx="2066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インク 12">
                  <a:extLst>
                    <a:ext uri="{FF2B5EF4-FFF2-40B4-BE49-F238E27FC236}">
                      <a16:creationId xmlns:a16="http://schemas.microsoft.com/office/drawing/2014/main" id="{6C93BA37-86AB-6A61-A185-21E642AF9A81}"/>
                    </a:ext>
                  </a:extLst>
                </p14:cNvPr>
                <p14:cNvContentPartPr/>
                <p14:nvPr/>
              </p14:nvContentPartPr>
              <p14:xfrm>
                <a:off x="10108365" y="2033409"/>
                <a:ext cx="46080" cy="308520"/>
              </p14:xfrm>
            </p:contentPart>
          </mc:Choice>
          <mc:Fallback>
            <p:pic>
              <p:nvPicPr>
                <p:cNvPr id="13" name="インク 12">
                  <a:extLst>
                    <a:ext uri="{FF2B5EF4-FFF2-40B4-BE49-F238E27FC236}">
                      <a16:creationId xmlns:a16="http://schemas.microsoft.com/office/drawing/2014/main" id="{6C93BA37-86AB-6A61-A185-21E642AF9A8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099365" y="2024409"/>
                  <a:ext cx="6372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インク 13">
                  <a:extLst>
                    <a:ext uri="{FF2B5EF4-FFF2-40B4-BE49-F238E27FC236}">
                      <a16:creationId xmlns:a16="http://schemas.microsoft.com/office/drawing/2014/main" id="{DA386DFE-E6D0-CD6B-63CF-78497BE11D9D}"/>
                    </a:ext>
                  </a:extLst>
                </p14:cNvPr>
                <p14:cNvContentPartPr/>
                <p14:nvPr/>
              </p14:nvContentPartPr>
              <p14:xfrm>
                <a:off x="9990285" y="2259849"/>
                <a:ext cx="43560" cy="76320"/>
              </p14:xfrm>
            </p:contentPart>
          </mc:Choice>
          <mc:Fallback>
            <p:pic>
              <p:nvPicPr>
                <p:cNvPr id="14" name="インク 13">
                  <a:extLst>
                    <a:ext uri="{FF2B5EF4-FFF2-40B4-BE49-F238E27FC236}">
                      <a16:creationId xmlns:a16="http://schemas.microsoft.com/office/drawing/2014/main" id="{DA386DFE-E6D0-CD6B-63CF-78497BE11D9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981645" y="2251209"/>
                  <a:ext cx="612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インク 14">
                  <a:extLst>
                    <a:ext uri="{FF2B5EF4-FFF2-40B4-BE49-F238E27FC236}">
                      <a16:creationId xmlns:a16="http://schemas.microsoft.com/office/drawing/2014/main" id="{36C09675-A65E-9662-EFC4-64C404BB50CA}"/>
                    </a:ext>
                  </a:extLst>
                </p14:cNvPr>
                <p14:cNvContentPartPr/>
                <p14:nvPr/>
              </p14:nvContentPartPr>
              <p14:xfrm>
                <a:off x="10196565" y="2262009"/>
                <a:ext cx="93600" cy="61560"/>
              </p14:xfrm>
            </p:contentPart>
          </mc:Choice>
          <mc:Fallback>
            <p:pic>
              <p:nvPicPr>
                <p:cNvPr id="15" name="インク 14">
                  <a:extLst>
                    <a:ext uri="{FF2B5EF4-FFF2-40B4-BE49-F238E27FC236}">
                      <a16:creationId xmlns:a16="http://schemas.microsoft.com/office/drawing/2014/main" id="{36C09675-A65E-9662-EFC4-64C404BB50C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187565" y="2253369"/>
                  <a:ext cx="1112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インク 15">
                  <a:extLst>
                    <a:ext uri="{FF2B5EF4-FFF2-40B4-BE49-F238E27FC236}">
                      <a16:creationId xmlns:a16="http://schemas.microsoft.com/office/drawing/2014/main" id="{D31113FC-C10D-BCB6-BA65-47646506756C}"/>
                    </a:ext>
                  </a:extLst>
                </p14:cNvPr>
                <p14:cNvContentPartPr/>
                <p14:nvPr/>
              </p14:nvContentPartPr>
              <p14:xfrm>
                <a:off x="10228965" y="2069049"/>
                <a:ext cx="23040" cy="34200"/>
              </p14:xfrm>
            </p:contentPart>
          </mc:Choice>
          <mc:Fallback>
            <p:pic>
              <p:nvPicPr>
                <p:cNvPr id="16" name="インク 15">
                  <a:extLst>
                    <a:ext uri="{FF2B5EF4-FFF2-40B4-BE49-F238E27FC236}">
                      <a16:creationId xmlns:a16="http://schemas.microsoft.com/office/drawing/2014/main" id="{D31113FC-C10D-BCB6-BA65-47646506756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219965" y="2060409"/>
                  <a:ext cx="406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インク 16">
                  <a:extLst>
                    <a:ext uri="{FF2B5EF4-FFF2-40B4-BE49-F238E27FC236}">
                      <a16:creationId xmlns:a16="http://schemas.microsoft.com/office/drawing/2014/main" id="{CE280392-C0F4-E24F-3760-CB11C562613E}"/>
                    </a:ext>
                  </a:extLst>
                </p14:cNvPr>
                <p14:cNvContentPartPr/>
                <p14:nvPr/>
              </p14:nvContentPartPr>
              <p14:xfrm>
                <a:off x="10271085" y="2045649"/>
                <a:ext cx="21240" cy="27000"/>
              </p14:xfrm>
            </p:contentPart>
          </mc:Choice>
          <mc:Fallback>
            <p:pic>
              <p:nvPicPr>
                <p:cNvPr id="17" name="インク 16">
                  <a:extLst>
                    <a:ext uri="{FF2B5EF4-FFF2-40B4-BE49-F238E27FC236}">
                      <a16:creationId xmlns:a16="http://schemas.microsoft.com/office/drawing/2014/main" id="{CE280392-C0F4-E24F-3760-CB11C562613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262445" y="2036649"/>
                  <a:ext cx="388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インク 17">
                  <a:extLst>
                    <a:ext uri="{FF2B5EF4-FFF2-40B4-BE49-F238E27FC236}">
                      <a16:creationId xmlns:a16="http://schemas.microsoft.com/office/drawing/2014/main" id="{23E3954B-082B-C856-EFAB-FF1E5AB7FEEC}"/>
                    </a:ext>
                  </a:extLst>
                </p14:cNvPr>
                <p14:cNvContentPartPr/>
                <p14:nvPr/>
              </p14:nvContentPartPr>
              <p14:xfrm>
                <a:off x="10444605" y="2004969"/>
                <a:ext cx="135720" cy="373680"/>
              </p14:xfrm>
            </p:contentPart>
          </mc:Choice>
          <mc:Fallback>
            <p:pic>
              <p:nvPicPr>
                <p:cNvPr id="18" name="インク 17">
                  <a:extLst>
                    <a:ext uri="{FF2B5EF4-FFF2-40B4-BE49-F238E27FC236}">
                      <a16:creationId xmlns:a16="http://schemas.microsoft.com/office/drawing/2014/main" id="{23E3954B-082B-C856-EFAB-FF1E5AB7FEE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435965" y="1995969"/>
                  <a:ext cx="15336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インク 18">
                  <a:extLst>
                    <a:ext uri="{FF2B5EF4-FFF2-40B4-BE49-F238E27FC236}">
                      <a16:creationId xmlns:a16="http://schemas.microsoft.com/office/drawing/2014/main" id="{793EFA19-A908-DB90-8417-BB2AAF40D887}"/>
                    </a:ext>
                  </a:extLst>
                </p14:cNvPr>
                <p14:cNvContentPartPr/>
                <p14:nvPr/>
              </p14:nvContentPartPr>
              <p14:xfrm>
                <a:off x="10427685" y="2204049"/>
                <a:ext cx="118080" cy="21600"/>
              </p14:xfrm>
            </p:contentPart>
          </mc:Choice>
          <mc:Fallback>
            <p:pic>
              <p:nvPicPr>
                <p:cNvPr id="19" name="インク 18">
                  <a:extLst>
                    <a:ext uri="{FF2B5EF4-FFF2-40B4-BE49-F238E27FC236}">
                      <a16:creationId xmlns:a16="http://schemas.microsoft.com/office/drawing/2014/main" id="{793EFA19-A908-DB90-8417-BB2AAF40D88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418685" y="2195409"/>
                  <a:ext cx="1357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0" name="インク 19">
                  <a:extLst>
                    <a:ext uri="{FF2B5EF4-FFF2-40B4-BE49-F238E27FC236}">
                      <a16:creationId xmlns:a16="http://schemas.microsoft.com/office/drawing/2014/main" id="{90665D00-3235-7C60-0CF8-DAB8DA0E4DC1}"/>
                    </a:ext>
                  </a:extLst>
                </p14:cNvPr>
                <p14:cNvContentPartPr/>
                <p14:nvPr/>
              </p14:nvContentPartPr>
              <p14:xfrm>
                <a:off x="10714605" y="2124489"/>
                <a:ext cx="135360" cy="39240"/>
              </p14:xfrm>
            </p:contentPart>
          </mc:Choice>
          <mc:Fallback>
            <p:pic>
              <p:nvPicPr>
                <p:cNvPr id="20" name="インク 19">
                  <a:extLst>
                    <a:ext uri="{FF2B5EF4-FFF2-40B4-BE49-F238E27FC236}">
                      <a16:creationId xmlns:a16="http://schemas.microsoft.com/office/drawing/2014/main" id="{90665D00-3235-7C60-0CF8-DAB8DA0E4DC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705605" y="2115489"/>
                  <a:ext cx="1530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1" name="インク 20">
                  <a:extLst>
                    <a:ext uri="{FF2B5EF4-FFF2-40B4-BE49-F238E27FC236}">
                      <a16:creationId xmlns:a16="http://schemas.microsoft.com/office/drawing/2014/main" id="{CBFD7099-1FB2-3C48-FCA6-C61F46D0D373}"/>
                    </a:ext>
                  </a:extLst>
                </p14:cNvPr>
                <p14:cNvContentPartPr/>
                <p14:nvPr/>
              </p14:nvContentPartPr>
              <p14:xfrm>
                <a:off x="10833765" y="2274249"/>
                <a:ext cx="256680" cy="60480"/>
              </p14:xfrm>
            </p:contentPart>
          </mc:Choice>
          <mc:Fallback>
            <p:pic>
              <p:nvPicPr>
                <p:cNvPr id="21" name="インク 20">
                  <a:extLst>
                    <a:ext uri="{FF2B5EF4-FFF2-40B4-BE49-F238E27FC236}">
                      <a16:creationId xmlns:a16="http://schemas.microsoft.com/office/drawing/2014/main" id="{CBFD7099-1FB2-3C48-FCA6-C61F46D0D37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824765" y="2265609"/>
                  <a:ext cx="274320" cy="7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5CE6A6D1-BEA8-9A05-EF5F-682854D491F0}"/>
              </a:ext>
            </a:extLst>
          </p:cNvPr>
          <p:cNvGrpSpPr/>
          <p:nvPr/>
        </p:nvGrpSpPr>
        <p:grpSpPr>
          <a:xfrm>
            <a:off x="4160805" y="1721649"/>
            <a:ext cx="1200600" cy="839880"/>
            <a:chOff x="4160805" y="1721649"/>
            <a:chExt cx="1200600" cy="83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3" name="インク 22">
                  <a:extLst>
                    <a:ext uri="{FF2B5EF4-FFF2-40B4-BE49-F238E27FC236}">
                      <a16:creationId xmlns:a16="http://schemas.microsoft.com/office/drawing/2014/main" id="{ABB23D69-A57E-C5AB-24C1-D5949B41C935}"/>
                    </a:ext>
                  </a:extLst>
                </p14:cNvPr>
                <p14:cNvContentPartPr/>
                <p14:nvPr/>
              </p14:nvContentPartPr>
              <p14:xfrm>
                <a:off x="4160805" y="2145369"/>
                <a:ext cx="474840" cy="416160"/>
              </p14:xfrm>
            </p:contentPart>
          </mc:Choice>
          <mc:Fallback>
            <p:pic>
              <p:nvPicPr>
                <p:cNvPr id="23" name="インク 22">
                  <a:extLst>
                    <a:ext uri="{FF2B5EF4-FFF2-40B4-BE49-F238E27FC236}">
                      <a16:creationId xmlns:a16="http://schemas.microsoft.com/office/drawing/2014/main" id="{ABB23D69-A57E-C5AB-24C1-D5949B41C93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152165" y="2136729"/>
                  <a:ext cx="49248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インク 23">
                  <a:extLst>
                    <a:ext uri="{FF2B5EF4-FFF2-40B4-BE49-F238E27FC236}">
                      <a16:creationId xmlns:a16="http://schemas.microsoft.com/office/drawing/2014/main" id="{14D28C97-8168-7C59-F396-AA44021A793D}"/>
                    </a:ext>
                  </a:extLst>
                </p14:cNvPr>
                <p14:cNvContentPartPr/>
                <p14:nvPr/>
              </p14:nvContentPartPr>
              <p14:xfrm>
                <a:off x="4404525" y="1879689"/>
                <a:ext cx="246600" cy="343800"/>
              </p14:xfrm>
            </p:contentPart>
          </mc:Choice>
          <mc:Fallback>
            <p:pic>
              <p:nvPicPr>
                <p:cNvPr id="24" name="インク 23">
                  <a:extLst>
                    <a:ext uri="{FF2B5EF4-FFF2-40B4-BE49-F238E27FC236}">
                      <a16:creationId xmlns:a16="http://schemas.microsoft.com/office/drawing/2014/main" id="{14D28C97-8168-7C59-F396-AA44021A793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395525" y="1870689"/>
                  <a:ext cx="26424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6" name="インク 25">
                  <a:extLst>
                    <a:ext uri="{FF2B5EF4-FFF2-40B4-BE49-F238E27FC236}">
                      <a16:creationId xmlns:a16="http://schemas.microsoft.com/office/drawing/2014/main" id="{A06B8160-B658-73D2-543E-09F8B7053659}"/>
                    </a:ext>
                  </a:extLst>
                </p14:cNvPr>
                <p14:cNvContentPartPr/>
                <p14:nvPr/>
              </p14:nvContentPartPr>
              <p14:xfrm>
                <a:off x="4780005" y="1721649"/>
                <a:ext cx="186480" cy="381960"/>
              </p14:xfrm>
            </p:contentPart>
          </mc:Choice>
          <mc:Fallback>
            <p:pic>
              <p:nvPicPr>
                <p:cNvPr id="26" name="インク 25">
                  <a:extLst>
                    <a:ext uri="{FF2B5EF4-FFF2-40B4-BE49-F238E27FC236}">
                      <a16:creationId xmlns:a16="http://schemas.microsoft.com/office/drawing/2014/main" id="{A06B8160-B658-73D2-543E-09F8B705365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771005" y="1713009"/>
                  <a:ext cx="20412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7" name="インク 26">
                  <a:extLst>
                    <a:ext uri="{FF2B5EF4-FFF2-40B4-BE49-F238E27FC236}">
                      <a16:creationId xmlns:a16="http://schemas.microsoft.com/office/drawing/2014/main" id="{E3EB4A9A-79D6-4529-35F2-C9A4F61C9EB6}"/>
                    </a:ext>
                  </a:extLst>
                </p14:cNvPr>
                <p14:cNvContentPartPr/>
                <p14:nvPr/>
              </p14:nvContentPartPr>
              <p14:xfrm>
                <a:off x="4832205" y="1891929"/>
                <a:ext cx="98640" cy="22680"/>
              </p14:xfrm>
            </p:contentPart>
          </mc:Choice>
          <mc:Fallback>
            <p:pic>
              <p:nvPicPr>
                <p:cNvPr id="27" name="インク 26">
                  <a:extLst>
                    <a:ext uri="{FF2B5EF4-FFF2-40B4-BE49-F238E27FC236}">
                      <a16:creationId xmlns:a16="http://schemas.microsoft.com/office/drawing/2014/main" id="{E3EB4A9A-79D6-4529-35F2-C9A4F61C9EB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823205" y="1882929"/>
                  <a:ext cx="1162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8" name="インク 27">
                  <a:extLst>
                    <a:ext uri="{FF2B5EF4-FFF2-40B4-BE49-F238E27FC236}">
                      <a16:creationId xmlns:a16="http://schemas.microsoft.com/office/drawing/2014/main" id="{54BC283A-5134-D27D-0E0A-03F039B146C6}"/>
                    </a:ext>
                  </a:extLst>
                </p14:cNvPr>
                <p14:cNvContentPartPr/>
                <p14:nvPr/>
              </p14:nvContentPartPr>
              <p14:xfrm>
                <a:off x="5031645" y="1831449"/>
                <a:ext cx="184680" cy="218880"/>
              </p14:xfrm>
            </p:contentPart>
          </mc:Choice>
          <mc:Fallback>
            <p:pic>
              <p:nvPicPr>
                <p:cNvPr id="28" name="インク 27">
                  <a:extLst>
                    <a:ext uri="{FF2B5EF4-FFF2-40B4-BE49-F238E27FC236}">
                      <a16:creationId xmlns:a16="http://schemas.microsoft.com/office/drawing/2014/main" id="{54BC283A-5134-D27D-0E0A-03F039B146C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022645" y="1822809"/>
                  <a:ext cx="2023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9" name="インク 28">
                  <a:extLst>
                    <a:ext uri="{FF2B5EF4-FFF2-40B4-BE49-F238E27FC236}">
                      <a16:creationId xmlns:a16="http://schemas.microsoft.com/office/drawing/2014/main" id="{2D9D8A2F-BD51-3AE5-05BB-B2E92D360C9C}"/>
                    </a:ext>
                  </a:extLst>
                </p14:cNvPr>
                <p14:cNvContentPartPr/>
                <p14:nvPr/>
              </p14:nvContentPartPr>
              <p14:xfrm>
                <a:off x="5245485" y="1778169"/>
                <a:ext cx="50040" cy="46800"/>
              </p14:xfrm>
            </p:contentPart>
          </mc:Choice>
          <mc:Fallback>
            <p:pic>
              <p:nvPicPr>
                <p:cNvPr id="29" name="インク 28">
                  <a:extLst>
                    <a:ext uri="{FF2B5EF4-FFF2-40B4-BE49-F238E27FC236}">
                      <a16:creationId xmlns:a16="http://schemas.microsoft.com/office/drawing/2014/main" id="{2D9D8A2F-BD51-3AE5-05BB-B2E92D360C9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236485" y="1769529"/>
                  <a:ext cx="676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0" name="インク 29">
                  <a:extLst>
                    <a:ext uri="{FF2B5EF4-FFF2-40B4-BE49-F238E27FC236}">
                      <a16:creationId xmlns:a16="http://schemas.microsoft.com/office/drawing/2014/main" id="{DDFC33C0-D0DE-4756-FA9C-A16E9A6BA43B}"/>
                    </a:ext>
                  </a:extLst>
                </p14:cNvPr>
                <p14:cNvContentPartPr/>
                <p14:nvPr/>
              </p14:nvContentPartPr>
              <p14:xfrm>
                <a:off x="5320725" y="1759089"/>
                <a:ext cx="40680" cy="41760"/>
              </p14:xfrm>
            </p:contentPart>
          </mc:Choice>
          <mc:Fallback>
            <p:pic>
              <p:nvPicPr>
                <p:cNvPr id="30" name="インク 29">
                  <a:extLst>
                    <a:ext uri="{FF2B5EF4-FFF2-40B4-BE49-F238E27FC236}">
                      <a16:creationId xmlns:a16="http://schemas.microsoft.com/office/drawing/2014/main" id="{DDFC33C0-D0DE-4756-FA9C-A16E9A6BA43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312085" y="1750449"/>
                  <a:ext cx="58320" cy="5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32" name="インク 31">
                <a:extLst>
                  <a:ext uri="{FF2B5EF4-FFF2-40B4-BE49-F238E27FC236}">
                    <a16:creationId xmlns:a16="http://schemas.microsoft.com/office/drawing/2014/main" id="{DCC34AE8-BF3C-537D-B96A-BCF7DBCE9ED8}"/>
                  </a:ext>
                </a:extLst>
              </p14:cNvPr>
              <p14:cNvContentPartPr/>
              <p14:nvPr/>
            </p14:nvContentPartPr>
            <p14:xfrm>
              <a:off x="4777485" y="3092169"/>
              <a:ext cx="711000" cy="529560"/>
            </p14:xfrm>
          </p:contentPart>
        </mc:Choice>
        <mc:Fallback>
          <p:pic>
            <p:nvPicPr>
              <p:cNvPr id="32" name="インク 31">
                <a:extLst>
                  <a:ext uri="{FF2B5EF4-FFF2-40B4-BE49-F238E27FC236}">
                    <a16:creationId xmlns:a16="http://schemas.microsoft.com/office/drawing/2014/main" id="{DCC34AE8-BF3C-537D-B96A-BCF7DBCE9ED8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4768485" y="3083169"/>
                <a:ext cx="728640" cy="54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33" name="インク 32">
                <a:extLst>
                  <a:ext uri="{FF2B5EF4-FFF2-40B4-BE49-F238E27FC236}">
                    <a16:creationId xmlns:a16="http://schemas.microsoft.com/office/drawing/2014/main" id="{0DD1FEB2-8D1E-BA64-B11E-680575FD0881}"/>
                  </a:ext>
                </a:extLst>
              </p14:cNvPr>
              <p14:cNvContentPartPr/>
              <p14:nvPr/>
            </p14:nvContentPartPr>
            <p14:xfrm>
              <a:off x="6921645" y="4455849"/>
              <a:ext cx="606600" cy="482760"/>
            </p14:xfrm>
          </p:contentPart>
        </mc:Choice>
        <mc:Fallback>
          <p:pic>
            <p:nvPicPr>
              <p:cNvPr id="33" name="インク 32">
                <a:extLst>
                  <a:ext uri="{FF2B5EF4-FFF2-40B4-BE49-F238E27FC236}">
                    <a16:creationId xmlns:a16="http://schemas.microsoft.com/office/drawing/2014/main" id="{0DD1FEB2-8D1E-BA64-B11E-680575FD0881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912645" y="4446849"/>
                <a:ext cx="624240" cy="50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34" name="インク 33">
                <a:extLst>
                  <a:ext uri="{FF2B5EF4-FFF2-40B4-BE49-F238E27FC236}">
                    <a16:creationId xmlns:a16="http://schemas.microsoft.com/office/drawing/2014/main" id="{72549CA2-3312-7DF3-002F-B1E80405DAA4}"/>
                  </a:ext>
                </a:extLst>
              </p14:cNvPr>
              <p14:cNvContentPartPr/>
              <p14:nvPr/>
            </p14:nvContentPartPr>
            <p14:xfrm>
              <a:off x="5188245" y="6689289"/>
              <a:ext cx="621720" cy="489960"/>
            </p14:xfrm>
          </p:contentPart>
        </mc:Choice>
        <mc:Fallback>
          <p:pic>
            <p:nvPicPr>
              <p:cNvPr id="34" name="インク 33">
                <a:extLst>
                  <a:ext uri="{FF2B5EF4-FFF2-40B4-BE49-F238E27FC236}">
                    <a16:creationId xmlns:a16="http://schemas.microsoft.com/office/drawing/2014/main" id="{72549CA2-3312-7DF3-002F-B1E80405DAA4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5179245" y="6680649"/>
                <a:ext cx="639360" cy="50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1E246250-81B6-3A53-C65D-E8F113DA47A6}"/>
              </a:ext>
            </a:extLst>
          </p:cNvPr>
          <p:cNvGrpSpPr/>
          <p:nvPr/>
        </p:nvGrpSpPr>
        <p:grpSpPr>
          <a:xfrm>
            <a:off x="8902005" y="4346769"/>
            <a:ext cx="1585800" cy="384840"/>
            <a:chOff x="8902005" y="4346769"/>
            <a:chExt cx="1585800" cy="38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5" name="インク 34">
                  <a:extLst>
                    <a:ext uri="{FF2B5EF4-FFF2-40B4-BE49-F238E27FC236}">
                      <a16:creationId xmlns:a16="http://schemas.microsoft.com/office/drawing/2014/main" id="{E0F331D7-625A-4975-D051-CDF997EF1C68}"/>
                    </a:ext>
                  </a:extLst>
                </p14:cNvPr>
                <p14:cNvContentPartPr/>
                <p14:nvPr/>
              </p14:nvContentPartPr>
              <p14:xfrm>
                <a:off x="9056445" y="4411929"/>
                <a:ext cx="273600" cy="162720"/>
              </p14:xfrm>
            </p:contentPart>
          </mc:Choice>
          <mc:Fallback>
            <p:pic>
              <p:nvPicPr>
                <p:cNvPr id="35" name="インク 34">
                  <a:extLst>
                    <a:ext uri="{FF2B5EF4-FFF2-40B4-BE49-F238E27FC236}">
                      <a16:creationId xmlns:a16="http://schemas.microsoft.com/office/drawing/2014/main" id="{E0F331D7-625A-4975-D051-CDF997EF1C6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047445" y="4402929"/>
                  <a:ext cx="2912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6" name="インク 35">
                  <a:extLst>
                    <a:ext uri="{FF2B5EF4-FFF2-40B4-BE49-F238E27FC236}">
                      <a16:creationId xmlns:a16="http://schemas.microsoft.com/office/drawing/2014/main" id="{79B42340-FD60-3BD2-E311-47BBF09006AD}"/>
                    </a:ext>
                  </a:extLst>
                </p14:cNvPr>
                <p14:cNvContentPartPr/>
                <p14:nvPr/>
              </p14:nvContentPartPr>
              <p14:xfrm>
                <a:off x="9164085" y="4553409"/>
                <a:ext cx="123480" cy="178200"/>
              </p14:xfrm>
            </p:contentPart>
          </mc:Choice>
          <mc:Fallback>
            <p:pic>
              <p:nvPicPr>
                <p:cNvPr id="36" name="インク 35">
                  <a:extLst>
                    <a:ext uri="{FF2B5EF4-FFF2-40B4-BE49-F238E27FC236}">
                      <a16:creationId xmlns:a16="http://schemas.microsoft.com/office/drawing/2014/main" id="{79B42340-FD60-3BD2-E311-47BBF09006A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155085" y="4544769"/>
                  <a:ext cx="1411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7" name="インク 36">
                  <a:extLst>
                    <a:ext uri="{FF2B5EF4-FFF2-40B4-BE49-F238E27FC236}">
                      <a16:creationId xmlns:a16="http://schemas.microsoft.com/office/drawing/2014/main" id="{4035C92D-6E2D-942B-A3DF-64A2438A63F2}"/>
                    </a:ext>
                  </a:extLst>
                </p14:cNvPr>
                <p14:cNvContentPartPr/>
                <p14:nvPr/>
              </p14:nvContentPartPr>
              <p14:xfrm>
                <a:off x="9419325" y="4370169"/>
                <a:ext cx="171720" cy="223560"/>
              </p14:xfrm>
            </p:contentPart>
          </mc:Choice>
          <mc:Fallback>
            <p:pic>
              <p:nvPicPr>
                <p:cNvPr id="37" name="インク 36">
                  <a:extLst>
                    <a:ext uri="{FF2B5EF4-FFF2-40B4-BE49-F238E27FC236}">
                      <a16:creationId xmlns:a16="http://schemas.microsoft.com/office/drawing/2014/main" id="{4035C92D-6E2D-942B-A3DF-64A2438A63F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410685" y="4361529"/>
                  <a:ext cx="18936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8" name="インク 37">
                  <a:extLst>
                    <a:ext uri="{FF2B5EF4-FFF2-40B4-BE49-F238E27FC236}">
                      <a16:creationId xmlns:a16="http://schemas.microsoft.com/office/drawing/2014/main" id="{D8C3E070-3DBE-2B1B-5880-7274E180E329}"/>
                    </a:ext>
                  </a:extLst>
                </p14:cNvPr>
                <p14:cNvContentPartPr/>
                <p14:nvPr/>
              </p14:nvContentPartPr>
              <p14:xfrm>
                <a:off x="9527685" y="4512369"/>
                <a:ext cx="62280" cy="183240"/>
              </p14:xfrm>
            </p:contentPart>
          </mc:Choice>
          <mc:Fallback>
            <p:pic>
              <p:nvPicPr>
                <p:cNvPr id="38" name="インク 37">
                  <a:extLst>
                    <a:ext uri="{FF2B5EF4-FFF2-40B4-BE49-F238E27FC236}">
                      <a16:creationId xmlns:a16="http://schemas.microsoft.com/office/drawing/2014/main" id="{D8C3E070-3DBE-2B1B-5880-7274E180E32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519045" y="4503729"/>
                  <a:ext cx="799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9" name="インク 38">
                  <a:extLst>
                    <a:ext uri="{FF2B5EF4-FFF2-40B4-BE49-F238E27FC236}">
                      <a16:creationId xmlns:a16="http://schemas.microsoft.com/office/drawing/2014/main" id="{67940C59-885C-BA61-EE98-3C013C53DD3A}"/>
                    </a:ext>
                  </a:extLst>
                </p14:cNvPr>
                <p14:cNvContentPartPr/>
                <p14:nvPr/>
              </p14:nvContentPartPr>
              <p14:xfrm>
                <a:off x="9758085" y="4346769"/>
                <a:ext cx="207360" cy="281160"/>
              </p14:xfrm>
            </p:contentPart>
          </mc:Choice>
          <mc:Fallback>
            <p:pic>
              <p:nvPicPr>
                <p:cNvPr id="39" name="インク 38">
                  <a:extLst>
                    <a:ext uri="{FF2B5EF4-FFF2-40B4-BE49-F238E27FC236}">
                      <a16:creationId xmlns:a16="http://schemas.microsoft.com/office/drawing/2014/main" id="{67940C59-885C-BA61-EE98-3C013C53DD3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749445" y="4337769"/>
                  <a:ext cx="22500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0" name="インク 39">
                  <a:extLst>
                    <a:ext uri="{FF2B5EF4-FFF2-40B4-BE49-F238E27FC236}">
                      <a16:creationId xmlns:a16="http://schemas.microsoft.com/office/drawing/2014/main" id="{823D4E87-F1C3-2BFC-D863-D17416B12E68}"/>
                    </a:ext>
                  </a:extLst>
                </p14:cNvPr>
                <p14:cNvContentPartPr/>
                <p14:nvPr/>
              </p14:nvContentPartPr>
              <p14:xfrm>
                <a:off x="9748005" y="4621449"/>
                <a:ext cx="205560" cy="23760"/>
              </p14:xfrm>
            </p:contentPart>
          </mc:Choice>
          <mc:Fallback>
            <p:pic>
              <p:nvPicPr>
                <p:cNvPr id="40" name="インク 39">
                  <a:extLst>
                    <a:ext uri="{FF2B5EF4-FFF2-40B4-BE49-F238E27FC236}">
                      <a16:creationId xmlns:a16="http://schemas.microsoft.com/office/drawing/2014/main" id="{823D4E87-F1C3-2BFC-D863-D17416B12E6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739365" y="4612809"/>
                  <a:ext cx="2232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1" name="インク 40">
                  <a:extLst>
                    <a:ext uri="{FF2B5EF4-FFF2-40B4-BE49-F238E27FC236}">
                      <a16:creationId xmlns:a16="http://schemas.microsoft.com/office/drawing/2014/main" id="{9CB9613E-7879-5560-1B58-E7D41B7624CA}"/>
                    </a:ext>
                  </a:extLst>
                </p14:cNvPr>
                <p14:cNvContentPartPr/>
                <p14:nvPr/>
              </p14:nvContentPartPr>
              <p14:xfrm>
                <a:off x="10131045" y="4386009"/>
                <a:ext cx="110160" cy="40680"/>
              </p14:xfrm>
            </p:contentPart>
          </mc:Choice>
          <mc:Fallback>
            <p:pic>
              <p:nvPicPr>
                <p:cNvPr id="41" name="インク 40">
                  <a:extLst>
                    <a:ext uri="{FF2B5EF4-FFF2-40B4-BE49-F238E27FC236}">
                      <a16:creationId xmlns:a16="http://schemas.microsoft.com/office/drawing/2014/main" id="{9CB9613E-7879-5560-1B58-E7D41B7624C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122405" y="4377369"/>
                  <a:ext cx="1278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2" name="インク 41">
                  <a:extLst>
                    <a:ext uri="{FF2B5EF4-FFF2-40B4-BE49-F238E27FC236}">
                      <a16:creationId xmlns:a16="http://schemas.microsoft.com/office/drawing/2014/main" id="{D6189812-7336-7DB0-5F66-84919022025E}"/>
                    </a:ext>
                  </a:extLst>
                </p14:cNvPr>
                <p14:cNvContentPartPr/>
                <p14:nvPr/>
              </p14:nvContentPartPr>
              <p14:xfrm>
                <a:off x="10210245" y="4528209"/>
                <a:ext cx="277560" cy="99720"/>
              </p14:xfrm>
            </p:contentPart>
          </mc:Choice>
          <mc:Fallback>
            <p:pic>
              <p:nvPicPr>
                <p:cNvPr id="42" name="インク 41">
                  <a:extLst>
                    <a:ext uri="{FF2B5EF4-FFF2-40B4-BE49-F238E27FC236}">
                      <a16:creationId xmlns:a16="http://schemas.microsoft.com/office/drawing/2014/main" id="{D6189812-7336-7DB0-5F66-84919022025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201245" y="4519569"/>
                  <a:ext cx="2952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3" name="インク 42">
                  <a:extLst>
                    <a:ext uri="{FF2B5EF4-FFF2-40B4-BE49-F238E27FC236}">
                      <a16:creationId xmlns:a16="http://schemas.microsoft.com/office/drawing/2014/main" id="{3D249F67-8CE4-174D-11C2-5EDFE17173DB}"/>
                    </a:ext>
                  </a:extLst>
                </p14:cNvPr>
                <p14:cNvContentPartPr/>
                <p14:nvPr/>
              </p14:nvContentPartPr>
              <p14:xfrm>
                <a:off x="8902005" y="4642329"/>
                <a:ext cx="19080" cy="7560"/>
              </p14:xfrm>
            </p:contentPart>
          </mc:Choice>
          <mc:Fallback>
            <p:pic>
              <p:nvPicPr>
                <p:cNvPr id="43" name="インク 42">
                  <a:extLst>
                    <a:ext uri="{FF2B5EF4-FFF2-40B4-BE49-F238E27FC236}">
                      <a16:creationId xmlns:a16="http://schemas.microsoft.com/office/drawing/2014/main" id="{3D249F67-8CE4-174D-11C2-5EDFE17173D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893365" y="4633329"/>
                  <a:ext cx="36720" cy="2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44" name="インク 43">
                <a:extLst>
                  <a:ext uri="{FF2B5EF4-FFF2-40B4-BE49-F238E27FC236}">
                    <a16:creationId xmlns:a16="http://schemas.microsoft.com/office/drawing/2014/main" id="{26515BBF-C92D-FE72-3D4F-D2DF6F78B022}"/>
                  </a:ext>
                </a:extLst>
              </p14:cNvPr>
              <p14:cNvContentPartPr/>
              <p14:nvPr/>
            </p14:nvContentPartPr>
            <p14:xfrm>
              <a:off x="8917125" y="5253609"/>
              <a:ext cx="30240" cy="16920"/>
            </p14:xfrm>
          </p:contentPart>
        </mc:Choice>
        <mc:Fallback>
          <p:pic>
            <p:nvPicPr>
              <p:cNvPr id="44" name="インク 43">
                <a:extLst>
                  <a:ext uri="{FF2B5EF4-FFF2-40B4-BE49-F238E27FC236}">
                    <a16:creationId xmlns:a16="http://schemas.microsoft.com/office/drawing/2014/main" id="{26515BBF-C92D-FE72-3D4F-D2DF6F78B022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8908485" y="5244969"/>
                <a:ext cx="47880" cy="3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グループ化 50">
            <a:extLst>
              <a:ext uri="{FF2B5EF4-FFF2-40B4-BE49-F238E27FC236}">
                <a16:creationId xmlns:a16="http://schemas.microsoft.com/office/drawing/2014/main" id="{604EF730-5928-710E-88D7-36EBD83F5BD7}"/>
              </a:ext>
            </a:extLst>
          </p:cNvPr>
          <p:cNvGrpSpPr/>
          <p:nvPr/>
        </p:nvGrpSpPr>
        <p:grpSpPr>
          <a:xfrm>
            <a:off x="9247965" y="5009889"/>
            <a:ext cx="669960" cy="436320"/>
            <a:chOff x="9247965" y="5009889"/>
            <a:chExt cx="669960" cy="43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6" name="インク 45">
                  <a:extLst>
                    <a:ext uri="{FF2B5EF4-FFF2-40B4-BE49-F238E27FC236}">
                      <a16:creationId xmlns:a16="http://schemas.microsoft.com/office/drawing/2014/main" id="{5687BAB8-B971-8883-7965-3ABB8EDDA01B}"/>
                    </a:ext>
                  </a:extLst>
                </p14:cNvPr>
                <p14:cNvContentPartPr/>
                <p14:nvPr/>
              </p14:nvContentPartPr>
              <p14:xfrm>
                <a:off x="9247965" y="5009889"/>
                <a:ext cx="175680" cy="436320"/>
              </p14:xfrm>
            </p:contentPart>
          </mc:Choice>
          <mc:Fallback>
            <p:pic>
              <p:nvPicPr>
                <p:cNvPr id="46" name="インク 45">
                  <a:extLst>
                    <a:ext uri="{FF2B5EF4-FFF2-40B4-BE49-F238E27FC236}">
                      <a16:creationId xmlns:a16="http://schemas.microsoft.com/office/drawing/2014/main" id="{5687BAB8-B971-8883-7965-3ABB8EDDA01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238965" y="5000889"/>
                  <a:ext cx="19332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7" name="インク 46">
                  <a:extLst>
                    <a:ext uri="{FF2B5EF4-FFF2-40B4-BE49-F238E27FC236}">
                      <a16:creationId xmlns:a16="http://schemas.microsoft.com/office/drawing/2014/main" id="{1D8725D9-A023-E201-9990-4954A12FF01F}"/>
                    </a:ext>
                  </a:extLst>
                </p14:cNvPr>
                <p14:cNvContentPartPr/>
                <p14:nvPr/>
              </p14:nvContentPartPr>
              <p14:xfrm>
                <a:off x="9255165" y="5243889"/>
                <a:ext cx="146160" cy="18360"/>
              </p14:xfrm>
            </p:contentPart>
          </mc:Choice>
          <mc:Fallback>
            <p:pic>
              <p:nvPicPr>
                <p:cNvPr id="47" name="インク 46">
                  <a:extLst>
                    <a:ext uri="{FF2B5EF4-FFF2-40B4-BE49-F238E27FC236}">
                      <a16:creationId xmlns:a16="http://schemas.microsoft.com/office/drawing/2014/main" id="{1D8725D9-A023-E201-9990-4954A12FF01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246165" y="5235249"/>
                  <a:ext cx="163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8" name="インク 47">
                  <a:extLst>
                    <a:ext uri="{FF2B5EF4-FFF2-40B4-BE49-F238E27FC236}">
                      <a16:creationId xmlns:a16="http://schemas.microsoft.com/office/drawing/2014/main" id="{65C6A967-A8C9-CCBC-D0DA-65918B5B0B41}"/>
                    </a:ext>
                  </a:extLst>
                </p14:cNvPr>
                <p14:cNvContentPartPr/>
                <p14:nvPr/>
              </p14:nvContentPartPr>
              <p14:xfrm>
                <a:off x="9547845" y="5196729"/>
                <a:ext cx="182160" cy="222480"/>
              </p14:xfrm>
            </p:contentPart>
          </mc:Choice>
          <mc:Fallback>
            <p:pic>
              <p:nvPicPr>
                <p:cNvPr id="48" name="インク 47">
                  <a:extLst>
                    <a:ext uri="{FF2B5EF4-FFF2-40B4-BE49-F238E27FC236}">
                      <a16:creationId xmlns:a16="http://schemas.microsoft.com/office/drawing/2014/main" id="{65C6A967-A8C9-CCBC-D0DA-65918B5B0B4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539205" y="5187729"/>
                  <a:ext cx="1998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9" name="インク 48">
                  <a:extLst>
                    <a:ext uri="{FF2B5EF4-FFF2-40B4-BE49-F238E27FC236}">
                      <a16:creationId xmlns:a16="http://schemas.microsoft.com/office/drawing/2014/main" id="{C9FC378A-9053-9206-8161-7A5C6D5AFB07}"/>
                    </a:ext>
                  </a:extLst>
                </p14:cNvPr>
                <p14:cNvContentPartPr/>
                <p14:nvPr/>
              </p14:nvContentPartPr>
              <p14:xfrm>
                <a:off x="9807045" y="5130489"/>
                <a:ext cx="46440" cy="64800"/>
              </p14:xfrm>
            </p:contentPart>
          </mc:Choice>
          <mc:Fallback>
            <p:pic>
              <p:nvPicPr>
                <p:cNvPr id="49" name="インク 48">
                  <a:extLst>
                    <a:ext uri="{FF2B5EF4-FFF2-40B4-BE49-F238E27FC236}">
                      <a16:creationId xmlns:a16="http://schemas.microsoft.com/office/drawing/2014/main" id="{C9FC378A-9053-9206-8161-7A5C6D5AFB0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798045" y="5121849"/>
                  <a:ext cx="640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0" name="インク 49">
                  <a:extLst>
                    <a:ext uri="{FF2B5EF4-FFF2-40B4-BE49-F238E27FC236}">
                      <a16:creationId xmlns:a16="http://schemas.microsoft.com/office/drawing/2014/main" id="{EE418709-45AE-1678-266F-E738E2117D5C}"/>
                    </a:ext>
                  </a:extLst>
                </p14:cNvPr>
                <p14:cNvContentPartPr/>
                <p14:nvPr/>
              </p14:nvContentPartPr>
              <p14:xfrm>
                <a:off x="9885165" y="5145249"/>
                <a:ext cx="32760" cy="59760"/>
              </p14:xfrm>
            </p:contentPart>
          </mc:Choice>
          <mc:Fallback>
            <p:pic>
              <p:nvPicPr>
                <p:cNvPr id="50" name="インク 49">
                  <a:extLst>
                    <a:ext uri="{FF2B5EF4-FFF2-40B4-BE49-F238E27FC236}">
                      <a16:creationId xmlns:a16="http://schemas.microsoft.com/office/drawing/2014/main" id="{EE418709-45AE-1678-266F-E738E2117D5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876165" y="5136609"/>
                  <a:ext cx="50400" cy="7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52" name="インク 51">
                <a:extLst>
                  <a:ext uri="{FF2B5EF4-FFF2-40B4-BE49-F238E27FC236}">
                    <a16:creationId xmlns:a16="http://schemas.microsoft.com/office/drawing/2014/main" id="{57C8BD46-FE56-2219-3B55-E7EEB718424C}"/>
                  </a:ext>
                </a:extLst>
              </p14:cNvPr>
              <p14:cNvContentPartPr/>
              <p14:nvPr/>
            </p14:nvContentPartPr>
            <p14:xfrm>
              <a:off x="8929005" y="5952369"/>
              <a:ext cx="26640" cy="29160"/>
            </p14:xfrm>
          </p:contentPart>
        </mc:Choice>
        <mc:Fallback>
          <p:pic>
            <p:nvPicPr>
              <p:cNvPr id="52" name="インク 51">
                <a:extLst>
                  <a:ext uri="{FF2B5EF4-FFF2-40B4-BE49-F238E27FC236}">
                    <a16:creationId xmlns:a16="http://schemas.microsoft.com/office/drawing/2014/main" id="{57C8BD46-FE56-2219-3B55-E7EEB718424C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8920005" y="5943729"/>
                <a:ext cx="44280" cy="4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35C782A6-F0F1-9EAF-5973-9D4711E93C73}"/>
              </a:ext>
            </a:extLst>
          </p:cNvPr>
          <p:cNvGrpSpPr/>
          <p:nvPr/>
        </p:nvGrpSpPr>
        <p:grpSpPr>
          <a:xfrm>
            <a:off x="9235725" y="5690649"/>
            <a:ext cx="1188720" cy="442080"/>
            <a:chOff x="9235725" y="5690649"/>
            <a:chExt cx="1188720" cy="44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3" name="インク 52">
                  <a:extLst>
                    <a:ext uri="{FF2B5EF4-FFF2-40B4-BE49-F238E27FC236}">
                      <a16:creationId xmlns:a16="http://schemas.microsoft.com/office/drawing/2014/main" id="{77A79F7D-E047-BAF0-60FE-8DAEFA8918E5}"/>
                    </a:ext>
                  </a:extLst>
                </p14:cNvPr>
                <p14:cNvContentPartPr/>
                <p14:nvPr/>
              </p14:nvContentPartPr>
              <p14:xfrm>
                <a:off x="9235725" y="5789649"/>
                <a:ext cx="201240" cy="104400"/>
              </p14:xfrm>
            </p:contentPart>
          </mc:Choice>
          <mc:Fallback>
            <p:pic>
              <p:nvPicPr>
                <p:cNvPr id="53" name="インク 52">
                  <a:extLst>
                    <a:ext uri="{FF2B5EF4-FFF2-40B4-BE49-F238E27FC236}">
                      <a16:creationId xmlns:a16="http://schemas.microsoft.com/office/drawing/2014/main" id="{77A79F7D-E047-BAF0-60FE-8DAEFA8918E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226725" y="5781009"/>
                  <a:ext cx="2188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4" name="インク 53">
                  <a:extLst>
                    <a:ext uri="{FF2B5EF4-FFF2-40B4-BE49-F238E27FC236}">
                      <a16:creationId xmlns:a16="http://schemas.microsoft.com/office/drawing/2014/main" id="{8C88BC49-383D-5045-60E6-ECE467C5F95A}"/>
                    </a:ext>
                  </a:extLst>
                </p14:cNvPr>
                <p14:cNvContentPartPr/>
                <p14:nvPr/>
              </p14:nvContentPartPr>
              <p14:xfrm>
                <a:off x="9358485" y="5746089"/>
                <a:ext cx="34560" cy="336600"/>
              </p14:xfrm>
            </p:contentPart>
          </mc:Choice>
          <mc:Fallback>
            <p:pic>
              <p:nvPicPr>
                <p:cNvPr id="54" name="インク 53">
                  <a:extLst>
                    <a:ext uri="{FF2B5EF4-FFF2-40B4-BE49-F238E27FC236}">
                      <a16:creationId xmlns:a16="http://schemas.microsoft.com/office/drawing/2014/main" id="{8C88BC49-383D-5045-60E6-ECE467C5F95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349485" y="5737089"/>
                  <a:ext cx="5220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5" name="インク 54">
                  <a:extLst>
                    <a:ext uri="{FF2B5EF4-FFF2-40B4-BE49-F238E27FC236}">
                      <a16:creationId xmlns:a16="http://schemas.microsoft.com/office/drawing/2014/main" id="{1536D780-14C4-7258-44BF-6C80E738852B}"/>
                    </a:ext>
                  </a:extLst>
                </p14:cNvPr>
                <p14:cNvContentPartPr/>
                <p14:nvPr/>
              </p14:nvContentPartPr>
              <p14:xfrm>
                <a:off x="9242205" y="6023649"/>
                <a:ext cx="25920" cy="79200"/>
              </p14:xfrm>
            </p:contentPart>
          </mc:Choice>
          <mc:Fallback>
            <p:pic>
              <p:nvPicPr>
                <p:cNvPr id="55" name="インク 54">
                  <a:extLst>
                    <a:ext uri="{FF2B5EF4-FFF2-40B4-BE49-F238E27FC236}">
                      <a16:creationId xmlns:a16="http://schemas.microsoft.com/office/drawing/2014/main" id="{1536D780-14C4-7258-44BF-6C80E738852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233205" y="6014649"/>
                  <a:ext cx="435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6" name="インク 55">
                  <a:extLst>
                    <a:ext uri="{FF2B5EF4-FFF2-40B4-BE49-F238E27FC236}">
                      <a16:creationId xmlns:a16="http://schemas.microsoft.com/office/drawing/2014/main" id="{C58428F0-4D49-02B4-AB9C-2200ADA1402E}"/>
                    </a:ext>
                  </a:extLst>
                </p14:cNvPr>
                <p14:cNvContentPartPr/>
                <p14:nvPr/>
              </p14:nvContentPartPr>
              <p14:xfrm>
                <a:off x="9438765" y="5976129"/>
                <a:ext cx="118800" cy="64800"/>
              </p14:xfrm>
            </p:contentPart>
          </mc:Choice>
          <mc:Fallback>
            <p:pic>
              <p:nvPicPr>
                <p:cNvPr id="56" name="インク 55">
                  <a:extLst>
                    <a:ext uri="{FF2B5EF4-FFF2-40B4-BE49-F238E27FC236}">
                      <a16:creationId xmlns:a16="http://schemas.microsoft.com/office/drawing/2014/main" id="{C58428F0-4D49-02B4-AB9C-2200ADA1402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430125" y="5967489"/>
                  <a:ext cx="1364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7" name="インク 56">
                  <a:extLst>
                    <a:ext uri="{FF2B5EF4-FFF2-40B4-BE49-F238E27FC236}">
                      <a16:creationId xmlns:a16="http://schemas.microsoft.com/office/drawing/2014/main" id="{11144C07-26A7-0D76-AF78-F3C4B1929E37}"/>
                    </a:ext>
                  </a:extLst>
                </p14:cNvPr>
                <p14:cNvContentPartPr/>
                <p14:nvPr/>
              </p14:nvContentPartPr>
              <p14:xfrm>
                <a:off x="9505365" y="5781009"/>
                <a:ext cx="39240" cy="34920"/>
              </p14:xfrm>
            </p:contentPart>
          </mc:Choice>
          <mc:Fallback>
            <p:pic>
              <p:nvPicPr>
                <p:cNvPr id="57" name="インク 56">
                  <a:extLst>
                    <a:ext uri="{FF2B5EF4-FFF2-40B4-BE49-F238E27FC236}">
                      <a16:creationId xmlns:a16="http://schemas.microsoft.com/office/drawing/2014/main" id="{11144C07-26A7-0D76-AF78-F3C4B1929E3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496725" y="5772369"/>
                  <a:ext cx="568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8" name="インク 57">
                  <a:extLst>
                    <a:ext uri="{FF2B5EF4-FFF2-40B4-BE49-F238E27FC236}">
                      <a16:creationId xmlns:a16="http://schemas.microsoft.com/office/drawing/2014/main" id="{7D0E6A2F-5332-05DE-C120-4E9146B150E4}"/>
                    </a:ext>
                  </a:extLst>
                </p14:cNvPr>
                <p14:cNvContentPartPr/>
                <p14:nvPr/>
              </p14:nvContentPartPr>
              <p14:xfrm>
                <a:off x="9565125" y="5773089"/>
                <a:ext cx="44280" cy="22680"/>
              </p14:xfrm>
            </p:contentPart>
          </mc:Choice>
          <mc:Fallback>
            <p:pic>
              <p:nvPicPr>
                <p:cNvPr id="58" name="インク 57">
                  <a:extLst>
                    <a:ext uri="{FF2B5EF4-FFF2-40B4-BE49-F238E27FC236}">
                      <a16:creationId xmlns:a16="http://schemas.microsoft.com/office/drawing/2014/main" id="{7D0E6A2F-5332-05DE-C120-4E9146B150E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556125" y="5764449"/>
                  <a:ext cx="619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9" name="インク 58">
                  <a:extLst>
                    <a:ext uri="{FF2B5EF4-FFF2-40B4-BE49-F238E27FC236}">
                      <a16:creationId xmlns:a16="http://schemas.microsoft.com/office/drawing/2014/main" id="{0C51ACA8-4891-BFBF-97BA-0147947EEE12}"/>
                    </a:ext>
                  </a:extLst>
                </p14:cNvPr>
                <p14:cNvContentPartPr/>
                <p14:nvPr/>
              </p14:nvContentPartPr>
              <p14:xfrm>
                <a:off x="9786165" y="5690649"/>
                <a:ext cx="126000" cy="442080"/>
              </p14:xfrm>
            </p:contentPart>
          </mc:Choice>
          <mc:Fallback>
            <p:pic>
              <p:nvPicPr>
                <p:cNvPr id="59" name="インク 58">
                  <a:extLst>
                    <a:ext uri="{FF2B5EF4-FFF2-40B4-BE49-F238E27FC236}">
                      <a16:creationId xmlns:a16="http://schemas.microsoft.com/office/drawing/2014/main" id="{0C51ACA8-4891-BFBF-97BA-0147947EEE1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777165" y="5682009"/>
                  <a:ext cx="14364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0" name="インク 59">
                  <a:extLst>
                    <a:ext uri="{FF2B5EF4-FFF2-40B4-BE49-F238E27FC236}">
                      <a16:creationId xmlns:a16="http://schemas.microsoft.com/office/drawing/2014/main" id="{032D58D8-09EB-D753-BC1E-B47A69CEA1B7}"/>
                    </a:ext>
                  </a:extLst>
                </p14:cNvPr>
                <p14:cNvContentPartPr/>
                <p14:nvPr/>
              </p14:nvContentPartPr>
              <p14:xfrm>
                <a:off x="9747285" y="5933289"/>
                <a:ext cx="127440" cy="12600"/>
              </p14:xfrm>
            </p:contentPart>
          </mc:Choice>
          <mc:Fallback>
            <p:pic>
              <p:nvPicPr>
                <p:cNvPr id="60" name="インク 59">
                  <a:extLst>
                    <a:ext uri="{FF2B5EF4-FFF2-40B4-BE49-F238E27FC236}">
                      <a16:creationId xmlns:a16="http://schemas.microsoft.com/office/drawing/2014/main" id="{032D58D8-09EB-D753-BC1E-B47A69CEA1B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738645" y="5924289"/>
                  <a:ext cx="1450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1" name="インク 60">
                  <a:extLst>
                    <a:ext uri="{FF2B5EF4-FFF2-40B4-BE49-F238E27FC236}">
                      <a16:creationId xmlns:a16="http://schemas.microsoft.com/office/drawing/2014/main" id="{239E5056-F94A-3D08-74C4-AE72501EDC28}"/>
                    </a:ext>
                  </a:extLst>
                </p14:cNvPr>
                <p14:cNvContentPartPr/>
                <p14:nvPr/>
              </p14:nvContentPartPr>
              <p14:xfrm>
                <a:off x="10073805" y="5844369"/>
                <a:ext cx="146880" cy="25560"/>
              </p14:xfrm>
            </p:contentPart>
          </mc:Choice>
          <mc:Fallback>
            <p:pic>
              <p:nvPicPr>
                <p:cNvPr id="61" name="インク 60">
                  <a:extLst>
                    <a:ext uri="{FF2B5EF4-FFF2-40B4-BE49-F238E27FC236}">
                      <a16:creationId xmlns:a16="http://schemas.microsoft.com/office/drawing/2014/main" id="{239E5056-F94A-3D08-74C4-AE72501EDC2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065165" y="5835369"/>
                  <a:ext cx="1645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2" name="インク 61">
                  <a:extLst>
                    <a:ext uri="{FF2B5EF4-FFF2-40B4-BE49-F238E27FC236}">
                      <a16:creationId xmlns:a16="http://schemas.microsoft.com/office/drawing/2014/main" id="{9BFA0422-0102-6226-7EAE-7D1C5EBE0388}"/>
                    </a:ext>
                  </a:extLst>
                </p14:cNvPr>
                <p14:cNvContentPartPr/>
                <p14:nvPr/>
              </p14:nvContentPartPr>
              <p14:xfrm>
                <a:off x="10210965" y="5998449"/>
                <a:ext cx="213480" cy="42840"/>
              </p14:xfrm>
            </p:contentPart>
          </mc:Choice>
          <mc:Fallback>
            <p:pic>
              <p:nvPicPr>
                <p:cNvPr id="62" name="インク 61">
                  <a:extLst>
                    <a:ext uri="{FF2B5EF4-FFF2-40B4-BE49-F238E27FC236}">
                      <a16:creationId xmlns:a16="http://schemas.microsoft.com/office/drawing/2014/main" id="{9BFA0422-0102-6226-7EAE-7D1C5EBE038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201965" y="5989809"/>
                  <a:ext cx="231120" cy="6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64" name="インク 63">
                <a:extLst>
                  <a:ext uri="{FF2B5EF4-FFF2-40B4-BE49-F238E27FC236}">
                    <a16:creationId xmlns:a16="http://schemas.microsoft.com/office/drawing/2014/main" id="{4CDA8B90-F1F8-0D03-5CF0-B477831400C4}"/>
                  </a:ext>
                </a:extLst>
              </p14:cNvPr>
              <p14:cNvContentPartPr/>
              <p14:nvPr/>
            </p14:nvContentPartPr>
            <p14:xfrm>
              <a:off x="8933685" y="6574809"/>
              <a:ext cx="24840" cy="12600"/>
            </p14:xfrm>
          </p:contentPart>
        </mc:Choice>
        <mc:Fallback>
          <p:pic>
            <p:nvPicPr>
              <p:cNvPr id="64" name="インク 63">
                <a:extLst>
                  <a:ext uri="{FF2B5EF4-FFF2-40B4-BE49-F238E27FC236}">
                    <a16:creationId xmlns:a16="http://schemas.microsoft.com/office/drawing/2014/main" id="{4CDA8B90-F1F8-0D03-5CF0-B477831400C4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8924685" y="6565809"/>
                <a:ext cx="42480" cy="3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グループ化 73">
            <a:extLst>
              <a:ext uri="{FF2B5EF4-FFF2-40B4-BE49-F238E27FC236}">
                <a16:creationId xmlns:a16="http://schemas.microsoft.com/office/drawing/2014/main" id="{B799A733-7AA2-6C5C-C49E-1A9C5FD748F9}"/>
              </a:ext>
            </a:extLst>
          </p:cNvPr>
          <p:cNvGrpSpPr/>
          <p:nvPr/>
        </p:nvGrpSpPr>
        <p:grpSpPr>
          <a:xfrm>
            <a:off x="9223485" y="6397689"/>
            <a:ext cx="855720" cy="370440"/>
            <a:chOff x="9223485" y="6397689"/>
            <a:chExt cx="855720" cy="37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5" name="インク 64">
                  <a:extLst>
                    <a:ext uri="{FF2B5EF4-FFF2-40B4-BE49-F238E27FC236}">
                      <a16:creationId xmlns:a16="http://schemas.microsoft.com/office/drawing/2014/main" id="{2B98A977-0A16-CD2A-4313-F4DF7C8C4075}"/>
                    </a:ext>
                  </a:extLst>
                </p14:cNvPr>
                <p14:cNvContentPartPr/>
                <p14:nvPr/>
              </p14:nvContentPartPr>
              <p14:xfrm>
                <a:off x="9299445" y="6397689"/>
                <a:ext cx="137160" cy="88200"/>
              </p14:xfrm>
            </p:contentPart>
          </mc:Choice>
          <mc:Fallback>
            <p:pic>
              <p:nvPicPr>
                <p:cNvPr id="65" name="インク 64">
                  <a:extLst>
                    <a:ext uri="{FF2B5EF4-FFF2-40B4-BE49-F238E27FC236}">
                      <a16:creationId xmlns:a16="http://schemas.microsoft.com/office/drawing/2014/main" id="{2B98A977-0A16-CD2A-4313-F4DF7C8C407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290805" y="6389049"/>
                  <a:ext cx="1548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6" name="インク 65">
                  <a:extLst>
                    <a:ext uri="{FF2B5EF4-FFF2-40B4-BE49-F238E27FC236}">
                      <a16:creationId xmlns:a16="http://schemas.microsoft.com/office/drawing/2014/main" id="{52494C98-C098-5AE4-7A39-61B8FD0C88B2}"/>
                    </a:ext>
                  </a:extLst>
                </p14:cNvPr>
                <p14:cNvContentPartPr/>
                <p14:nvPr/>
              </p14:nvContentPartPr>
              <p14:xfrm>
                <a:off x="9223485" y="6540969"/>
                <a:ext cx="284400" cy="78480"/>
              </p14:xfrm>
            </p:contentPart>
          </mc:Choice>
          <mc:Fallback>
            <p:pic>
              <p:nvPicPr>
                <p:cNvPr id="66" name="インク 65">
                  <a:extLst>
                    <a:ext uri="{FF2B5EF4-FFF2-40B4-BE49-F238E27FC236}">
                      <a16:creationId xmlns:a16="http://schemas.microsoft.com/office/drawing/2014/main" id="{52494C98-C098-5AE4-7A39-61B8FD0C88B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214845" y="6531969"/>
                  <a:ext cx="3020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67" name="インク 66">
                  <a:extLst>
                    <a:ext uri="{FF2B5EF4-FFF2-40B4-BE49-F238E27FC236}">
                      <a16:creationId xmlns:a16="http://schemas.microsoft.com/office/drawing/2014/main" id="{E2C94133-CD30-F4D4-D226-B0FFF98399D1}"/>
                    </a:ext>
                  </a:extLst>
                </p14:cNvPr>
                <p14:cNvContentPartPr/>
                <p14:nvPr/>
              </p14:nvContentPartPr>
              <p14:xfrm>
                <a:off x="9369285" y="6472929"/>
                <a:ext cx="46800" cy="295200"/>
              </p14:xfrm>
            </p:contentPart>
          </mc:Choice>
          <mc:Fallback>
            <p:pic>
              <p:nvPicPr>
                <p:cNvPr id="67" name="インク 66">
                  <a:extLst>
                    <a:ext uri="{FF2B5EF4-FFF2-40B4-BE49-F238E27FC236}">
                      <a16:creationId xmlns:a16="http://schemas.microsoft.com/office/drawing/2014/main" id="{E2C94133-CD30-F4D4-D226-B0FFF98399D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360285" y="6463929"/>
                  <a:ext cx="644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68" name="インク 67">
                  <a:extLst>
                    <a:ext uri="{FF2B5EF4-FFF2-40B4-BE49-F238E27FC236}">
                      <a16:creationId xmlns:a16="http://schemas.microsoft.com/office/drawing/2014/main" id="{03DEA546-F8C7-4CE0-E1D3-A70387A3EC6D}"/>
                    </a:ext>
                  </a:extLst>
                </p14:cNvPr>
                <p14:cNvContentPartPr/>
                <p14:nvPr/>
              </p14:nvContentPartPr>
              <p14:xfrm>
                <a:off x="9605805" y="6620889"/>
                <a:ext cx="113040" cy="19440"/>
              </p14:xfrm>
            </p:contentPart>
          </mc:Choice>
          <mc:Fallback>
            <p:pic>
              <p:nvPicPr>
                <p:cNvPr id="68" name="インク 67">
                  <a:extLst>
                    <a:ext uri="{FF2B5EF4-FFF2-40B4-BE49-F238E27FC236}">
                      <a16:creationId xmlns:a16="http://schemas.microsoft.com/office/drawing/2014/main" id="{03DEA546-F8C7-4CE0-E1D3-A70387A3EC6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597165" y="6611889"/>
                  <a:ext cx="1306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69" name="インク 68">
                  <a:extLst>
                    <a:ext uri="{FF2B5EF4-FFF2-40B4-BE49-F238E27FC236}">
                      <a16:creationId xmlns:a16="http://schemas.microsoft.com/office/drawing/2014/main" id="{B04E368D-67D2-9A16-C0F8-5D0464FF24EE}"/>
                    </a:ext>
                  </a:extLst>
                </p14:cNvPr>
                <p14:cNvContentPartPr/>
                <p14:nvPr/>
              </p14:nvContentPartPr>
              <p14:xfrm>
                <a:off x="9615525" y="6639249"/>
                <a:ext cx="122400" cy="123480"/>
              </p14:xfrm>
            </p:contentPart>
          </mc:Choice>
          <mc:Fallback>
            <p:pic>
              <p:nvPicPr>
                <p:cNvPr id="69" name="インク 68">
                  <a:extLst>
                    <a:ext uri="{FF2B5EF4-FFF2-40B4-BE49-F238E27FC236}">
                      <a16:creationId xmlns:a16="http://schemas.microsoft.com/office/drawing/2014/main" id="{B04E368D-67D2-9A16-C0F8-5D0464FF24EE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606885" y="6630609"/>
                  <a:ext cx="1400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0" name="インク 69">
                  <a:extLst>
                    <a:ext uri="{FF2B5EF4-FFF2-40B4-BE49-F238E27FC236}">
                      <a16:creationId xmlns:a16="http://schemas.microsoft.com/office/drawing/2014/main" id="{232237FA-0C68-491E-C26D-D75BEAE8AD78}"/>
                    </a:ext>
                  </a:extLst>
                </p14:cNvPr>
                <p14:cNvContentPartPr/>
                <p14:nvPr/>
              </p14:nvContentPartPr>
              <p14:xfrm>
                <a:off x="9833325" y="6598569"/>
                <a:ext cx="59760" cy="45000"/>
              </p14:xfrm>
            </p:contentPart>
          </mc:Choice>
          <mc:Fallback>
            <p:pic>
              <p:nvPicPr>
                <p:cNvPr id="70" name="インク 69">
                  <a:extLst>
                    <a:ext uri="{FF2B5EF4-FFF2-40B4-BE49-F238E27FC236}">
                      <a16:creationId xmlns:a16="http://schemas.microsoft.com/office/drawing/2014/main" id="{232237FA-0C68-491E-C26D-D75BEAE8AD7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824685" y="6589569"/>
                  <a:ext cx="774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1" name="インク 70">
                  <a:extLst>
                    <a:ext uri="{FF2B5EF4-FFF2-40B4-BE49-F238E27FC236}">
                      <a16:creationId xmlns:a16="http://schemas.microsoft.com/office/drawing/2014/main" id="{21C3DB8D-9C46-5FE7-6472-B703624B103B}"/>
                    </a:ext>
                  </a:extLst>
                </p14:cNvPr>
                <p14:cNvContentPartPr/>
                <p14:nvPr/>
              </p14:nvContentPartPr>
              <p14:xfrm>
                <a:off x="9928725" y="6587769"/>
                <a:ext cx="56160" cy="22680"/>
              </p14:xfrm>
            </p:contentPart>
          </mc:Choice>
          <mc:Fallback>
            <p:pic>
              <p:nvPicPr>
                <p:cNvPr id="71" name="インク 70">
                  <a:extLst>
                    <a:ext uri="{FF2B5EF4-FFF2-40B4-BE49-F238E27FC236}">
                      <a16:creationId xmlns:a16="http://schemas.microsoft.com/office/drawing/2014/main" id="{21C3DB8D-9C46-5FE7-6472-B703624B103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920085" y="6578769"/>
                  <a:ext cx="738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2" name="インク 71">
                  <a:extLst>
                    <a:ext uri="{FF2B5EF4-FFF2-40B4-BE49-F238E27FC236}">
                      <a16:creationId xmlns:a16="http://schemas.microsoft.com/office/drawing/2014/main" id="{F4894A3B-0AC4-48A5-7A88-20D8EAC928F7}"/>
                    </a:ext>
                  </a:extLst>
                </p14:cNvPr>
                <p14:cNvContentPartPr/>
                <p14:nvPr/>
              </p14:nvContentPartPr>
              <p14:xfrm>
                <a:off x="9993525" y="6599649"/>
                <a:ext cx="85680" cy="145800"/>
              </p14:xfrm>
            </p:contentPart>
          </mc:Choice>
          <mc:Fallback>
            <p:pic>
              <p:nvPicPr>
                <p:cNvPr id="72" name="インク 71">
                  <a:extLst>
                    <a:ext uri="{FF2B5EF4-FFF2-40B4-BE49-F238E27FC236}">
                      <a16:creationId xmlns:a16="http://schemas.microsoft.com/office/drawing/2014/main" id="{F4894A3B-0AC4-48A5-7A88-20D8EAC928F7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984525" y="6591009"/>
                  <a:ext cx="103320" cy="16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73" name="インク 72">
                <a:extLst>
                  <a:ext uri="{FF2B5EF4-FFF2-40B4-BE49-F238E27FC236}">
                    <a16:creationId xmlns:a16="http://schemas.microsoft.com/office/drawing/2014/main" id="{02098CE4-58E6-D1F2-1C91-18CC75A97D0D}"/>
                  </a:ext>
                </a:extLst>
              </p14:cNvPr>
              <p14:cNvContentPartPr/>
              <p14:nvPr/>
            </p14:nvContentPartPr>
            <p14:xfrm>
              <a:off x="10275765" y="6276369"/>
              <a:ext cx="168840" cy="521640"/>
            </p14:xfrm>
          </p:contentPart>
        </mc:Choice>
        <mc:Fallback>
          <p:pic>
            <p:nvPicPr>
              <p:cNvPr id="73" name="インク 72">
                <a:extLst>
                  <a:ext uri="{FF2B5EF4-FFF2-40B4-BE49-F238E27FC236}">
                    <a16:creationId xmlns:a16="http://schemas.microsoft.com/office/drawing/2014/main" id="{02098CE4-58E6-D1F2-1C91-18CC75A97D0D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10267125" y="6267729"/>
                <a:ext cx="186480" cy="53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グループ化 88">
            <a:extLst>
              <a:ext uri="{FF2B5EF4-FFF2-40B4-BE49-F238E27FC236}">
                <a16:creationId xmlns:a16="http://schemas.microsoft.com/office/drawing/2014/main" id="{6F2086A4-463F-D567-3435-253C7FFD2E59}"/>
              </a:ext>
            </a:extLst>
          </p:cNvPr>
          <p:cNvGrpSpPr/>
          <p:nvPr/>
        </p:nvGrpSpPr>
        <p:grpSpPr>
          <a:xfrm>
            <a:off x="10614165" y="6362049"/>
            <a:ext cx="983160" cy="438840"/>
            <a:chOff x="10614165" y="6362049"/>
            <a:chExt cx="983160" cy="43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5" name="インク 74">
                  <a:extLst>
                    <a:ext uri="{FF2B5EF4-FFF2-40B4-BE49-F238E27FC236}">
                      <a16:creationId xmlns:a16="http://schemas.microsoft.com/office/drawing/2014/main" id="{3E1EB9C5-5572-ECB4-BFCA-40ABD4A257F4}"/>
                    </a:ext>
                  </a:extLst>
                </p14:cNvPr>
                <p14:cNvContentPartPr/>
                <p14:nvPr/>
              </p14:nvContentPartPr>
              <p14:xfrm>
                <a:off x="10640085" y="6484449"/>
                <a:ext cx="171000" cy="66240"/>
              </p14:xfrm>
            </p:contentPart>
          </mc:Choice>
          <mc:Fallback>
            <p:pic>
              <p:nvPicPr>
                <p:cNvPr id="75" name="インク 74">
                  <a:extLst>
                    <a:ext uri="{FF2B5EF4-FFF2-40B4-BE49-F238E27FC236}">
                      <a16:creationId xmlns:a16="http://schemas.microsoft.com/office/drawing/2014/main" id="{3E1EB9C5-5572-ECB4-BFCA-40ABD4A257F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631085" y="6475449"/>
                  <a:ext cx="1886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76" name="インク 75">
                  <a:extLst>
                    <a:ext uri="{FF2B5EF4-FFF2-40B4-BE49-F238E27FC236}">
                      <a16:creationId xmlns:a16="http://schemas.microsoft.com/office/drawing/2014/main" id="{A7E2BEB8-E829-E584-0F1B-DF8C2B91379B}"/>
                    </a:ext>
                  </a:extLst>
                </p14:cNvPr>
                <p14:cNvContentPartPr/>
                <p14:nvPr/>
              </p14:nvContentPartPr>
              <p14:xfrm>
                <a:off x="10745565" y="6419289"/>
                <a:ext cx="14400" cy="280440"/>
              </p14:xfrm>
            </p:contentPart>
          </mc:Choice>
          <mc:Fallback>
            <p:pic>
              <p:nvPicPr>
                <p:cNvPr id="76" name="インク 75">
                  <a:extLst>
                    <a:ext uri="{FF2B5EF4-FFF2-40B4-BE49-F238E27FC236}">
                      <a16:creationId xmlns:a16="http://schemas.microsoft.com/office/drawing/2014/main" id="{A7E2BEB8-E829-E584-0F1B-DF8C2B91379B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736565" y="6410649"/>
                  <a:ext cx="3204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77" name="インク 76">
                  <a:extLst>
                    <a:ext uri="{FF2B5EF4-FFF2-40B4-BE49-F238E27FC236}">
                      <a16:creationId xmlns:a16="http://schemas.microsoft.com/office/drawing/2014/main" id="{91825C50-B6CE-1971-EAE2-F37695577DAC}"/>
                    </a:ext>
                  </a:extLst>
                </p14:cNvPr>
                <p14:cNvContentPartPr/>
                <p14:nvPr/>
              </p14:nvContentPartPr>
              <p14:xfrm>
                <a:off x="10614165" y="6640689"/>
                <a:ext cx="29880" cy="50400"/>
              </p14:xfrm>
            </p:contentPart>
          </mc:Choice>
          <mc:Fallback>
            <p:pic>
              <p:nvPicPr>
                <p:cNvPr id="77" name="インク 76">
                  <a:extLst>
                    <a:ext uri="{FF2B5EF4-FFF2-40B4-BE49-F238E27FC236}">
                      <a16:creationId xmlns:a16="http://schemas.microsoft.com/office/drawing/2014/main" id="{91825C50-B6CE-1971-EAE2-F37695577DA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0605525" y="6632049"/>
                  <a:ext cx="475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78" name="インク 77">
                  <a:extLst>
                    <a:ext uri="{FF2B5EF4-FFF2-40B4-BE49-F238E27FC236}">
                      <a16:creationId xmlns:a16="http://schemas.microsoft.com/office/drawing/2014/main" id="{7440188F-A228-0458-0F32-3EC3617D3F18}"/>
                    </a:ext>
                  </a:extLst>
                </p14:cNvPr>
                <p14:cNvContentPartPr/>
                <p14:nvPr/>
              </p14:nvContentPartPr>
              <p14:xfrm>
                <a:off x="10873005" y="6645009"/>
                <a:ext cx="62640" cy="39240"/>
              </p14:xfrm>
            </p:contentPart>
          </mc:Choice>
          <mc:Fallback>
            <p:pic>
              <p:nvPicPr>
                <p:cNvPr id="78" name="インク 77">
                  <a:extLst>
                    <a:ext uri="{FF2B5EF4-FFF2-40B4-BE49-F238E27FC236}">
                      <a16:creationId xmlns:a16="http://schemas.microsoft.com/office/drawing/2014/main" id="{7440188F-A228-0458-0F32-3EC3617D3F1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864365" y="6636009"/>
                  <a:ext cx="802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79" name="インク 78">
                  <a:extLst>
                    <a:ext uri="{FF2B5EF4-FFF2-40B4-BE49-F238E27FC236}">
                      <a16:creationId xmlns:a16="http://schemas.microsoft.com/office/drawing/2014/main" id="{DCF666D7-9E74-4320-2C38-AB40736F2BD8}"/>
                    </a:ext>
                  </a:extLst>
                </p14:cNvPr>
                <p14:cNvContentPartPr/>
                <p14:nvPr/>
              </p14:nvContentPartPr>
              <p14:xfrm>
                <a:off x="10868685" y="6400209"/>
                <a:ext cx="34200" cy="48960"/>
              </p14:xfrm>
            </p:contentPart>
          </mc:Choice>
          <mc:Fallback>
            <p:pic>
              <p:nvPicPr>
                <p:cNvPr id="79" name="インク 78">
                  <a:extLst>
                    <a:ext uri="{FF2B5EF4-FFF2-40B4-BE49-F238E27FC236}">
                      <a16:creationId xmlns:a16="http://schemas.microsoft.com/office/drawing/2014/main" id="{DCF666D7-9E74-4320-2C38-AB40736F2BD8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0860045" y="6391569"/>
                  <a:ext cx="518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0" name="インク 79">
                  <a:extLst>
                    <a:ext uri="{FF2B5EF4-FFF2-40B4-BE49-F238E27FC236}">
                      <a16:creationId xmlns:a16="http://schemas.microsoft.com/office/drawing/2014/main" id="{8C7BF0B7-F7CA-209A-1F62-570AC08BBDED}"/>
                    </a:ext>
                  </a:extLst>
                </p14:cNvPr>
                <p14:cNvContentPartPr/>
                <p14:nvPr/>
              </p14:nvContentPartPr>
              <p14:xfrm>
                <a:off x="10921245" y="6400209"/>
                <a:ext cx="53280" cy="29880"/>
              </p14:xfrm>
            </p:contentPart>
          </mc:Choice>
          <mc:Fallback>
            <p:pic>
              <p:nvPicPr>
                <p:cNvPr id="80" name="インク 79">
                  <a:extLst>
                    <a:ext uri="{FF2B5EF4-FFF2-40B4-BE49-F238E27FC236}">
                      <a16:creationId xmlns:a16="http://schemas.microsoft.com/office/drawing/2014/main" id="{8C7BF0B7-F7CA-209A-1F62-570AC08BBDE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912245" y="6391569"/>
                  <a:ext cx="709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1" name="インク 80">
                  <a:extLst>
                    <a:ext uri="{FF2B5EF4-FFF2-40B4-BE49-F238E27FC236}">
                      <a16:creationId xmlns:a16="http://schemas.microsoft.com/office/drawing/2014/main" id="{C43BE2C9-9C25-4198-CE55-7BA313CEC4EC}"/>
                    </a:ext>
                  </a:extLst>
                </p14:cNvPr>
                <p14:cNvContentPartPr/>
                <p14:nvPr/>
              </p14:nvContentPartPr>
              <p14:xfrm>
                <a:off x="11076045" y="6615489"/>
                <a:ext cx="49320" cy="30240"/>
              </p14:xfrm>
            </p:contentPart>
          </mc:Choice>
          <mc:Fallback>
            <p:pic>
              <p:nvPicPr>
                <p:cNvPr id="81" name="インク 80">
                  <a:extLst>
                    <a:ext uri="{FF2B5EF4-FFF2-40B4-BE49-F238E27FC236}">
                      <a16:creationId xmlns:a16="http://schemas.microsoft.com/office/drawing/2014/main" id="{C43BE2C9-9C25-4198-CE55-7BA313CEC4EC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1067405" y="6606849"/>
                  <a:ext cx="669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2" name="インク 81">
                  <a:extLst>
                    <a:ext uri="{FF2B5EF4-FFF2-40B4-BE49-F238E27FC236}">
                      <a16:creationId xmlns:a16="http://schemas.microsoft.com/office/drawing/2014/main" id="{D7A9C328-65A0-70C7-1F42-BA890C47FCD8}"/>
                    </a:ext>
                  </a:extLst>
                </p14:cNvPr>
                <p14:cNvContentPartPr/>
                <p14:nvPr/>
              </p14:nvContentPartPr>
              <p14:xfrm>
                <a:off x="11143005" y="6588489"/>
                <a:ext cx="40680" cy="19080"/>
              </p14:xfrm>
            </p:contentPart>
          </mc:Choice>
          <mc:Fallback>
            <p:pic>
              <p:nvPicPr>
                <p:cNvPr id="82" name="インク 81">
                  <a:extLst>
                    <a:ext uri="{FF2B5EF4-FFF2-40B4-BE49-F238E27FC236}">
                      <a16:creationId xmlns:a16="http://schemas.microsoft.com/office/drawing/2014/main" id="{D7A9C328-65A0-70C7-1F42-BA890C47FCD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1134005" y="6579489"/>
                  <a:ext cx="583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3" name="インク 82">
                  <a:extLst>
                    <a:ext uri="{FF2B5EF4-FFF2-40B4-BE49-F238E27FC236}">
                      <a16:creationId xmlns:a16="http://schemas.microsoft.com/office/drawing/2014/main" id="{097043F0-B12F-5707-BAF9-39DF07B7BE84}"/>
                    </a:ext>
                  </a:extLst>
                </p14:cNvPr>
                <p14:cNvContentPartPr/>
                <p14:nvPr/>
              </p14:nvContentPartPr>
              <p14:xfrm>
                <a:off x="11200245" y="6612609"/>
                <a:ext cx="74160" cy="128880"/>
              </p14:xfrm>
            </p:contentPart>
          </mc:Choice>
          <mc:Fallback>
            <p:pic>
              <p:nvPicPr>
                <p:cNvPr id="83" name="インク 82">
                  <a:extLst>
                    <a:ext uri="{FF2B5EF4-FFF2-40B4-BE49-F238E27FC236}">
                      <a16:creationId xmlns:a16="http://schemas.microsoft.com/office/drawing/2014/main" id="{097043F0-B12F-5707-BAF9-39DF07B7BE84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1191605" y="6603969"/>
                  <a:ext cx="918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84" name="インク 83">
                  <a:extLst>
                    <a:ext uri="{FF2B5EF4-FFF2-40B4-BE49-F238E27FC236}">
                      <a16:creationId xmlns:a16="http://schemas.microsoft.com/office/drawing/2014/main" id="{46F3CCB1-15DD-3B81-7F91-5A31FB2C875A}"/>
                    </a:ext>
                  </a:extLst>
                </p14:cNvPr>
                <p14:cNvContentPartPr/>
                <p14:nvPr/>
              </p14:nvContentPartPr>
              <p14:xfrm>
                <a:off x="11419125" y="6362049"/>
                <a:ext cx="178200" cy="438840"/>
              </p14:xfrm>
            </p:contentPart>
          </mc:Choice>
          <mc:Fallback>
            <p:pic>
              <p:nvPicPr>
                <p:cNvPr id="84" name="インク 83">
                  <a:extLst>
                    <a:ext uri="{FF2B5EF4-FFF2-40B4-BE49-F238E27FC236}">
                      <a16:creationId xmlns:a16="http://schemas.microsoft.com/office/drawing/2014/main" id="{46F3CCB1-15DD-3B81-7F91-5A31FB2C875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1410125" y="6353049"/>
                  <a:ext cx="195840" cy="45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グループ化 87">
            <a:extLst>
              <a:ext uri="{FF2B5EF4-FFF2-40B4-BE49-F238E27FC236}">
                <a16:creationId xmlns:a16="http://schemas.microsoft.com/office/drawing/2014/main" id="{52A005E0-27B2-10F4-239B-EBD3AB38619B}"/>
              </a:ext>
            </a:extLst>
          </p:cNvPr>
          <p:cNvGrpSpPr/>
          <p:nvPr/>
        </p:nvGrpSpPr>
        <p:grpSpPr>
          <a:xfrm>
            <a:off x="11757165" y="6378835"/>
            <a:ext cx="251640" cy="371160"/>
            <a:chOff x="11757165" y="6378835"/>
            <a:chExt cx="251640" cy="37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85" name="インク 84">
                  <a:extLst>
                    <a:ext uri="{FF2B5EF4-FFF2-40B4-BE49-F238E27FC236}">
                      <a16:creationId xmlns:a16="http://schemas.microsoft.com/office/drawing/2014/main" id="{67229C2C-2FD1-098F-C005-968244FA7611}"/>
                    </a:ext>
                  </a:extLst>
                </p14:cNvPr>
                <p14:cNvContentPartPr/>
                <p14:nvPr/>
              </p14:nvContentPartPr>
              <p14:xfrm>
                <a:off x="11780205" y="6707515"/>
                <a:ext cx="109440" cy="42480"/>
              </p14:xfrm>
            </p:contentPart>
          </mc:Choice>
          <mc:Fallback>
            <p:pic>
              <p:nvPicPr>
                <p:cNvPr id="85" name="インク 84">
                  <a:extLst>
                    <a:ext uri="{FF2B5EF4-FFF2-40B4-BE49-F238E27FC236}">
                      <a16:creationId xmlns:a16="http://schemas.microsoft.com/office/drawing/2014/main" id="{67229C2C-2FD1-098F-C005-968244FA7611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1771205" y="6698875"/>
                  <a:ext cx="1270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86" name="インク 85">
                  <a:extLst>
                    <a:ext uri="{FF2B5EF4-FFF2-40B4-BE49-F238E27FC236}">
                      <a16:creationId xmlns:a16="http://schemas.microsoft.com/office/drawing/2014/main" id="{45E701C1-DEB1-D9C7-BB54-B1355A8497B5}"/>
                    </a:ext>
                  </a:extLst>
                </p14:cNvPr>
                <p14:cNvContentPartPr/>
                <p14:nvPr/>
              </p14:nvContentPartPr>
              <p14:xfrm>
                <a:off x="11757165" y="6378835"/>
                <a:ext cx="226440" cy="369000"/>
              </p14:xfrm>
            </p:contentPart>
          </mc:Choice>
          <mc:Fallback>
            <p:pic>
              <p:nvPicPr>
                <p:cNvPr id="86" name="インク 85">
                  <a:extLst>
                    <a:ext uri="{FF2B5EF4-FFF2-40B4-BE49-F238E27FC236}">
                      <a16:creationId xmlns:a16="http://schemas.microsoft.com/office/drawing/2014/main" id="{45E701C1-DEB1-D9C7-BB54-B1355A8497B5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1748525" y="6369835"/>
                  <a:ext cx="24408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87" name="インク 86">
                  <a:extLst>
                    <a:ext uri="{FF2B5EF4-FFF2-40B4-BE49-F238E27FC236}">
                      <a16:creationId xmlns:a16="http://schemas.microsoft.com/office/drawing/2014/main" id="{AD63938D-465A-FEE5-5543-0D97A9DA5CE7}"/>
                    </a:ext>
                  </a:extLst>
                </p14:cNvPr>
                <p14:cNvContentPartPr/>
                <p14:nvPr/>
              </p14:nvContentPartPr>
              <p14:xfrm>
                <a:off x="11882085" y="6693115"/>
                <a:ext cx="126720" cy="56160"/>
              </p14:xfrm>
            </p:contentPart>
          </mc:Choice>
          <mc:Fallback>
            <p:pic>
              <p:nvPicPr>
                <p:cNvPr id="87" name="インク 86">
                  <a:extLst>
                    <a:ext uri="{FF2B5EF4-FFF2-40B4-BE49-F238E27FC236}">
                      <a16:creationId xmlns:a16="http://schemas.microsoft.com/office/drawing/2014/main" id="{AD63938D-465A-FEE5-5543-0D97A9DA5CE7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1873085" y="6684115"/>
                  <a:ext cx="144360" cy="7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90" name="インク 89">
                <a:extLst>
                  <a:ext uri="{FF2B5EF4-FFF2-40B4-BE49-F238E27FC236}">
                    <a16:creationId xmlns:a16="http://schemas.microsoft.com/office/drawing/2014/main" id="{7391EFC9-73D5-3F43-62C8-BF1781D2CB13}"/>
                  </a:ext>
                </a:extLst>
              </p14:cNvPr>
              <p14:cNvContentPartPr/>
              <p14:nvPr/>
            </p14:nvContentPartPr>
            <p14:xfrm>
              <a:off x="3919965" y="5566675"/>
              <a:ext cx="422640" cy="363600"/>
            </p14:xfrm>
          </p:contentPart>
        </mc:Choice>
        <mc:Fallback>
          <p:pic>
            <p:nvPicPr>
              <p:cNvPr id="90" name="インク 89">
                <a:extLst>
                  <a:ext uri="{FF2B5EF4-FFF2-40B4-BE49-F238E27FC236}">
                    <a16:creationId xmlns:a16="http://schemas.microsoft.com/office/drawing/2014/main" id="{7391EFC9-73D5-3F43-62C8-BF1781D2CB13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3911325" y="5557675"/>
                <a:ext cx="440280" cy="38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グループ化 98">
            <a:extLst>
              <a:ext uri="{FF2B5EF4-FFF2-40B4-BE49-F238E27FC236}">
                <a16:creationId xmlns:a16="http://schemas.microsoft.com/office/drawing/2014/main" id="{114C6F73-4FDD-4BEB-A0AC-59C555E8A3E6}"/>
              </a:ext>
            </a:extLst>
          </p:cNvPr>
          <p:cNvGrpSpPr/>
          <p:nvPr/>
        </p:nvGrpSpPr>
        <p:grpSpPr>
          <a:xfrm>
            <a:off x="4520085" y="5518075"/>
            <a:ext cx="4092480" cy="952920"/>
            <a:chOff x="4520085" y="5518075"/>
            <a:chExt cx="4092480" cy="95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7" name="インク 96">
                  <a:extLst>
                    <a:ext uri="{FF2B5EF4-FFF2-40B4-BE49-F238E27FC236}">
                      <a16:creationId xmlns:a16="http://schemas.microsoft.com/office/drawing/2014/main" id="{068A1670-FE2B-DDF5-1E0A-57A87DFA5E7C}"/>
                    </a:ext>
                  </a:extLst>
                </p14:cNvPr>
                <p14:cNvContentPartPr/>
                <p14:nvPr/>
              </p14:nvContentPartPr>
              <p14:xfrm>
                <a:off x="4520085" y="5696635"/>
                <a:ext cx="4092480" cy="774360"/>
              </p14:xfrm>
            </p:contentPart>
          </mc:Choice>
          <mc:Fallback>
            <p:pic>
              <p:nvPicPr>
                <p:cNvPr id="97" name="インク 96">
                  <a:extLst>
                    <a:ext uri="{FF2B5EF4-FFF2-40B4-BE49-F238E27FC236}">
                      <a16:creationId xmlns:a16="http://schemas.microsoft.com/office/drawing/2014/main" id="{068A1670-FE2B-DDF5-1E0A-57A87DFA5E7C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511445" y="5687995"/>
                  <a:ext cx="4110120" cy="79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8" name="インク 97">
                  <a:extLst>
                    <a:ext uri="{FF2B5EF4-FFF2-40B4-BE49-F238E27FC236}">
                      <a16:creationId xmlns:a16="http://schemas.microsoft.com/office/drawing/2014/main" id="{4DFB580D-4FDB-7ECC-C741-F3115CFBBD6C}"/>
                    </a:ext>
                  </a:extLst>
                </p14:cNvPr>
                <p14:cNvContentPartPr/>
                <p14:nvPr/>
              </p14:nvContentPartPr>
              <p14:xfrm>
                <a:off x="4537725" y="5518075"/>
                <a:ext cx="190800" cy="369720"/>
              </p14:xfrm>
            </p:contentPart>
          </mc:Choice>
          <mc:Fallback>
            <p:pic>
              <p:nvPicPr>
                <p:cNvPr id="98" name="インク 97">
                  <a:extLst>
                    <a:ext uri="{FF2B5EF4-FFF2-40B4-BE49-F238E27FC236}">
                      <a16:creationId xmlns:a16="http://schemas.microsoft.com/office/drawing/2014/main" id="{4DFB580D-4FDB-7ECC-C741-F3115CFBBD6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529085" y="5509075"/>
                  <a:ext cx="208440" cy="3873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ヒラギノ角ゴ ProN W3"/>
        <a:ea typeface="ヒラギノ角ゴ ProN W3"/>
        <a:cs typeface="ヒラギノ角ゴ ProN W3"/>
      </a:majorFont>
      <a:minorFont>
        <a:latin typeface="ヒラギノ角ゴ ProN W3"/>
        <a:ea typeface="ヒラギノ角ゴ ProN W3"/>
        <a:cs typeface="ヒラギノ角ゴ ProN W3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ヒラギノ角ゴ ProN W6"/>
            <a:ea typeface="ヒラギノ角ゴ ProN W6"/>
            <a:cs typeface="ヒラギノ角ゴ ProN W6"/>
            <a:sym typeface="ヒラギノ角ゴ ProN W6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ヒラギノ角ゴ ProN W3"/>
        <a:ea typeface="ヒラギノ角ゴ ProN W3"/>
        <a:cs typeface="ヒラギノ角ゴ ProN W3"/>
      </a:majorFont>
      <a:minorFont>
        <a:latin typeface="ヒラギノ角ゴ ProN W3"/>
        <a:ea typeface="ヒラギノ角ゴ ProN W3"/>
        <a:cs typeface="ヒラギノ角ゴ ProN W3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ヒラギノ角ゴ ProN W6"/>
            <a:ea typeface="ヒラギノ角ゴ ProN W6"/>
            <a:cs typeface="ヒラギノ角ゴ ProN W6"/>
            <a:sym typeface="ヒラギノ角ゴ ProN W6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ユーザー設定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Helvetica Neue Light</vt:lpstr>
      <vt:lpstr>Helvetica Neue Thin</vt:lpstr>
      <vt:lpstr>ヒラギノ角ゴ ProN W3</vt:lpstr>
      <vt:lpstr>ヒラギノ角ゴ ProN W6</vt:lpstr>
      <vt:lpstr>White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西谷　滋人</cp:lastModifiedBy>
  <cp:revision>1</cp:revision>
  <dcterms:modified xsi:type="dcterms:W3CDTF">2025-05-12T03:27:12Z</dcterms:modified>
</cp:coreProperties>
</file>