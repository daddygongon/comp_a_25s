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ヒラギノ角ゴ ProN W6"/>
          <a:ea typeface="ヒラギノ角ゴ ProN W6"/>
          <a:cs typeface="ヒラギノ角ゴ ProN W6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ヒラギノ角ゴ ProN W6"/>
          <a:ea typeface="ヒラギノ角ゴ ProN W6"/>
          <a:cs typeface="ヒラギノ角ゴ ProN W6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ヒラギノ角ゴ ProN W6"/>
          <a:ea typeface="ヒラギノ角ゴ ProN W6"/>
          <a:cs typeface="ヒラギノ角ゴ ProN W6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タイトル&amp;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テキスト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タイトルテキスト</a:t>
            </a:r>
          </a:p>
        </p:txBody>
      </p:sp>
      <p:sp>
        <p:nvSpPr>
          <p:cNvPr id="12" name="本文レベル1…"/>
          <p:cNvSpPr txBox="1"/>
          <p:nvPr>
            <p:ph type="body" sz="quarter" idx="1"/>
          </p:nvPr>
        </p:nvSpPr>
        <p:spPr>
          <a:xfrm>
            <a:off x="1270000" y="50419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3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画像（横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画像"/>
          <p:cNvSpPr/>
          <p:nvPr>
            <p:ph type="pic" idx="21"/>
          </p:nvPr>
        </p:nvSpPr>
        <p:spPr>
          <a:xfrm>
            <a:off x="1622088" y="289099"/>
            <a:ext cx="9753603" cy="65057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タイトルテキスト"/>
          <p:cNvSpPr txBox="1"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pPr/>
            <a:r>
              <a:t>タイトルテキスト</a:t>
            </a:r>
          </a:p>
        </p:txBody>
      </p:sp>
      <p:sp>
        <p:nvSpPr>
          <p:cNvPr id="22" name="本文レベル1…"/>
          <p:cNvSpPr txBox="1"/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23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（中央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タイトルテキスト"/>
          <p:cNvSpPr txBox="1"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3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画像（縦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画像"/>
          <p:cNvSpPr/>
          <p:nvPr>
            <p:ph type="pic" idx="21"/>
          </p:nvPr>
        </p:nvSpPr>
        <p:spPr>
          <a:xfrm>
            <a:off x="2263775" y="613833"/>
            <a:ext cx="12401550" cy="82677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タイトルテキスト"/>
          <p:cNvSpPr txBox="1"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タイトルテキスト</a:t>
            </a:r>
          </a:p>
        </p:txBody>
      </p:sp>
      <p:sp>
        <p:nvSpPr>
          <p:cNvPr id="40" name="本文レベル1…"/>
          <p:cNvSpPr txBox="1"/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4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（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タイトルテキスト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49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タイトルテキスト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57" name="本文レベル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58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、箇条書き、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画像"/>
          <p:cNvSpPr/>
          <p:nvPr>
            <p:ph type="pic" idx="21"/>
          </p:nvPr>
        </p:nvSpPr>
        <p:spPr>
          <a:xfrm>
            <a:off x="4086225" y="2586566"/>
            <a:ext cx="9429750" cy="62865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タイトルテキスト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67" name="本文レベル1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68" name="スライド番号"/>
          <p:cNvSpPr txBox="1"/>
          <p:nvPr>
            <p:ph type="sldNum" sz="quarter" idx="2"/>
          </p:nvPr>
        </p:nvSpPr>
        <p:spPr>
          <a:xfrm>
            <a:off x="6308360" y="9296400"/>
            <a:ext cx="381306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ヒラギノ角ゴ ProN W3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本文レベル1…"/>
          <p:cNvSpPr txBox="1"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76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画像（3点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画像"/>
          <p:cNvSpPr/>
          <p:nvPr>
            <p:ph type="pic" sz="quarter" idx="21"/>
          </p:nvPr>
        </p:nvSpPr>
        <p:spPr>
          <a:xfrm>
            <a:off x="6680200" y="5029200"/>
            <a:ext cx="6054748" cy="4038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画像"/>
          <p:cNvSpPr/>
          <p:nvPr>
            <p:ph type="pic" sz="quarter" idx="22"/>
          </p:nvPr>
        </p:nvSpPr>
        <p:spPr>
          <a:xfrm>
            <a:off x="6502400" y="889000"/>
            <a:ext cx="5867400" cy="39116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画像"/>
          <p:cNvSpPr/>
          <p:nvPr>
            <p:ph type="pic" idx="23"/>
          </p:nvPr>
        </p:nvSpPr>
        <p:spPr>
          <a:xfrm>
            <a:off x="-2374900" y="889000"/>
            <a:ext cx="11982450" cy="79883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21"/>
          </p:nvPr>
        </p:nvSpPr>
        <p:spPr>
          <a:xfrm>
            <a:off x="1270000" y="6362700"/>
            <a:ext cx="10464800" cy="4572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ここに引用を入力してください。”"/>
          <p:cNvSpPr txBox="1"/>
          <p:nvPr>
            <p:ph type="body" sz="quarter" idx="22"/>
          </p:nvPr>
        </p:nvSpPr>
        <p:spPr>
          <a:xfrm>
            <a:off x="1270000" y="4267200"/>
            <a:ext cx="10464800" cy="6096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400"/>
            </a:lvl1pPr>
          </a:lstStyle>
          <a:p>
            <a:pPr/>
            <a:r>
              <a:t>“ここに引用を入力してください。”</a:t>
            </a:r>
          </a:p>
        </p:txBody>
      </p:sp>
      <p:sp>
        <p:nvSpPr>
          <p:cNvPr id="9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写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画像"/>
          <p:cNvSpPr/>
          <p:nvPr>
            <p:ph type="pic" idx="21"/>
          </p:nvPr>
        </p:nvSpPr>
        <p:spPr>
          <a:xfrm>
            <a:off x="-949853" y="0"/>
            <a:ext cx="14904506" cy="994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テキスト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タイトルテキスト</a:t>
            </a:r>
          </a:p>
        </p:txBody>
      </p:sp>
      <p:sp>
        <p:nvSpPr>
          <p:cNvPr id="3" name="本文レベル1…"/>
          <p:cNvSpPr txBox="1"/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4" name="スライド番号"/>
          <p:cNvSpPr txBox="1"/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63899" y="2166816"/>
            <a:ext cx="5080001" cy="5080001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時間"/>
          <p:cNvSpPr txBox="1"/>
          <p:nvPr/>
        </p:nvSpPr>
        <p:spPr>
          <a:xfrm>
            <a:off x="9407260" y="7035800"/>
            <a:ext cx="723901" cy="40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時間</a:t>
            </a:r>
          </a:p>
        </p:txBody>
      </p:sp>
      <p:sp>
        <p:nvSpPr>
          <p:cNvPr id="121" name="価値"/>
          <p:cNvSpPr txBox="1"/>
          <p:nvPr/>
        </p:nvSpPr>
        <p:spPr>
          <a:xfrm rot="16200000">
            <a:off x="6638059" y="3518417"/>
            <a:ext cx="7239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価値</a:t>
            </a:r>
          </a:p>
        </p:txBody>
      </p:sp>
      <p:sp>
        <p:nvSpPr>
          <p:cNvPr id="122" name="テキスト"/>
          <p:cNvSpPr txBox="1"/>
          <p:nvPr/>
        </p:nvSpPr>
        <p:spPr>
          <a:xfrm>
            <a:off x="8487087" y="3550665"/>
            <a:ext cx="861637" cy="906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14:m>
              <m:oMathPara>
                <m:oMathParaPr>
                  <m:jc m:val="center"/>
                </m:oMathParaPr>
                <m:oMath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den>
                  </m:f>
                </m:oMath>
              </m:oMathPara>
            </a14:m>
          </a:p>
        </p:txBody>
      </p:sp>
      <p:sp>
        <p:nvSpPr>
          <p:cNvPr id="123" name="テキスト"/>
          <p:cNvSpPr txBox="1"/>
          <p:nvPr/>
        </p:nvSpPr>
        <p:spPr>
          <a:xfrm>
            <a:off x="7683397" y="5938113"/>
            <a:ext cx="1630817" cy="5261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14:m>
              <m:oMathPara>
                <m:oMathParaPr>
                  <m:jc m:val="center"/>
                </m:oMathParaPr>
                <m:oMath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m:rPr>
                      <m:sty m:val="p"/>
                    </m:rP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exp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</a:p>
        </p:txBody>
      </p:sp>
      <p:sp>
        <p:nvSpPr>
          <p:cNvPr id="124" name="計測の誤り = 双曲性"/>
          <p:cNvSpPr txBox="1"/>
          <p:nvPr/>
        </p:nvSpPr>
        <p:spPr>
          <a:xfrm>
            <a:off x="7472046" y="1361333"/>
            <a:ext cx="4263708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500">
                <a:latin typeface="ヒラギノ丸ゴ ProN W4"/>
                <a:ea typeface="ヒラギノ丸ゴ ProN W4"/>
                <a:cs typeface="ヒラギノ丸ゴ ProN W4"/>
                <a:sym typeface="ヒラギノ丸ゴ ProN W4"/>
              </a:defRPr>
            </a:lvl1pPr>
          </a:lstStyle>
          <a:p>
            <a:pPr/>
            <a:r>
              <a:t>計測の誤り = 双曲性</a:t>
            </a:r>
          </a:p>
        </p:txBody>
      </p:sp>
      <p:grpSp>
        <p:nvGrpSpPr>
          <p:cNvPr id="133" name="グループ"/>
          <p:cNvGrpSpPr/>
          <p:nvPr/>
        </p:nvGrpSpPr>
        <p:grpSpPr>
          <a:xfrm>
            <a:off x="955241" y="3786107"/>
            <a:ext cx="5508854" cy="2668204"/>
            <a:chOff x="-75577" y="-38099"/>
            <a:chExt cx="5508852" cy="2668202"/>
          </a:xfrm>
        </p:grpSpPr>
        <p:pic>
          <p:nvPicPr>
            <p:cNvPr id="125" name="線 線" descr="線 線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 rot="20845646">
              <a:off x="-103970" y="1676339"/>
              <a:ext cx="5565639" cy="352235"/>
            </a:xfrm>
            <a:prstGeom prst="rect">
              <a:avLst/>
            </a:prstGeom>
            <a:effectLst/>
          </p:spPr>
        </p:pic>
        <p:grpSp>
          <p:nvGrpSpPr>
            <p:cNvPr id="129" name="正方形"/>
            <p:cNvGrpSpPr/>
            <p:nvPr/>
          </p:nvGrpSpPr>
          <p:grpSpPr>
            <a:xfrm>
              <a:off x="3828920" y="903758"/>
              <a:ext cx="751062" cy="751062"/>
              <a:chOff x="0" y="0"/>
              <a:chExt cx="751061" cy="751061"/>
            </a:xfrm>
          </p:grpSpPr>
          <p:sp>
            <p:nvSpPr>
              <p:cNvPr id="128" name="正方形"/>
              <p:cNvSpPr/>
              <p:nvPr/>
            </p:nvSpPr>
            <p:spPr>
              <a:xfrm>
                <a:off x="38100" y="38100"/>
                <a:ext cx="674862" cy="67486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ヒラギノ角ゴ ProN W3"/>
                  </a:defRPr>
                </a:pPr>
              </a:p>
            </p:txBody>
          </p:sp>
          <p:pic>
            <p:nvPicPr>
              <p:cNvPr id="127" name="正方形 正方形" descr="正方形 正方形"/>
              <p:cNvPicPr>
                <a:picLocks noChangeAspect="0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0" y="0"/>
                <a:ext cx="751062" cy="751062"/>
              </a:xfrm>
              <a:prstGeom prst="rect">
                <a:avLst/>
              </a:prstGeom>
              <a:effectLst/>
            </p:spPr>
          </p:pic>
        </p:grpSp>
        <p:grpSp>
          <p:nvGrpSpPr>
            <p:cNvPr id="132" name="正方形"/>
            <p:cNvGrpSpPr/>
            <p:nvPr/>
          </p:nvGrpSpPr>
          <p:grpSpPr>
            <a:xfrm>
              <a:off x="331335" y="-38100"/>
              <a:ext cx="2433639" cy="2433638"/>
              <a:chOff x="0" y="0"/>
              <a:chExt cx="2433637" cy="2433637"/>
            </a:xfrm>
          </p:grpSpPr>
          <p:sp>
            <p:nvSpPr>
              <p:cNvPr id="131" name="正方形"/>
              <p:cNvSpPr/>
              <p:nvPr/>
            </p:nvSpPr>
            <p:spPr>
              <a:xfrm>
                <a:off x="38100" y="38100"/>
                <a:ext cx="2357438" cy="23574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ヒラギノ角ゴ ProN W3"/>
                  </a:defRPr>
                </a:pPr>
              </a:p>
            </p:txBody>
          </p:sp>
          <p:pic>
            <p:nvPicPr>
              <p:cNvPr id="130" name="正方形 正方形" descr="正方形 正方形"/>
              <p:cNvPicPr>
                <a:picLocks noChangeAspect="0"/>
              </p:cNvPicPr>
              <p:nvPr/>
            </p:nvPicPr>
            <p:blipFill>
              <a:blip r:embed="rId5">
                <a:extLst/>
              </a:blip>
              <a:stretch>
                <a:fillRect/>
              </a:stretch>
            </p:blipFill>
            <p:spPr>
              <a:xfrm>
                <a:off x="0" y="0"/>
                <a:ext cx="2433638" cy="2433638"/>
              </a:xfrm>
              <a:prstGeom prst="rect">
                <a:avLst/>
              </a:prstGeom>
              <a:effectLst/>
            </p:spPr>
          </p:pic>
        </p:grpSp>
      </p:grpSp>
      <p:sp>
        <p:nvSpPr>
          <p:cNvPr id="134" name="遠近感 = 割引"/>
          <p:cNvSpPr txBox="1"/>
          <p:nvPr/>
        </p:nvSpPr>
        <p:spPr>
          <a:xfrm>
            <a:off x="1985186" y="1361333"/>
            <a:ext cx="2930208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500">
                <a:latin typeface="ヒラギノ丸ゴ ProN W4"/>
                <a:ea typeface="ヒラギノ丸ゴ ProN W4"/>
                <a:cs typeface="ヒラギノ丸ゴ ProN W4"/>
                <a:sym typeface="ヒラギノ丸ゴ ProN W4"/>
              </a:defRPr>
            </a:lvl1pPr>
          </a:lstStyle>
          <a:p>
            <a:pPr/>
            <a:r>
              <a:t>遠近感 = 割引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ヒラギノ角ゴ ProN W3"/>
        <a:ea typeface="ヒラギノ角ゴ ProN W3"/>
        <a:cs typeface="ヒラギノ角ゴ ProN W3"/>
      </a:majorFont>
      <a:minorFont>
        <a:latin typeface="ヒラギノ角ゴ ProN W3"/>
        <a:ea typeface="ヒラギノ角ゴ ProN W3"/>
        <a:cs typeface="ヒラギノ角ゴ ProN W3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ヒラギノ角ゴ ProN W6"/>
            <a:ea typeface="ヒラギノ角ゴ ProN W6"/>
            <a:cs typeface="ヒラギノ角ゴ ProN W6"/>
            <a:sym typeface="ヒラギノ角ゴ ProN W6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ヒラギノ角ゴ ProN W3"/>
        <a:ea typeface="ヒラギノ角ゴ ProN W3"/>
        <a:cs typeface="ヒラギノ角ゴ ProN W3"/>
      </a:majorFont>
      <a:minorFont>
        <a:latin typeface="ヒラギノ角ゴ ProN W3"/>
        <a:ea typeface="ヒラギノ角ゴ ProN W3"/>
        <a:cs typeface="ヒラギノ角ゴ ProN W3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ヒラギノ角ゴ ProN W6"/>
            <a:ea typeface="ヒラギノ角ゴ ProN W6"/>
            <a:cs typeface="ヒラギノ角ゴ ProN W6"/>
            <a:sym typeface="ヒラギノ角ゴ ProN W6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