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notesSlides/notesSlide2.xml" ContentType="application/vnd.openxmlformats-officedocument.presentationml.notesSlide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07" autoAdjust="0"/>
  </p:normalViewPr>
  <p:slideViewPr>
    <p:cSldViewPr snapToGrid="0">
      <p:cViewPr>
        <p:scale>
          <a:sx n="107" d="100"/>
          <a:sy n="107" d="100"/>
        </p:scale>
        <p:origin x="-1065" y="-8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1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55 4609 0 0,'1'-8'1395'0'0,"0"0"0"0"0,1 0 0 0 0,0 1 0 0 0,0-1 0 0 0,5-8 2956 0 0,-6 20-2456 0 0,0 14-338 0 0,-1 21-765 0 0,-6 21-81 0 0,-2 0 0 0 0,-20 76 0 0 0,15-78-514 0 0,1-20-165 0 0,9-29-16 0 0,0-1-1 0 0,1 1 0 0 0,-1 0 0 0 0,2 0 1 0 0,-2 12-1 0 0,7-34 34 0 0,-1 0 1 0 0,9-19-1 0 0,-9 24-1442 0 0,0 1 1 0 0,-1-1-1 0 0,0 0 1 0 0,0-9-1 0 0,-1 9-5415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2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176 537 2761 0 0,'-2'11'14563'0'0,"5"-10"-13982"0"0,16 6 837 0 0,-14-4-1084 0 0,-1-1 0 0 0,0 0 0 0 0,1-1 0 0 0,-1 1 1 0 0,1-1-1 0 0,-1 0 0 0 0,1 0 0 0 0,7 0 0 0 0,19-4-58 0 0,59-16 0 0 0,-77 14-274 0 0,0-1 0 0 0,0-1 0 0 0,0 1 0 0 0,-1-2 0 0 0,21-16 0 0 0,-12 9-3 0 0,-10 6 1 0 0,-1 0 0 0 0,1-1 0 0 0,-1-1 0 0 0,-1 1 0 0 0,0-2 0 0 0,-1 1 0 0 0,0-1 0 0 0,0 0 0 0 0,-2-1 0 0 0,1 0 0 0 0,-2 0 0 0 0,0 0 0 0 0,5-17 0 0 0,-9 25-6 0 0,0 0 0 0 0,0 0-1 0 0,-1 0 1 0 0,0-1 0 0 0,1 1 0 0 0,-2 0 0 0 0,1 0-1 0 0,-1-1 1 0 0,1 1 0 0 0,-4-9 0 0 0,1 6-5 0 0,-1 0-1 0 0,1 1 1 0 0,-1-1 0 0 0,-1 1-1 0 0,-9-13 1 0 0,5 9 11 0 0,-43-52 0 0 0,45 55 0 0 0,0 1 0 0 0,0 0 0 0 0,-1 1 0 0 0,0 0 0 0 0,-18-10 0 0 0,22 14 18 0 0,-1 1 1 0 0,1-1 0 0 0,-1 1-1 0 0,1 0 1 0 0,-6 0-1 0 0,-20-6 79 0 0,6-4-72 0 0,14 6 3 0 0,-1 1 0 0 0,0-1 0 0 0,-17-3 0 0 0,25 7-14 0 0,0 1 0 0 0,-1-1 1 0 0,1 1-1 0 0,0 0 0 0 0,0 0 1 0 0,-1 0-1 0 0,1 0 0 0 0,0 1 1 0 0,0-1-1 0 0,-1 1 0 0 0,1 0 1 0 0,0 0-1 0 0,0 0 0 0 0,0 0 1 0 0,0 1-1 0 0,0-1 0 0 0,-3 3 1 0 0,-23 21 159 0 0,25-21-139 0 0,0 0 0 0 0,0 0 0 0 0,0 0 0 0 0,-1 0 0 0 0,0-1 0 0 0,1 0 1 0 0,-1 0-1 0 0,0-1 0 0 0,-7 4 0 0 0,2-3-41 0 0,1 1-1 0 0,0 1 1 0 0,0 0-1 0 0,0 0 1 0 0,1 1 0 0 0,0 0-1 0 0,0 0 1 0 0,0 1-1 0 0,-10 12 1 0 0,16-17 16 0 0,-2 1 1 0 0,1 0 1 0 0,0 0-1 0 0,0 0 1 0 0,1 0 0 0 0,-1 0-1 0 0,1 1 1 0 0,-1 0-1 0 0,1-1 1 0 0,0 1-1 0 0,0 0 1 0 0,1 0 0 0 0,-3 8-1 0 0,-6 17 10 0 0,8-24-15 0 0,0 1 1 0 0,0-1-1 0 0,1 1 0 0 0,0-1 0 0 0,-1 1 0 0 0,1 10 0 0 0,0 8 78 0 0,2 32 50 0 0,-1-50-121 0 0,1-1-1 0 0,0 1 1 0 0,0-1 0 0 0,1 1 0 0 0,-1-1 0 0 0,1 1-1 0 0,4 7 1 0 0,-4-10 20 0 0,1 1 0 0 0,0-1 0 0 0,0 0 0 0 0,0 1 0 0 0,0-1 0 0 0,1-1 0 0 0,-1 1 0 0 0,1 0 0 0 0,0-1 0 0 0,5 3 0 0 0,1 0 77 0 0,1 0 1 0 0,19 6-1 0 0,-12-6-43 0 0,-13-3-31 0 0,0 0 0 0 0,0 0-1 0 0,0-1 1 0 0,1 1-1 0 0,-1-1 1 0 0,1-1 0 0 0,-1 1-1 0 0,1-1 1 0 0,5 0 0 0 0,-11 0-26 0 0,0 0 0 0 0,1-1 1 0 0,-1 1-1 0 0,1 0 0 0 0,-1 0 0 0 0,0-1 1 0 0,1 1-1 0 0,-1 0 0 0 0,0-1 0 0 0,1 1 1 0 0,-1 0-1 0 0,0-1 0 0 0,0 1 1 0 0,1 0-1 0 0,-1-1 0 0 0,0 1 0 0 0,0 0 1 0 0,0-1-1 0 0,1 0 0 0 0,-1-2-277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5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2 376 4145 0 0,'-1'-3'14906'0'0,"30"11"-13884"0"0,-25-6-916 0 0,0-1 0 0 0,1 1 0 0 0,-1-1 0 0 0,0 0 0 0 0,1 0 0 0 0,-1 0 0 0 0,1-1 0 0 0,-1 1 0 0 0,1-1 0 0 0,-1 0 0 0 0,1-1 0 0 0,-1 1 0 0 0,1-1 0 0 0,6-1 0 0 0,-1-3-100 0 0,0 0 0 0 0,0 0 1 0 0,0-1-1 0 0,-1 0 0 0 0,0-1 0 0 0,0 0 0 0 0,0 0 0 0 0,-1-1 0 0 0,0 0 0 0 0,10-15 0 0 0,6-10-946 0 0,30-56 0 0 0,-46 74 509 0 0,1 0-462 0 0,0-1 1 0 0,-1-1 0 0 0,-1 1-1 0 0,0-1 1 0 0,8-35-1 0 0,-15 51 798 0 0,0-1-1 0 0,1 1 1 0 0,-1 0 0 0 0,0-1-1 0 0,0 1 1 0 0,0 0-1 0 0,0 0 1 0 0,0-1-1 0 0,0 1 1 0 0,-1 0-1 0 0,1 0 1 0 0,0-1-1 0 0,-1 1 1 0 0,1 0-1 0 0,-1 0 1 0 0,1 0 0 0 0,-2-2-1 0 0,1 2 14 0 0,1 1 0 0 0,-1-1 0 0 0,0 1 0 0 0,1-1 0 0 0,-1 1 0 0 0,0-1 0 0 0,0 1 0 0 0,1 0 0 0 0,-1-1 0 0 0,0 1 0 0 0,0 0 0 0 0,0 0 0 0 0,1 0 0 0 0,-1 0 0 0 0,0-1 0 0 0,0 1 0 0 0,0 0 0 0 0,0 0 0 0 0,1 1 0 0 0,-2-1 0 0 0,-4 1-425 0 0,-1 1-1 0 0,1 0 1 0 0,0 0 0 0 0,0 1-1 0 0,-7 3 1 0 0,12-5 457 0 0,-6 2-27 0 0,1 1 0 0 0,0 0 0 0 0,0 0 0 0 0,0 1 0 0 0,0 0 0 0 0,1 0 0 0 0,0 0 0 0 0,0 1 0 0 0,0-1 0 0 0,1 1 0 0 0,0 1 0 0 0,0-1 0 0 0,0 0 0 0 0,1 1 0 0 0,0 0 0 0 0,0 0 0 0 0,-3 12 0 0 0,1 7 1035 0 0,0 1-1 0 0,1-1 1 0 0,1 43-1 0 0,2-34-936 0 0,-5 152 2184 0 0,7-205-2354 0 0,0-1 1 0 0,2 1-1 0 0,0 0 0 0 0,7-24 0 0 0,-8 32-96 0 0,1 1 0 0 0,1 0 0 0 0,-1 0 0 0 0,1 1-1 0 0,1-1 1 0 0,0 1 0 0 0,0 0 0 0 0,0 0-1 0 0,1 0 1 0 0,1 1 0 0 0,11-12 0 0 0,-17 18 241 0 0,0 1 0 0 0,0-1 0 0 0,0 0-1 0 0,0 0 1 0 0,0 1 0 0 0,0-1 0 0 0,0 1 0 0 0,0-1 0 0 0,0 1 0 0 0,0-1 0 0 0,0 1 0 0 0,1 0 0 0 0,-1-1 0 0 0,0 1 0 0 0,0 0-1 0 0,0 0 1 0 0,0 0 0 0 0,1 0 0 0 0,-1 0 0 0 0,0 0 0 0 0,0 0 0 0 0,0 0 0 0 0,1 0 0 0 0,0 1 0 0 0,-1 0 40 0 0,0 0 0 0 0,1 0-1 0 0,-1 0 1 0 0,0 0 0 0 0,0 0 0 0 0,0 0 0 0 0,-1 0 0 0 0,1 0 0 0 0,0 0 0 0 0,0 1 0 0 0,-1-1 0 0 0,1 0 0 0 0,0 0-1 0 0,-1 1 1 0 0,1-1 0 0 0,-1 1 0 0 0,0-1 0 0 0,1 0 0 0 0,-1 2 0 0 0,2 11 161 0 0,2 6 314 0 0,6 20 0 0 0,-8-32-196 0 0,1-1 0 0 0,0 0 1 0 0,0-1-1 0 0,1 1 0 0 0,0 0 0 0 0,5 7 0 0 0,1-1 471 0 0,9 13 63 0 0,-18-25-812 0 0,1 1 0 0 0,-1-1-1 0 0,1 0 1 0 0,-1 1 0 0 0,1-1 0 0 0,-1 0 0 0 0,1 0-1 0 0,-1 0 1 0 0,1 0 0 0 0,0 0 0 0 0,0-1 0 0 0,3 2-1 0 0,-4-2-24 0 0,0 0-1 0 0,0 0 0 0 0,0 0 0 0 0,-1-1 0 0 0,1 1 0 0 0,0 0 1 0 0,0 0-1 0 0,0-1 0 0 0,0 1 0 0 0,0 0 0 0 0,0-1 0 0 0,-1 1 0 0 0,1-1 1 0 0,0 0-1 0 0,0 1 0 0 0,-1-1 0 0 0,1 1 0 0 0,0-1 0 0 0,-1 0 1 0 0,2-1-1 0 0,11-17-592 0 0,-10 15 241 0 0,0-2-255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6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23 3681 0 0,'0'1'325'0'0,"0"0"1"0"0,1 0-1 0 0,-1 0 1 0 0,0 0 0 0 0,0 0-1 0 0,-1 0 1 0 0,1 0-1 0 0,0 0 1 0 0,0 0-1 0 0,0 0 1 0 0,-1 0-1 0 0,1 0 1 0 0,0 0-1 0 0,-1-1 1 0 0,1 1-1 0 0,-1 0 1 0 0,1 0 0 0 0,-1 0-1 0 0,1 0 1 0 0,-1-1-1 0 0,1 1 1 0 0,-1 0-1 0 0,0-1 1 0 0,0 1-1 0 0,1 0 1 0 0,-1-1-1 0 0,0 1 1 0 0,0-1 0 0 0,0 1-1 0 0,0-1 1 0 0,1 0-1 0 0,-1 1 1 0 0,0-1-1 0 0,0 0 1 0 0,0 1-1 0 0,0-1 1 0 0,-2 0 488 0 0,16-1 3751 0 0,17 0-4030 0 0,0-2 0 0 0,0 0 0 0 0,57-16 0 0 0,-63 14-513 0 0,0 1 0 0 0,28-2-1 0 0,-29 4-14 0 0,2-3 57 0 0,-30 6-139 0 0,0-1-1 0 0,0 1 1 0 0,1 1 0 0 0,-8 1 0 0 0,-12 4-2124 0 0,9-5-3541 0 0,5-2-748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5529 0 0,'0'0'145'0'0,"0"-1"0"0"0,1 1 0 0 0,-1 0 0 0 0,1 0 0 0 0,-1 0 0 0 0,1 0 0 0 0,-1-1 0 0 0,0 1-1 0 0,1 0 1 0 0,-1 0 0 0 0,1 0 0 0 0,-1 0 0 0 0,1 0 0 0 0,-1 0 0 0 0,0 0 0 0 0,1 0 0 0 0,-1 0 0 0 0,1 0 0 0 0,-1 1 0 0 0,1-1 0 0 0,-1 0-1 0 0,0 0 1 0 0,1 0 0 0 0,-1 0 0 0 0,1 1 0 0 0,-1-1 0 0 0,0 0 0 0 0,1 0 0 0 0,-1 1 0 0 0,0-1 0 0 0,1 0 0 0 0,-1 1 0 0 0,-1 14 4948 0 0,0-2-5543 0 0,-1 183 4353 0 0,3-100-3445 0 0,-1-71-409 0 0,-1-14 0 0 0,1 0 0 0 0,0 1 0 0 0,1-1 0 0 0,2 14 0 0 0,-4-31-65 0 0,1 1 1 0 0,-1-1-1 0 0,1 0 1 0 0,1-7-1 0 0,1-12-6146 0 0,-1 15 402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7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50 832 0 0,'0'-2'241'0'0,"1"0"0"0"0,0 0 0 0 0,-1 0 1 0 0,0 0-1 0 0,1 0 0 0 0,-1 0 0 0 0,0 0 0 0 0,0-1 0 0 0,0 1 0 0 0,0 0 0 0 0,-1 0 0 0 0,1 0 0 0 0,0 0 1 0 0,-1 0-1 0 0,0 0 0 0 0,1 0 0 0 0,-1 0 0 0 0,0 0 0 0 0,0 0 0 0 0,0 0 0 0 0,0 0 0 0 0,-3-2 0 0 0,3 7 2102 0 0,1 2 1260 0 0,0 29-737 0 0,-7 62 0 0 0,-2 15-2298 0 0,9-75-550 0 0,-1-14 167 0 0,1 1 0 0 0,1-1-1 0 0,6 32 1 0 0,-7-54-177 0 0,0 0 0 0 0,0 0 0 0 0,0 0 0 0 0,0-1 0 0 0,0 1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0,2-10 125 0 0,1-15-222 0 0,-3 22 61 0 0,6-46-1336 0 0,-3 36 496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8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 3681 0 0,'9'-1'10705'0'0,"-5"34"-9532"0"0,-1 1 0 0 0,-3 44 1 0 0,-1-34-640 0 0,1 18-61 0 0,-2 1 0 0 0,-3-1 0 0 0,-16 71 0 0 0,17-123-337 0 0,3-14 20 0 0,1-16-110 0 0,9-29-808 0 0,-5 28-1122 0 0,-1-1-3489 0 0,-1 11-92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3:58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1952 0 0,'2'-2'231'0'0,"-1"0"0"0"0,1 0 0 0 0,-1 0 0 0 0,0-1 0 0 0,0 1 0 0 0,1 0 0 0 0,-1-1 0 0 0,-1 1 0 0 0,1-1-1 0 0,0 1 1 0 0,0-5 0 0 0,0 3 587 0 0,-1 1-1 0 0,1-1 0 0 0,0 1 1 0 0,1 0-1 0 0,2-6 0 0 0,-4 8-714 0 0,1 1 0 0 0,-1-1-1 0 0,1 1 1 0 0,-1-1 0 0 0,1 1-1 0 0,0 0 1 0 0,-1-1 0 0 0,1 1-1 0 0,0-1 1 0 0,-1 1 0 0 0,1 0-1 0 0,0 0 1 0 0,0-1-1 0 0,-1 1 1 0 0,1 0 0 0 0,0 0-1 0 0,0 0 1 0 0,-1 0 0 0 0,1 0-1 0 0,0 0 1 0 0,0 0 0 0 0,0 0-1 0 0,-1 0 1 0 0,1 1 0 0 0,1-1-1 0 0,22 7 689 0 0,-16-4-443 0 0,-3-1-207 0 0,-1-1 1 0 0,1 2-1 0 0,0-1 0 0 0,0 0 0 0 0,-1 1 1 0 0,1 0-1 0 0,-1 0 0 0 0,0 0 1 0 0,0 1-1 0 0,0-1 0 0 0,-1 1 1 0 0,1 0-1 0 0,3 5 0 0 0,-3-2 2 0 0,1 0-1 0 0,-1 0 0 0 0,-1 0 0 0 0,1 0 1 0 0,-1 1-1 0 0,-1 0 0 0 0,4 14 1 0 0,-6-19-92 0 0,0 0 1 0 0,0-1 0 0 0,0 1 0 0 0,0 0 0 0 0,0 0 0 0 0,-1 0 0 0 0,1-1 0 0 0,-1 1-1 0 0,0 0 1 0 0,0-1 0 0 0,0 1 0 0 0,0 0 0 0 0,0-1 0 0 0,0 1 0 0 0,-1-1 0 0 0,0 0 0 0 0,1 1-1 0 0,-1-1 1 0 0,0 0 0 0 0,0 0 0 0 0,0 0 0 0 0,0 0 0 0 0,0-1 0 0 0,0 1 0 0 0,-4 1-1 0 0,-6 5 305 0 0,0-1 0 0 0,-1 0 0 0 0,-20 7 0 0 0,31-13-292 0 0,-4 2 59 0 0,3-2-92 0 0,0 1 0 0 0,0-1 0 0 0,0 0 0 0 0,0 0 0 0 0,0 0 0 0 0,0 0 0 0 0,0-1 0 0 0,0 1 0 0 0,-1-1 0 0 0,-3 0 0 0 0,7 0-33 0 0,0 0 0 0 0,0 0 0 0 0,-1-1 0 0 0,1 1 0 0 0,0 0 0 0 0,0 0 0 0 0,-1-1 0 0 0,1 1 0 0 0,0 0 0 0 0,0-1 0 0 0,0 1 0 0 0,-1 0 0 0 0,1-1 0 0 0,0 1 0 0 0,0 0 0 0 0,0-1 0 0 0,0 1 0 0 0,0 0 0 0 0,0-1 0 0 0,0 1 0 0 0,0 0 0 0 0,0-1 0 0 0,0 1 0 0 0,0 0 0 0 0,0-1 0 0 0,0 1 0 0 0,0 0 0 0 0,0-1 0 0 0,0 1 0 0 0,0-1 0 0 0,4-12-847 0 0,-4 12 607 0 0,2-4-333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4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15 11522 0 0,'6'0'2121'0'0,"-1"-1"-1"0"0,1 0 1 0 0,-1 0-1 0 0,10-3 1 0 0,-15 4-2101 0 0,0 0-1 0 0,0 0 1 0 0,0 0 0 0 0,0 0 0 0 0,0 0 0 0 0,1 0-1 0 0,-1-1 1 0 0,0 1 0 0 0,0 0 0 0 0,0 0 0 0 0,0 0 0 0 0,0 0-1 0 0,0 0 1 0 0,0 0 0 0 0,0 0 0 0 0,0-1 0 0 0,0 1 0 0 0,0 0-1 0 0,0 0 1 0 0,0 0 0 0 0,0 0 0 0 0,1 0 0 0 0,-1 0-1 0 0,0-1 1 0 0,0 1 0 0 0,0 0 0 0 0,0 0 0 0 0,-1 0 0 0 0,1 0-1 0 0,0 0 1 0 0,0-1 0 0 0,0 1 0 0 0,0 0 0 0 0,0 0-1 0 0,0 0 1 0 0,0 0 0 0 0,0-1 0 0 0,0 1-15 0 0,-1 0 0 0 0,1-1-1 0 0,-1 1 1 0 0,1 0 0 0 0,-1 0 0 0 0,1-1 0 0 0,-1 1 0 0 0,1 0-1 0 0,-1 0 1 0 0,1 0 0 0 0,-1 0 0 0 0,1 0 0 0 0,-1-1-1 0 0,1 1 1 0 0,-1 0 0 0 0,1 0 0 0 0,-1 0 0 0 0,1 0 0 0 0,-1 0-1 0 0,1 1 1 0 0,-1-1 0 0 0,0 0 0 0 0,-6 1 13 0 0,0 1 0 0 0,0 0 0 0 0,-9 3 0 0 0,-40 23-48 0 0,33-16-97 0 0,16-8 49 0 0,1 0 1 0 0,0 1 0 0 0,0 0-1 0 0,1 0 1 0 0,-1 0-1 0 0,1 0 1 0 0,0 1 0 0 0,-5 8-1 0 0,9-13 77 0 0,1 0 0 0 0,-1 0-1 0 0,1 0 1 0 0,-1-1 0 0 0,1 1-1 0 0,0 0 1 0 0,-1 0-1 0 0,1 0 1 0 0,0 0 0 0 0,0 0-1 0 0,-1 0 1 0 0,1 0-1 0 0,0 0 1 0 0,0 1 0 0 0,-1 6-60 0 0,1-8 55 0 0,0 0 1 0 0,0 0-1 0 0,0 1 1 0 0,0-1-1 0 0,0 0 0 0 0,0 0 1 0 0,0 1-1 0 0,0-1 1 0 0,0 0-1 0 0,0 0 0 0 0,0 1 1 0 0,0-1-1 0 0,0 0 1 0 0,0 0-1 0 0,1 0 0 0 0,-1 1 1 0 0,0-1-1 0 0,0 0 1 0 0,0 0-1 0 0,0 0 0 0 0,0 1 1 0 0,0-1-1 0 0,1 0 1 0 0,-1 0-1 0 0,0 0 0 0 0,0 0 1 0 0,0 0-1 0 0,1 1 1 0 0,-1-1-1 0 0,0 0 0 0 0,0 0 1 0 0,0 0-1 0 0,1 0 1 0 0,-1 0-1 0 0,0 0 0 0 0,0 0 1 0 0,0 0-1 0 0,1 0 1 0 0,11 0-105 0 0,-2-1 89 0 0,-3 3 15 0 0,0-1 0 0 0,0 1 0 0 0,0 0 0 0 0,-1 1 0 0 0,1-1 0 0 0,-1 1 0 0 0,1 1 0 0 0,-1-1 0 0 0,0 1 0 0 0,8 7 0 0 0,-9-7 7 0 0,-1 0-1 0 0,1 0 1 0 0,-1 0-1 0 0,-1 0 0 0 0,1 1 1 0 0,0 0-1 0 0,-1 0 0 0 0,0 0 1 0 0,0 0-1 0 0,-1 0 1 0 0,1 0-1 0 0,-1 1 0 0 0,2 6 1 0 0,-4-10 3 0 0,0 1 0 0 0,0-1 0 0 0,1 0 0 0 0,-1 0 0 0 0,-1 1-1 0 0,1-1 1 0 0,0 0 0 0 0,0 0 0 0 0,-1 1 0 0 0,0-1 0 0 0,1 0 0 0 0,-1 0 0 0 0,0 0 0 0 0,0 0 0 0 0,0 0 0 0 0,0 0 0 0 0,0 0 0 0 0,-1 0 0 0 0,1 0 0 0 0,0 0 0 0 0,-1-1 0 0 0,0 1 0 0 0,1-1 0 0 0,-1 1 0 0 0,-2 1 0 0 0,-3 2 65 0 0,0-1-1 0 0,0-1 1 0 0,-1 1 0 0 0,1-1-1 0 0,0 0 1 0 0,-10 2 0 0 0,8-3 13 0 0,0 0 1 0 0,0-1 0 0 0,0 0 0 0 0,-13 0-1 0 0,20-2-67 0 0,1 1-1 0 0,0-1 1 0 0,-1 1 0 0 0,1-1-1 0 0,0 0 1 0 0,0 1-1 0 0,-1-1 1 0 0,1 0 0 0 0,0 0-1 0 0,0 0 1 0 0,0 0-1 0 0,0 0 1 0 0,0 0 0 0 0,0 0-1 0 0,0 0 1 0 0,0 0 0 0 0,1 0-1 0 0,-1-1 1 0 0,0 1-1 0 0,0-2 1 0 0,1 2-64 0 0,0 1-1 0 0,0-1 1 0 0,0 1 0 0 0,0 0-1 0 0,0-1 1 0 0,0 1 0 0 0,1-1-1 0 0,-1 1 1 0 0,0 0 0 0 0,0-1 0 0 0,0 1-1 0 0,1-1 1 0 0,-1 1 0 0 0,0 0-1 0 0,0 0 1 0 0,1-1 0 0 0,-1 1-1 0 0,0 0 1 0 0,1-1 0 0 0,-1 1-1 0 0,1 0 1 0 0,-1 0 0 0 0,0 0 0 0 0,1-1-1 0 0,-1 1 1 0 0,0 0 0 0 0,1 0-1 0 0,-1 0 1 0 0,1 0 0 0 0,-1 0-1 0 0,1 0 1 0 0,-1 0 0 0 0,0 0-1 0 0,1 0 1 0 0,-1 0 0 0 0,1 0-1 0 0,0 0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4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56 8290 0 0,'0'-1'15'0'0,"19"-10"3728"0"0,-19 10-3592 0 0,1 1 0 0 0,-1 0 0 0 0,1-1 0 0 0,-1 1 0 0 0,1-1 0 0 0,-1 0 0 0 0,1 1 0 0 0,-1-1 0 0 0,0 1 0 0 0,1-1 0 0 0,-1 0 0 0 0,0 1 0 0 0,1-1 0 0 0,-1 0 0 0 0,0 1 0 0 0,0-1 0 0 0,0 0 0 0 0,0 1 0 0 0,0-1 0 0 0,0 0 0 0 0,0 1 0 0 0,0-1 0 0 0,0 0 0 0 0,0 0-1 0 0,0 1 1 0 0,0-1 0 0 0,0-1 0 0 0,-1 2-114 0 0,1-1-1 0 0,-1 1 1 0 0,1-1-1 0 0,-1 1 1 0 0,1 0-1 0 0,-1-1 1 0 0,1 1-1 0 0,-1 0 1 0 0,1 0-1 0 0,-1-1 1 0 0,0 1-1 0 0,1 0 0 0 0,-1 0 1 0 0,1 0-1 0 0,-1 0 1 0 0,0 0-1 0 0,1 0 1 0 0,-1 0-1 0 0,1 0 1 0 0,-1 0-1 0 0,0 0 1 0 0,1 0-1 0 0,-1 0 1 0 0,1 0-1 0 0,-1 0 0 0 0,0 1 1 0 0,1-1-1 0 0,-1 0 1 0 0,1 0-1 0 0,-1 1 1 0 0,1-1-1 0 0,-1 0 1 0 0,1 1-1 0 0,-1 0 1 0 0,-19 13 232 0 0,18-13-235 0 0,1 1-1 0 0,0 0 0 0 0,0 0 1 0 0,0 0-1 0 0,0 0 1 0 0,1 0-1 0 0,-1 1 1 0 0,0-1-1 0 0,1 0 0 0 0,-1 0 1 0 0,1 0-1 0 0,0 1 1 0 0,0 3-1 0 0,0-5 26 0 0,0 0 1 0 0,0 0-1 0 0,0 0 0 0 0,0 0 0 0 0,0 0 1 0 0,0 0-1 0 0,1 0 0 0 0,-1 0 0 0 0,0 0 1 0 0,1 0-1 0 0,-1-1 0 0 0,0 1 0 0 0,1 0 1 0 0,-1 0-1 0 0,1 0 0 0 0,-1 0 0 0 0,1 0 1 0 0,0-1-1 0 0,-1 1 0 0 0,1 0 0 0 0,0 0 1 0 0,0-1-1 0 0,-1 1 0 0 0,1-1 0 0 0,0 1 1 0 0,0-1-1 0 0,0 1 0 0 0,0-1 0 0 0,0 1 1 0 0,0-1-1 0 0,0 0 0 0 0,1 1 0 0 0,-1-1-24 0 0,1 0 0 0 0,-1 0 0 0 0,0-1 0 0 0,0 1 0 0 0,1 0 0 0 0,-1-1 0 0 0,0 1 0 0 0,0 0 0 0 0,1-1 0 0 0,-1 0 0 0 0,0 1 0 0 0,0-1 0 0 0,0 0 0 0 0,0 1 0 0 0,0-1 0 0 0,0 0 0 0 0,0 0 0 0 0,0 0 0 0 0,0 0 0 0 0,0 0 0 0 0,-1 0 0 0 0,1 0 0 0 0,0 0 0 0 0,-1 0 0 0 0,2-3 0 0 0,0 0-59 0 0,0-1 1 0 0,0 1 0 0 0,0-1 0 0 0,-1 0 0 0 0,2-6 0 0 0,-3 9 19 0 0,1 0-1 0 0,-1 0 1 0 0,0 0 0 0 0,0 0-1 0 0,0 0 1 0 0,0 0 0 0 0,0 0-1 0 0,-1 0 1 0 0,1 0 0 0 0,0 0-1 0 0,-1 0 1 0 0,1 0-1 0 0,-1 0 1 0 0,0 0 0 0 0,-2-3-1 0 0,3 4 1 0 0,-1 1 1 0 0,0-1-1 0 0,0 0 0 0 0,0 1 0 0 0,0-1 0 0 0,0 1 0 0 0,1-1 0 0 0,-1 1 0 0 0,0-1 0 0 0,0 1 0 0 0,0 0 1 0 0,0-1-1 0 0,0 1 0 0 0,-1 0 0 0 0,1 0 0 0 0,0 0 0 0 0,0 0 0 0 0,0 0 0 0 0,0 0 0 0 0,0 0 0 0 0,0 0 1 0 0,0 0-1 0 0,0 0 0 0 0,0 1 0 0 0,0-1 0 0 0,0 0 0 0 0,0 1 0 0 0,0-1 0 0 0,0 1 0 0 0,-1 0 0 0 0,1 0-189 0 0,-11 4 128 0 0,5-1-5974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5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56 6449 0 0,'1'-1'239'0'0,"0"1"-1"0"0,0 0 1 0 0,0-1-1 0 0,0 1 1 0 0,0 0-1 0 0,0-1 1 0 0,0 1 0 0 0,0-1-1 0 0,0 1 1 0 0,0-1-1 0 0,-1 0 1 0 0,1 1-1 0 0,0-1 1 0 0,0 0-1 0 0,-1 0 1 0 0,1 1-1 0 0,0-1 1 0 0,-1 0-1 0 0,1 0 1 0 0,-1 0-1 0 0,1 0 1 0 0,-1 0-1 0 0,0 0 1 0 0,1 0-1 0 0,-1 0 1 0 0,0 0-1 0 0,0 0 1 0 0,1 0-1 0 0,-1 0 1 0 0,0 0-1 0 0,0 0 1 0 0,0-2-1 0 0,0 2-148 0 0,0 0 0 0 0,0 0 0 0 0,0 0 0 0 0,0 0 0 0 0,0 0 0 0 0,0 0 0 0 0,0 0 0 0 0,-1 0 0 0 0,1-1 0 0 0,0 1 0 0 0,-1 0 0 0 0,1 0 0 0 0,0 0 0 0 0,-1 0 0 0 0,1 1-1 0 0,-1-1 1 0 0,0 0 0 0 0,1 0 0 0 0,-1 0 0 0 0,0 0 0 0 0,1 0 0 0 0,-1 1 0 0 0,0-1 0 0 0,0 0 0 0 0,0 1 0 0 0,0-1 0 0 0,1 0 0 0 0,-1 1 0 0 0,0-1 0 0 0,0 1 0 0 0,0 0-1 0 0,0-1 1 0 0,0 1 0 0 0,-2 0 0 0 0,2 0-56 0 0,-1 0-1 0 0,1 0 0 0 0,-1 0 0 0 0,1 0 1 0 0,-1 1-1 0 0,1-1 0 0 0,0 0 0 0 0,-1 1 1 0 0,1-1-1 0 0,0 1 0 0 0,-1 0 0 0 0,1 0 1 0 0,0-1-1 0 0,0 1 0 0 0,-1 0 1 0 0,1 0-1 0 0,0 0 0 0 0,0 0 0 0 0,0 0 1 0 0,0 0-1 0 0,0 1 0 0 0,0-1 0 0 0,1 0 1 0 0,-2 3-1 0 0,-2 2 227 0 0,1 1 1 0 0,0 0-1 0 0,0 0 1 0 0,-1 9 0 0 0,3-13-134 0 0,0-1 0 0 0,1 1 0 0 0,0-1 0 0 0,0 1 0 0 0,0-1 0 0 0,0 1 0 0 0,0 0 0 0 0,0-1 0 0 0,1 1 0 0 0,-1-1 0 0 0,1 1 0 0 0,0-1 0 0 0,-1 1 0 0 0,1-1 0 0 0,3 5 0 0 0,-4-7-108 0 0,0 1-1 0 0,0-1 0 0 0,1 0 1 0 0,-1 1-1 0 0,0-1 0 0 0,1 0 1 0 0,-1 0-1 0 0,0 1 0 0 0,0-1 1 0 0,1 0-1 0 0,-1 0 0 0 0,0 1 1 0 0,1-1-1 0 0,-1 0 0 0 0,1 0 1 0 0,-1 0-1 0 0,0 0 0 0 0,1 1 1 0 0,-1-1-1 0 0,1 0 0 0 0,-1 0 1 0 0,0 0-1 0 0,1 0 0 0 0,-1 0 1 0 0,1 0-1 0 0,-1 0 0 0 0,1 0 1 0 0,12-7 202 0 0,-10 4-198 0 0,0 1-1 0 0,0-1 0 0 0,-1 0 1 0 0,1 0-1 0 0,2-5 1 0 0,-3 4-36 0 0,0 0 0 0 0,0 0 1 0 0,0-1-1 0 0,-1 1 0 0 0,1 0 0 0 0,-1-1 0 0 0,0 1 1 0 0,-1-1-1 0 0,1 0 0 0 0,-1 1 0 0 0,0-1 1 0 0,0 1-1 0 0,-1-7 0 0 0,1 10-29 0 0,0 1 0 0 0,0 0 0 0 0,0-1-1 0 0,0 1 1 0 0,-1 0 0 0 0,1-1 0 0 0,0 1 0 0 0,0 0 0 0 0,0-1 0 0 0,0 1-1 0 0,-1 0 1 0 0,1 0 0 0 0,0-1 0 0 0,0 1 0 0 0,0 0 0 0 0,-1 0 0 0 0,1-1-1 0 0,0 1 1 0 0,-1 0 0 0 0,1 0 0 0 0,0 0 0 0 0,0-1 0 0 0,-1 1-1 0 0,1 0 1 0 0,0 0 0 0 0,-1 0 0 0 0,1 0 0 0 0,0 0 0 0 0,-1 0 0 0 0,1 0-1 0 0,0 0 1 0 0,-1 0 0 0 0,1 0 0 0 0,0 0 0 0 0,-1 0 0 0 0,1 0-1 0 0,0 0 1 0 0,-1 0 0 0 0,1 0 0 0 0,0 0 0 0 0,-1 0 0 0 0,1 0 0 0 0,0 0-1 0 0,-1 1 1 0 0,1-1 0 0 0,0 0 0 0 0,0 0 0 0 0,-1 0 0 0 0,1 1-1 0 0,0-1 1 0 0,0 0 0 0 0,-1 0 0 0 0,1 1 0 0 0,-16 14-3579 0 0,15-15 3290 0 0,-4 5-980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8290 0 0,'0'0'117'0'0,"1"0"1"0"0,-1 0-1 0 0,0 0 1 0 0,0 1-1 0 0,0-1 1 0 0,0 0-1 0 0,1 0 1 0 0,-1 0-1 0 0,0 1 471 0 0,0-1-471 0 0,1 0 1 0 0,-1 0-1 0 0,0 0 1 0 0,0 0-1 0 0,0 0 1 0 0,0 1-1 0 0,0-1 1 0 0,0 0-1 0 0,0 0 1 0 0,0 0-1 0 0,0 0 1 0 0,0 1-1 0 0,0-1 1 0 0,0 0-1 0 0,0 0 1 0 0,0 0-1 0 0,0 1 1 0 0,0-1-1 0 0,0 0 1 0 0,0 0-1 0 0,0 0 1 0 0,0 0 0 0 0,0 1-1 0 0,0-1 1 0 0,0 0-1 0 0,0 0 1 0 0,0 0-1 0 0,0 0 1 0 0,0 1-1 0 0,0-1 1 0 0,0 0-1 0 0,-1 0 1 0 0,1 0-1 0 0,-4 9 123 0 0,3-8-127 0 0,-69 176 4573 0 0,61-151-3903 0 0,2-7-318 0 0,1 0 0 0 0,2 1 1 0 0,-5 30-1 0 0,10-48-585 0 0,2-6 390 0 0,2-6-3352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6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6 1376 0 0,'5'-1'265'0'0,"2"3"4217"0"0,-7-1-4363 0 0,0-1 1 0 0,0 0 0 0 0,0 0 0 0 0,0 0-1 0 0,1 0 1 0 0,-1 0 0 0 0,0 1 0 0 0,0-1-1 0 0,0 0 1 0 0,0 0 0 0 0,1 0 0 0 0,-1 0-1 0 0,0 0 1 0 0,0 0 0 0 0,0 0 0 0 0,1 0-1 0 0,-1 0 1 0 0,0 0 0 0 0,0 0 0 0 0,0 0-1 0 0,1 0 1 0 0,-1 0 0 0 0,0 0 0 0 0,0 0-1 0 0,1 0 1 0 0,-1 0 0 0 0,0 0 0 0 0,0 0-1 0 0,0 0 1 0 0,1 0 0 0 0,-1 0 0 0 0,0 0-1 0 0,1-9 2839 0 0,-7 26 127 0 0,-3 15-807 0 0,-21 48 0 0 0,4-13-1995 0 0,-6 26-21 0 0,32-93-246 0 0,0 1 0 0 0,0-1 1 0 0,0 1-1 0 0,0-1 0 0 0,0 1 1 0 0,0-1-1 0 0,0 1 0 0 0,0-1 1 0 0,-1 1-1 0 0,1-1 0 0 0,0 0 1 0 0,0 1-1 0 0,0-1 0 0 0,-1 1 1 0 0,1-1-1 0 0,0 0 0 0 0,-1 1 1 0 0,1-1-1 0 0,0 1 0 0 0,-1-1 0 0 0,1 0 1 0 0,0 0-1 0 0,-1 1 0 0 0,0-1 1 0 0,1 0-5 0 0,0-1 1 0 0,-1 0 0 0 0,1 1-1 0 0,0-1 1 0 0,0 0 0 0 0,0 1-1 0 0,-1-1 1 0 0,1 0 0 0 0,0 1 0 0 0,0-1-1 0 0,0 0 1 0 0,0 1 0 0 0,1-1-1 0 0,-1 0 1 0 0,0 1 0 0 0,0-1-1 0 0,0-1 1 0 0,5-15-2203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8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84 5985 0 0,'0'0'268'0'0,"1"1"0"0"0,-1-1-1 0 0,1 1 1 0 0,0-1 0 0 0,-1 0-1 0 0,1 0 1 0 0,-1 1 0 0 0,1-1-1 0 0,0 0 1 0 0,-1 0 0 0 0,1 0-1 0 0,0 0 1 0 0,-1 0 0 0 0,1 0-1 0 0,0 0 1 0 0,-1 0 0 0 0,1 0-1 0 0,0 0 1 0 0,-1 0-1 0 0,1 0 1 0 0,0 0 0 0 0,-1 0-1 0 0,1-1 1 0 0,0 1 0 0 0,-1 0-1 0 0,1 0 1 0 0,-1-1 0 0 0,1 1-1 0 0,0-1 1 0 0,0 0 9 0 0,0 0 0 0 0,-1 0 0 0 0,1-1 1 0 0,-1 1-1 0 0,1 0 0 0 0,-1 0 0 0 0,1 0 0 0 0,-1-1 0 0 0,0 1 0 0 0,0 0 1 0 0,0-1-1 0 0,1 1 0 0 0,-2-3 0 0 0,1-2 17 0 0,0-1 0 0 0,-1 0 1 0 0,-1 1-1 0 0,1-1 0 0 0,-3-6 0 0 0,4 12-288 0 0,-1 0-1 0 0,1 0 1 0 0,-1 0-1 0 0,1 0 0 0 0,-1 0 1 0 0,1 0-1 0 0,-1 0 1 0 0,0 0-1 0 0,1 0 1 0 0,-1 1-1 0 0,0-1 1 0 0,0 0-1 0 0,0 1 0 0 0,1-1 1 0 0,-1 0-1 0 0,0 1 1 0 0,0-1-1 0 0,0 1 1 0 0,0-1-1 0 0,0 1 1 0 0,0 0-1 0 0,-2-1 0 0 0,1 1 32 0 0,-1-1-1 0 0,1 1 0 0 0,-1 0 0 0 0,1 1 0 0 0,0-1 1 0 0,-1 0-1 0 0,1 1 0 0 0,0-1 0 0 0,-1 1 1 0 0,-1 1-1 0 0,-4 1 37 0 0,1 1 0 0 0,0 0 0 0 0,0 0 1 0 0,0 1-1 0 0,-8 6 0 0 0,9-5-42 0 0,-1 0-1 0 0,1 1 1 0 0,0 0 0 0 0,0 0-1 0 0,-6 11 1 0 0,10-14 13 0 0,0 0 1 0 0,0-1-1 0 0,0 1 1 0 0,0 0-1 0 0,1 0 0 0 0,0 0 1 0 0,0 1-1 0 0,0-1 1 0 0,0 0-1 0 0,0 0 0 0 0,1 1 1 0 0,0-1-1 0 0,0 7 1 0 0,6 8 132 0 0,-6-19-174 0 0,0 1-1 0 0,0-1 1 0 0,0 1 0 0 0,1-1 0 0 0,-1 0-1 0 0,0 1 1 0 0,0-1 0 0 0,0 1 0 0 0,0-1 0 0 0,1 0-1 0 0,-1 1 1 0 0,0-1 0 0 0,0 0 0 0 0,1 1-1 0 0,-1-1 1 0 0,0 0 0 0 0,1 0 0 0 0,-1 1 0 0 0,0-1-1 0 0,1 0 1 0 0,-1 0 0 0 0,0 1 0 0 0,1-1 0 0 0,-1 0-1 0 0,1 0 1 0 0,-1 0 0 0 0,0 0 0 0 0,1 0-1 0 0,-1 0 1 0 0,1 0 0 0 0,-1 0 0 0 0,0 1 0 0 0,1-2-1 0 0,-1 1 1 0 0,1 0 0 0 0,0 0 0 0 0,22-12 76 0 0,-3 2-201 0 0,-1-1 0 0 0,23-17 0 0 0,-15 5-178 0 0,-19 15 123 0 0,1 1-1 0 0,0-1 1 0 0,20-10-1 0 0,-29 18 179 0 0,0 0-1 0 0,0-1 1 0 0,0 1-1 0 0,0 0 0 0 0,1 0 1 0 0,-1 0-1 0 0,0 0 1 0 0,0 0-1 0 0,0 0 0 0 0,0-1 1 0 0,1 1-1 0 0,-1 0 1 0 0,0 0-1 0 0,0 0 0 0 0,0 0 1 0 0,1 0-1 0 0,-1 0 1 0 0,0 0-1 0 0,0 0 0 0 0,1 0 1 0 0,-1 0-1 0 0,0 0 1 0 0,0 0-1 0 0,0 0 0 0 0,1 0 1 0 0,-1 0-1 0 0,0 0 1 0 0,0 0-1 0 0,0 0 0 0 0,1 0 1 0 0,-1 1-1 0 0,0-1 1 0 0,0 0-1 0 0,0 0 0 0 0,0 0 1 0 0,1 0-1 0 0,-1 0 1 0 0,0 1-1 0 0,-2 9 34 0 0,-12 16 15 0 0,12-21-58 0 0,-7 12-82 0 0,2 1 0 0 0,0-1 1 0 0,1 2-1 0 0,1-1 0 0 0,1 0 0 0 0,-4 28 1 0 0,1 117 83 0 0,3-34 174 0 0,3-122-119 0 0,-1 0-1 0 0,1 0 1 0 0,-1 0 0 0 0,-3 8 0 0 0,4-14-47 0 0,1-1 1 0 0,0 0 0 0 0,0 0-1 0 0,0 1 1 0 0,-1-1 0 0 0,1 0-1 0 0,0 0 1 0 0,0 0 0 0 0,-1 1 0 0 0,1-1-1 0 0,0 0 1 0 0,0 0 0 0 0,-1 0-1 0 0,1 0 1 0 0,0 0 0 0 0,-1 0-1 0 0,1 0 1 0 0,0 0 0 0 0,0 1-1 0 0,-1-1 1 0 0,1 0 0 0 0,0 0-1 0 0,-1 0 1 0 0,1 0 0 0 0,0-1-1 0 0,-1 1 1 0 0,1 0 0 0 0,0 0 0 0 0,0 0-1 0 0,-1 0 1 0 0,1 0 0 0 0,0 0-1 0 0,-1 0 1 0 0,1 0 0 0 0,0-1-1 0 0,0 1 1 0 0,-1 0 0 0 0,1 0-1 0 0,0 0 1 0 0,0-1 0 0 0,0 1-1 0 0,-1 0 1 0 0,1-1 0 0 0,-15-11-22 0 0,12 9 10 0 0,-27-23-316 0 0,15 11 128 0 0,-30-20 0 0 0,40 30 135 0 0,1 0-1 0 0,-1 0 0 0 0,0 0 1 0 0,1-1-1 0 0,0 0 0 0 0,1 0 1 0 0,-1 0-1 0 0,-3-10 1 0 0,-4-4-298 0 0,10 17 360 0 0,-1 0 1 0 0,1 1 0 0 0,0-1-1 0 0,0 0 1 0 0,0 0 0 0 0,0 0-1 0 0,0 0 1 0 0,1 0 0 0 0,0 0 0 0 0,-1 0-1 0 0,1 0 1 0 0,0 0 0 0 0,0 0-1 0 0,1 0 1 0 0,-1 0 0 0 0,1 0-1 0 0,0-3 1 0 0,1 1 74 0 0,0 1-1 0 0,0-1 1 0 0,0 1 0 0 0,0 0-1 0 0,1 0 1 0 0,0 0-1 0 0,0 0 1 0 0,0 0 0 0 0,0 0-1 0 0,4-3 1 0 0,-2 3 31 0 0,-1 0-1 0 0,1 1 1 0 0,0-1 0 0 0,0 1 0 0 0,0 0 0 0 0,0 0 0 0 0,1 1-1 0 0,-1 0 1 0 0,1 0 0 0 0,-1 0 0 0 0,1 0 0 0 0,0 1-1 0 0,0 0 1 0 0,-1 0 0 0 0,1 1 0 0 0,0-1 0 0 0,0 1-1 0 0,0 0 1 0 0,0 1 0 0 0,0 0 0 0 0,7 1 0 0 0,1 4 139 0 0,-13-5-226 0 0,1 0 1 0 0,-1 0 0 0 0,0-1-1 0 0,1 1 1 0 0,-1-1-1 0 0,0 1 1 0 0,1-1-1 0 0,-1 0 1 0 0,1 1 0 0 0,-1-1-1 0 0,1 0 1 0 0,-1 0-1 0 0,0 0 1 0 0,1 0 0 0 0,-1 0-1 0 0,3-1 1 0 0,2 0 25 0 0,15-3-7 0 0,-21 4-37 0 0,1 0 0 0 0,-1 0 0 0 0,0 0 0 0 0,1 0 0 0 0,-1 0 0 0 0,0-1 0 0 0,1 1 0 0 0,-1 0 0 0 0,0 0 0 0 0,1 0 0 0 0,-1-1 0 0 0,0 1 0 0 0,0 0-1 0 0,1 0 1 0 0,-1-1 0 0 0,0 1 0 0 0,0 0 0 0 0,1-1 0 0 0,-1 1 0 0 0,0 0 0 0 0,0-1 0 0 0,0 1 0 0 0,1 0 0 0 0,-1-1 0 0 0,0 1 0 0 0,0 0 0 0 0,0-1 0 0 0,0 1 0 0 0,0 0 0 0 0,0-1 0 0 0,0 1 0 0 0,0-1 0 0 0,0 1 0 0 0,0 0 0 0 0,0-1 0 0 0,0 1 0 0 0,0 0 0 0 0,0-1 0 0 0,0 1 0 0 0,0-1 0 0 0,-1 1 0 0 0,1-1 0 0 0,-17-6-1513 0 0,13 4 783 0 0,3 3 595 0 0,1 0 1 0 0,-1-1 0 0 0,1 1-1 0 0,-1 0 1 0 0,0 0 0 0 0,1-1-1 0 0,-1 1 1 0 0,1-1 0 0 0,-1 1-1 0 0,1 0 1 0 0,-1-1 0 0 0,1 1-1 0 0,0-1 1 0 0,-1 1 0 0 0,1-1-1 0 0,0 1 1 0 0,-1-1 0 0 0,1 0-1 0 0,0 1 1 0 0,0-1 0 0 0,-1 1-1 0 0,1-1 1 0 0,0 1 0 0 0,0-1-1 0 0,0 0 1 0 0,0 1-1 0 0,0-1 1 0 0,0 0 0 0 0,0 0-1 0 0,1-2 135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8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4609 0 0,'2'-1'767'0'0,"1"1"0"0"0,-1-1 1 0 0,0 1-1 0 0,0 0 0 0 0,0 0 0 0 0,0 0 0 0 0,0 0 1 0 0,1 0-1 0 0,-1 0 0 0 0,0 1 0 0 0,3 0 0 0 0,-4-1-535 0 0,1 1 0 0 0,-1-1 0 0 0,0 1 0 0 0,1-1 1 0 0,-1 1-1 0 0,0 0 0 0 0,0-1 0 0 0,0 1 0 0 0,0 0 0 0 0,0 0 0 0 0,0 0 0 0 0,0 0 0 0 0,0 0 0 0 0,0 0 0 0 0,0 0 0 0 0,0 0 0 0 0,0 0 0 0 0,0 3 0 0 0,5 9-2573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9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4609 0 0,'1'5'697'0'0,"1"0"1"0"0,-2 0-1 0 0,1 1 1 0 0,0-1 0 0 0,-1 0-1 0 0,0 1 1 0 0,0-1-1 0 0,-2 7 1 0 0,1 1 176 0 0,-3 22 1854 0 0,3-27-2403 0 0,-1-1-1 0 0,2 1 1 0 0,-1-1 0 0 0,1 10 0 0 0,1-13-795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20 456 0 0,'9'-2'2442'0'0,"7"4"6203"0"0,3-1-1755 0 0,50-10-4975 0 0,-42 5-1928 0 0,37-1 1 0 0,-67 4-1559 0 0,-7 0-149 0 0,-5 4-1070 0 0,9 0 1623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09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1376 0 0,'0'0'107'0'0,"1"0"189"0"0,-1 0-1 0 0,1 0 1 0 0,0 1-1 0 0,-1-1 1 0 0,1 0-1 0 0,-1 1 1 0 0,0-1-1 0 0,1 0 1 0 0,-1 1-1 0 0,1-1 1 0 0,-1 1-1 0 0,0-1 1 0 0,1 1-1 0 0,-1-1 1 0 0,0 1-1 0 0,1-1 1 0 0,-1 1-1 0 0,0-1 1 0 0,0 1-1 0 0,1 0 1 0 0,-1-1-1 0 0,0 1 1 0 0,0-1-1 0 0,0 1 1 0 0,0-1-1 0 0,0 1 1 0 0,0 0-1 0 0,0-1 1 0 0,0 2-1 0 0,0 18 1664 0 0,-10 63 1010 0 0,5-50-2681 0 0,2-1 0 0 0,1 1 0 0 0,2 36 0 0 0,2-59-352 0 0,-2-9 59 0 0,0-1 0 0 0,0 0 0 0 0,0 0 0 0 0,0 0 0 0 0,0 0 0 0 0,0 0 0 0 0,0 0 0 0 0,0 0-1 0 0,0 0 1 0 0,0 0 0 0 0,1 0 0 0 0,-1 0 0 0 0,0 0 0 0 0,0 0 0 0 0,0 0 0 0 0,0 0 0 0 0,0 0 0 0 0,0 0 0 0 0,0 0-1 0 0,0 0 1 0 0,0 0 0 0 0,0 0 0 0 0,0 0 0 0 0,0 0 0 0 0,0 0 0 0 0,0 0 0 0 0,0 0 0 0 0,0 0 0 0 0,0 0 0 0 0,1 0 0 0 0,-1 0-1 0 0,0 0 1 0 0,0 0 0 0 0,0 0 0 0 0,0 0 0 0 0,0 0 0 0 0,0 0 0 0 0,0 0 0 0 0,0 0 0 0 0,0 0 0 0 0,0 0 0 0 0,0 0-1 0 0,0 0 1 0 0,0 0 0 0 0,0 0 0 0 0,0 0 0 0 0,0 0 0 0 0,0 0 0 0 0,0 0 0 0 0,0 0 0 0 0,1 0 0 0 0,-1 0 0 0 0,0 0-1 0 0,0 0 1 0 0,0 0 0 0 0,0 0 0 0 0,0 0 0 0 0,0-1 0 0 0,0 1 0 0 0,0 0 0 0 0,0 0 0 0 0,0 0 0 0 0,5-16-1890 0 0,-3 9 503 0 0,1 0-3323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29 5985 0 0,'1'-1'304'0'0,"-1"0"-1"0"0,1 0 1 0 0,-1 0-1 0 0,1 0 1 0 0,-1 0-1 0 0,0 0 1 0 0,1 0-1 0 0,-1 0 1 0 0,0 0 0 0 0,0 0-1 0 0,1 0 1 0 0,-1-1-1 0 0,0 1-97 0 0,0 0-1 0 0,0 1 0 0 0,0-1 1 0 0,1 1-1 0 0,-1-1 1 0 0,0 1-1 0 0,0-1 1 0 0,0 0-1 0 0,0 1 1 0 0,0-1-1 0 0,0 1 0 0 0,0-1 1 0 0,0 0-1 0 0,-1 1 1 0 0,1-1-1 0 0,0 1 1 0 0,0-1-1 0 0,0 1 1 0 0,-1-1-1 0 0,1 1 0 0 0,0-1 1 0 0,-1 1-1 0 0,1-1 1 0 0,-1 1-117 0 0,1 0-1 0 0,-1 0 1 0 0,1 0 0 0 0,0 1 0 0 0,-1-1-1 0 0,1 0 1 0 0,0 0 0 0 0,-1 1 0 0 0,1-1-1 0 0,0 0 1 0 0,-1 1 0 0 0,1-1 0 0 0,0 0-1 0 0,-1 1 1 0 0,1-1 0 0 0,0 1 0 0 0,0-1-1 0 0,0 0 1 0 0,-1 1 0 0 0,1-1 0 0 0,0 1-1 0 0,0-1 1 0 0,0 1 0 0 0,0-1 0 0 0,0 1-1 0 0,-2 15 418 0 0,1-12-265 0 0,-11 100 1933 0 0,-21 126-1596 0 0,30-210-529 0 0,0 0 0 0 0,-1 32 0 0 0,6-59-78 0 0,-1 1-1 0 0,1 0 1 0 0,0 0 0 0 0,1 0-1 0 0,-1 0 1 0 0,1 1-1 0 0,5-9 1 0 0,-1 2-287 0 0,-3 4-219 0 0,0 0-1 0 0,1 1 0 0 0,0 0 0 0 0,0 0 1 0 0,1 0-1 0 0,0 1 0 0 0,0 0 1 0 0,1 0-1 0 0,9-7 0 0 0,-1 7-397 0 0,-14 6 908 0 0,-1 0 0 0 0,1 0 0 0 0,-1 0 0 0 0,1 0 0 0 0,-1 0 1 0 0,1 0-1 0 0,-1 0 0 0 0,1 0 0 0 0,-1 1 0 0 0,1-1 0 0 0,-1 0 0 0 0,0 0 0 0 0,1 0 0 0 0,-1 0 1 0 0,1 1-1 0 0,-1-1 0 0 0,0 0 0 0 0,1 1 0 0 0,-1-1 0 0 0,1 1 0 0 0,0 0 13 0 0,-1 1 0 0 0,1-1 0 0 0,0 1 0 0 0,-1-1 0 0 0,1 1 0 0 0,-1-1-1 0 0,0 1 1 0 0,1 0 0 0 0,-1-1 0 0 0,0 1 0 0 0,0 0 0 0 0,0-1 0 0 0,0 1 0 0 0,-1 3 0 0 0,0 12 882 0 0,2 35 1 0 0,-1-44-407 0 0,1 0 1 0 0,1 0-1 0 0,-1 0 0 0 0,1 0 1 0 0,1 0-1 0 0,4 10 0 0 0,-7-17-406 0 0,1 0 1 0 0,-1 0-1 0 0,1 0 0 0 0,-1 0 0 0 0,1 0 0 0 0,-1-1 0 0 0,1 1 0 0 0,-1 0 0 0 0,1 0 1 0 0,0 0-1 0 0,0-1 0 0 0,-1 1 0 0 0,1-1 0 0 0,0 1 0 0 0,0 0 0 0 0,0-1 1 0 0,0 1-1 0 0,0-1 0 0 0,0 0 0 0 0,0 1 0 0 0,0-1 0 0 0,0 0 0 0 0,1 1 0 0 0,0-1-7 0 0,0-1-1 0 0,0 1 0 0 0,-1 0 0 0 0,1-1 0 0 0,0 1 0 0 0,-1-1 0 0 0,1 1 0 0 0,-1-1 0 0 0,1 0 0 0 0,-1 0 0 0 0,1 0 0 0 0,2-2 0 0 0,3-3 7 0 0,0 0 0 0 0,-1-1-1 0 0,12-14 1 0 0,-18 21-55 0 0,26-30-694 0 0,-19 27 107 0 0,-7 3 559 0 0,1 0 0 0 0,-1 0 0 0 0,0 0 0 0 0,0 0 0 0 0,1 0 0 0 0,-1 0 0 0 0,0 0 0 0 0,1 0 0 0 0,-1 0 0 0 0,0-1 0 0 0,0 1 0 0 0,1 0 0 0 0,-1 0 0 0 0,0 0 0 0 0,0 0 0 0 0,1-1 0 0 0,-1 1 0 0 0,0 0 0 0 0,0 0 0 0 0,1 0 0 0 0,-1-1 0 0 0,0 1 1 0 0,0 0-1 0 0,0 0 0 0 0,0-1 0 0 0,1 1 0 0 0,-1 0 0 0 0,0 0 0 0 0,0-1 0 0 0,0 1 0 0 0,0 0 0 0 0,0-1 0 0 0,0 1 0 0 0,0 0 0 0 0,0 0 0 0 0,0-1 0 0 0,0 1 0 0 0,2-7-574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1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5985 0 0,'8'-1'6606'0'0,"-12"16"-2905"0"0,4-13-4320 0 0,-4 9 1119 0 0,-15 67 957 0 0,17-70-1419 0 0,1 0 0 0 0,0 0-1 0 0,1 1 1 0 0,0-1 0 0 0,0 0-1 0 0,1 0 1 0 0,3 14 0 0 0,-4-21-30 0 0,0 0-1 0 0,0 0 1 0 0,1 0 0 0 0,-1 0 0 0 0,0 0-1 0 0,1-1 1 0 0,-1 1 0 0 0,0 0 0 0 0,1 0-1 0 0,-1-1 1 0 0,1 1 0 0 0,-1 0 0 0 0,1 0-1 0 0,0-1 1 0 0,-1 1 0 0 0,1-1 0 0 0,0 1-1 0 0,-1 0 1 0 0,1-1 0 0 0,0 1 0 0 0,0-1 0 0 0,0 1 1 0 0,0-1 1 0 0,0 0 0 0 0,0 0 0 0 0,0 0 0 0 0,-1 0-1 0 0,1 0 1 0 0,0 0 0 0 0,0-1 0 0 0,0 1 0 0 0,0 0 0 0 0,-1 0-1 0 0,1-1 1 0 0,0 1 0 0 0,0 0 0 0 0,0-1 0 0 0,-1 1-1 0 0,2-2 1 0 0,4-2-9 0 0,0-1 0 0 0,-1 0 0 0 0,0 0 0 0 0,5-8 0 0 0,-4 6-161 0 0,-1 2 57 0 0,9-10-758 0 0,0-1-1 0 0,-1 0 1 0 0,19-33-1 0 0,-30 36 350 0 0,-1 8 54 0 0,-1 12-651 0 0,1 12 1696 0 0,5 26 0 0 0,-4-39-390 0 0,-1 0 0 0 0,1 0 1 0 0,0 0-1 0 0,0 0 1 0 0,0-1-1 0 0,1 1 0 0 0,0-1 1 0 0,6 10-1 0 0,-9-15-164 0 0,1 1 0 0 0,-1-1 0 0 0,0 1 1 0 0,1-1-1 0 0,-1 0 0 0 0,0 1 0 0 0,1-1 0 0 0,-1 1 0 0 0,1-1 0 0 0,-1 0 1 0 0,1 1-1 0 0,-1-1 0 0 0,1 0 0 0 0,-1 0 0 0 0,1 1 0 0 0,-1-1 0 0 0,1 0 1 0 0,-1 0-1 0 0,1 0 0 0 0,0 0 0 0 0,-1 0 0 0 0,1 1 0 0 0,-1-1 0 0 0,1 0 1 0 0,-1 0-1 0 0,1-1 0 0 0,0 1 0 0 0,-1 0 0 0 0,1 0 0 0 0,-1 0 0 0 0,1 0 1 0 0,-1 0-1 0 0,1-1 0 0 0,-1 1 0 0 0,2-1 0 0 0,0-1-79 0 0,1 0 0 0 0,-1 0 0 0 0,0 0 0 0 0,0 0 0 0 0,4-5 0 0 0,7-8-1803 0 0,-12 14 1601 0 0,-1 1 15 0 0,1-1 0 0 0,-1 1 1 0 0,1-1-1 0 0,0 1 0 0 0,-1 0 0 0 0,1-1 0 0 0,-1 1 0 0 0,1 0 1 0 0,0 0-1 0 0,-1 0 0 0 0,1-1 0 0 0,0 1 0 0 0,-1 0 1 0 0,1 0-1 0 0,0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12 2304 0 0,'1'-1'533'0'0,"0"0"-1"0"0,0 0 1 0 0,-1 0-1 0 0,1 0 0 0 0,0 0 1 0 0,1 0-1 0 0,-1 1 1 0 0,0-1-1 0 0,0 0 0 0 0,0 1 1 0 0,0-1-1 0 0,0 1 1 0 0,3-1-1 0 0,1 5 1662 0 0,-3 8-1657 0 0,-24 410 4744 0 0,21-414-5251 0 0,0 6 81 0 0,-1-1 0 0 0,0 1 0 0 0,-6 16 0 0 0,8-30-104 0 0,0 0 0 0 0,0 0 0 0 0,0 1 1 0 0,0-1-1 0 0,0 0 0 0 0,0 0 0 0 0,0 0 0 0 0,0 0 0 0 0,0 0 1 0 0,0 0-1 0 0,0 1 0 0 0,0-1 0 0 0,0 0 0 0 0,0 0 0 0 0,0 0 1 0 0,0 0-1 0 0,0 0 0 0 0,0 0 0 0 0,0 1 0 0 0,0-1 0 0 0,0 0 1 0 0,0 0-1 0 0,0 0 0 0 0,-1 0 0 0 0,1 0 0 0 0,0 0 0 0 0,0 0 1 0 0,0 0-1 0 0,0 0 0 0 0,0 1 0 0 0,0-1 0 0 0,0 0 0 0 0,0 0 1 0 0,-1 0-1 0 0,1 0 0 0 0,0 0 0 0 0,0 0 0 0 0,0 0 1 0 0,0 0-1 0 0,0 0 0 0 0,0 0 0 0 0,0 0 0 0 0,-1 0 0 0 0,1 0 1 0 0,0 0-1 0 0,0 0 0 0 0,0 0 0 0 0,0 0 0 0 0,0 0 0 0 0,0 0 1 0 0,-1 0-1 0 0,1 0 0 0 0,0 0 0 0 0,0 0 0 0 0,-3-9 155 0 0,0-13-194 0 0,3 14-129 0 0,0-1 0 0 0,1 1 0 0 0,0 0 1 0 0,0 0-1 0 0,1-1 0 0 0,0 1 0 0 0,1 0 0 0 0,-1 1 0 0 0,7-13 0 0 0,-7 16-117 0 0,1 0-1 0 0,0-1 1 0 0,0 1-1 0 0,0 1 1 0 0,1-1-1 0 0,-1 0 0 0 0,1 1 1 0 0,0 0-1 0 0,0-1 1 0 0,0 2-1 0 0,0-1 1 0 0,1 0-1 0 0,-1 1 1 0 0,1 0-1 0 0,0 0 0 0 0,-1 0 1 0 0,6-1-1 0 0,0 0 148 0 0,-6 2-22 0 0,1 0 0 0 0,-1 0 0 0 0,0 0 0 0 0,7 0 0 0 0,-9 1 125 0 0,-1 0 1 0 0,1 0-1 0 0,0 0 1 0 0,-1 0-1 0 0,1 1 1 0 0,-1-1-1 0 0,0 1 1 0 0,1-1-1 0 0,-1 1 1 0 0,1 0-1 0 0,-1-1 1 0 0,0 1 0 0 0,1 0-1 0 0,-1 0 1 0 0,0 0-1 0 0,0 0 1 0 0,2 1-1 0 0,0 2 107 0 0,0 0-1 0 0,0 1 1 0 0,0-1-1 0 0,0 1 1 0 0,0-1-1 0 0,-1 1 1 0 0,0 0-1 0 0,0 0 0 0 0,-1 0 1 0 0,1 0-1 0 0,0 7 1 0 0,0-5 56 0 0,-2-1 0 0 0,1 1-1 0 0,-1 0 1 0 0,0-1 0 0 0,0 1 0 0 0,-1 0 0 0 0,1-1 0 0 0,-4 12-1 0 0,3-16 9 0 0,1-1 0 0 0,0 1 0 0 0,-1-1 0 0 0,0 0 0 0 0,1 1 0 0 0,-1-1 0 0 0,0 0 0 0 0,0 1 0 0 0,0-1-1 0 0,0 0 1 0 0,0 0 0 0 0,0 0 0 0 0,0 0 0 0 0,0 0 0 0 0,0 0 0 0 0,0 0 0 0 0,-1 0 0 0 0,1 0-1 0 0,0 0 1 0 0,-1-1 0 0 0,1 1 0 0 0,-1-1 0 0 0,1 1 0 0 0,-2 0 0 0 0,1-1-24 0 0,-1 0 0 0 0,1 0 0 0 0,0 0 0 0 0,0 0 0 0 0,-1 0 0 0 0,1-1 0 0 0,0 1 0 0 0,0-1 0 0 0,0 1 0 0 0,-1-1 0 0 0,1 0 0 0 0,0 0 0 0 0,0 0 1 0 0,0 0-1 0 0,-2-1 0 0 0,-10-8 295 0 0,7 5-229 0 0,1 0-1 0 0,-1 1 1 0 0,0 0-1 0 0,0 1 1 0 0,-12-5-1 0 0,19 8-187 0 0,0 0-1 0 0,0-1 1 0 0,0 1 0 0 0,0 0-1 0 0,-1 0 1 0 0,1 0-1 0 0,0 0 1 0 0,0 0 0 0 0,0 0-1 0 0,0 0 1 0 0,0 0-1 0 0,0 0 1 0 0,0 0 0 0 0,-1 0-1 0 0,1 1 1 0 0,0-1-1 0 0,0 0 1 0 0,0 0 0 0 0,0 0-1 0 0,0 0 1 0 0,0 0-1 0 0,0 0 1 0 0,0 0 0 0 0,0 0-1 0 0,-1 0 1 0 0,1 0-1 0 0,0 0 1 0 0,0 0 0 0 0,0 0-1 0 0,0 0 1 0 0,0 1 0 0 0,0-1-1 0 0,0 0 1 0 0,0 0-1 0 0,0 0 1 0 0,0 0 0 0 0,0 0-1 0 0,0 0 1 0 0,0 0-1 0 0,0 0 1 0 0,0 1 0 0 0,0-1-1 0 0,0 0 1 0 0,0 0-1 0 0,0 0 1 0 0,0 0 0 0 0,0 0-1 0 0,0 0 1 0 0,0 0-1 0 0,0 0 1 0 0,0 1 0 0 0,0-1-1 0 0,0 0 1 0 0,0 3-1247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54 9218 0 0,'2'-53'9825'0'0,"-7"72"-6263"0"0,-3 12-3552 0 0,7-29-5 0 0,1-1 1 0 0,0 0 0 0 0,0 1-1 0 0,0-1 1 0 0,0 1 0 0 0,1-1-1 0 0,-1 1 1 0 0,0-1 0 0 0,0 1-1 0 0,1-1 1 0 0,-1 0 0 0 0,1 1-1 0 0,0-1 1 0 0,-1 0 0 0 0,1 1-1 0 0,0-1 1 0 0,0 0 0 0 0,1 3-1 0 0,-1-4-1 0 0,0 0 1 0 0,-1 1-1 0 0,1-1 0 0 0,0 0 1 0 0,0 1-1 0 0,-1-1 0 0 0,1 0 0 0 0,0 0 1 0 0,0 1-1 0 0,0-1 0 0 0,-1 0 1 0 0,1 0-1 0 0,0 0 0 0 0,0 0 0 0 0,0 0 1 0 0,0 0-1 0 0,-1-1 0 0 0,1 1 1 0 0,0 0-1 0 0,0 0 0 0 0,-1 0 0 0 0,1-1 1 0 0,0 1-1 0 0,0 0 0 0 0,-1-1 1 0 0,1 1-1 0 0,0-1 0 0 0,-1 1 0 0 0,1-1 1 0 0,0 1-1 0 0,-1-1 0 0 0,2 0 1 0 0,0-1 10 0 0,0-1 1 0 0,1 1 0 0 0,-1 0-1 0 0,0 0 1 0 0,0-1 0 0 0,-1 1-1 0 0,3-5 1 0 0,-3 5-18 0 0,6-16-33 0 0,-7 17 34 0 0,0 1 0 0 0,0-1 0 0 0,1 1 0 0 0,-1-1 1 0 0,0 1-1 0 0,0-1 0 0 0,0 1 0 0 0,0-1 0 0 0,0 1 0 0 0,0-1 0 0 0,0 1 0 0 0,0-1 0 0 0,0 0 0 0 0,0 1 0 0 0,0-1 0 0 0,-1 1 0 0 0,1-1 0 0 0,0 1 0 0 0,0-1 0 0 0,0 1 0 0 0,-1-1 1 0 0,1 1-1 0 0,0 0 0 0 0,0-1 0 0 0,-1 1 0 0 0,1-1 0 0 0,-1 1 0 0 0,0-1 0 0 0,0 1 1 0 0,1 0 0 0 0,-1-1 0 0 0,0 1 0 0 0,0 0 0 0 0,0 0 0 0 0,0 0 0 0 0,0 1 0 0 0,0-1 0 0 0,1 0 0 0 0,-1 0 0 0 0,0 0 0 0 0,0 1 0 0 0,0-1 0 0 0,0 0 0 0 0,1 1 0 0 0,-1-1 0 0 0,-1 1 0 0 0,-15 11 0 0 0,14-10 0 0 0,3-2 11 0 0,-1 0-1 0 0,1 1 1 0 0,0-1 0 0 0,-1 0-1 0 0,1 1 1 0 0,0-1 0 0 0,-1 1-1 0 0,1-1 1 0 0,0 0 0 0 0,0 1-1 0 0,-1-1 1 0 0,1 1 0 0 0,0-1-1 0 0,0 1 1 0 0,0-1 0 0 0,0 1-1 0 0,-1-1 1 0 0,1 1 0 0 0,0-1-1 0 0,0 1 1 0 0,0-1 0 0 0,0 1-1 0 0,0-1 1 0 0,0 1 0 0 0,1-1-1 0 0,-1 1 1 0 0,2 0-13 0 0,1-1 0 0 0,-1-1 0 0 0,1 1 0 0 0,0 0 0 0 0,-1-1 0 0 0,0 1 0 0 0,1-1 0 0 0,-1 0 1 0 0,4-1-1 0 0,1-5-3751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4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18 9674 0 0,'2'-2'4234'0'0,"-2"1"-4140"0"0,-3-4 1469 0 0,2 4-1521 0 0,1 0-1 0 0,-1 0 1 0 0,1 0-1 0 0,-1 1 0 0 0,0-1 1 0 0,0 0-1 0 0,1 1 0 0 0,-1-1 1 0 0,0 1-1 0 0,0-1 1 0 0,0 1-1 0 0,1-1 0 0 0,-3 0 1 0 0,1 2 72 0 0,-1-1 0 0 0,0 0 0 0 0,1 1 1 0 0,-1-1-1 0 0,1 1 0 0 0,-1 0 0 0 0,1 0 0 0 0,-1 0 1 0 0,1 0-1 0 0,0 1 0 0 0,-1-1 0 0 0,1 0 1 0 0,0 1-1 0 0,0 0 0 0 0,0-1 0 0 0,0 1 0 0 0,0 0 1 0 0,0 0-1 0 0,-1 3 0 0 0,-5 4 190 0 0,1 1-1 0 0,-10 18 1 0 0,14-24-218 0 0,0 1 0 0 0,0 0 0 0 0,1-1 1 0 0,0 1-1 0 0,0 0 0 0 0,0 0 0 0 0,1 0 0 0 0,-1 1 0 0 0,1-1 0 0 0,0 0 0 0 0,1 0 0 0 0,-1 1 0 0 0,1-1 1 0 0,0 0-1 0 0,2 11 0 0 0,-1-8 37 0 0,1 0 1 0 0,0 0 0 0 0,1 0 0 0 0,-1 0-1 0 0,7 12 1 0 0,-7-17-75 0 0,0 0 0 0 0,0 0 0 0 0,0-1 0 0 0,1 1 0 0 0,-1 0 0 0 0,0-1 0 0 0,1 0 0 0 0,0 0 0 0 0,0 0 0 0 0,0 0 0 0 0,0 0 0 0 0,0 0 0 0 0,0-1 0 0 0,0 1 0 0 0,0-1 0 0 0,4 1 0 0 0,-4-1-32 0 0,0 0 0 0 0,0 0 0 0 0,-1 0 0 0 0,1-1 0 0 0,0 1 0 0 0,0-1 0 0 0,0 0 1 0 0,-1 0-1 0 0,1 0 0 0 0,0 0 0 0 0,0-1 0 0 0,0 1 0 0 0,0-1 0 0 0,-1 1 0 0 0,1-1 0 0 0,0 0 0 0 0,-1 0 0 0 0,1 0 1 0 0,0-1-1 0 0,-1 1 0 0 0,5-4 0 0 0,6 0-17 0 0,-12 5 0 0 0,0-1 0 0 0,1 1 0 0 0,-1-1 0 0 0,0 1 0 0 0,0-1 0 0 0,0 1 0 0 0,1-1 0 0 0,-1 0 0 0 0,0 1 0 0 0,0-1 0 0 0,1-1 0 0 0,6-10-399 0 0,-5 7-507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4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8 7370 0 0,'14'-4'4934'0'0,"-21"0"-2201"0"0,4 4-2646 0 0,0 0 0 0 0,0 1 0 0 0,0-1 0 0 0,0 1 0 0 0,0-1 0 0 0,0 1 0 0 0,0 0 1 0 0,0 0-1 0 0,0 0 0 0 0,0 0 0 0 0,1 1 0 0 0,-1-1 0 0 0,1 1 0 0 0,-1 0 0 0 0,1 0 1 0 0,-1 0-1 0 0,-1 2 0 0 0,-49 42 1066 0 0,50-43-1148 0 0,0 0-1 0 0,0 0 0 0 0,1 1 0 0 0,-1-1 0 0 0,1 1 0 0 0,0-1 0 0 0,0 1 0 0 0,0 0 0 0 0,0 0 0 0 0,1 0 0 0 0,-2 7 0 0 0,1-5 0 0 0,1 0-1 0 0,0 0 1 0 0,0 0-1 0 0,1 0 1 0 0,0 1 0 0 0,0-1-1 0 0,1 8 1 0 0,-1-12-5 0 0,1 1-1 0 0,-1-1 1 0 0,1 0 0 0 0,0 1-1 0 0,-1-1 1 0 0,1 0 0 0 0,0 0 0 0 0,0 0-1 0 0,1 0 1 0 0,-1 0 0 0 0,0 0-1 0 0,1 0 1 0 0,-1 0 0 0 0,1 0 0 0 0,0-1-1 0 0,0 1 1 0 0,-1-1 0 0 0,5 3-1 0 0,-3-2-3 0 0,1 0 0 0 0,0-1-1 0 0,-1 0 1 0 0,1 1-1 0 0,0-1 1 0 0,0-1 0 0 0,0 1-1 0 0,0-1 1 0 0,0 1 0 0 0,5-1-1 0 0,2-1-12 0 0,-1 0 1 0 0,1-1-1 0 0,-1 0 0 0 0,0 0 1 0 0,0-1-1 0 0,0 0 0 0 0,17-9 0 0 0,-23 10-11 0 0,-1 0-1 0 0,1 0 0 0 0,-1 0 0 0 0,0-1 0 0 0,0 1 1 0 0,0-1-1 0 0,0 0 0 0 0,-1 0 0 0 0,1 0 1 0 0,-1 0-1 0 0,1 0 0 0 0,-1 0 0 0 0,0-1 0 0 0,2-4 1 0 0,-3 5 29 0 0,0 1 0 0 0,-1-1 0 0 0,1 0 0 0 0,-1 0 0 0 0,1 1 0 0 0,-1-1 0 0 0,0 0 0 0 0,0 0 0 0 0,0 0 0 0 0,0 1 0 0 0,-1-1 0 0 0,1 0 0 0 0,-1 0 0 0 0,1 1 0 0 0,-1-1 0 0 0,0 0 0 0 0,0 1 0 0 0,-1-1 0 0 0,1 1 0 0 0,0-1 0 0 0,-3-2 0 0 0,2 3-59 0 0,-1-1 1 0 0,1 1-1 0 0,-1 0 1 0 0,1 0-1 0 0,-1 0 1 0 0,0 0-1 0 0,0 1 1 0 0,1-1-1 0 0,-1 1 1 0 0,-1 0-1 0 0,1-1 1 0 0,0 1-1 0 0,0 1 1 0 0,0-1-1 0 0,-1 0 1 0 0,1 1-1 0 0,0 0 1 0 0,0 0-1 0 0,-1 0 1 0 0,1 0-1 0 0,0 0 1 0 0,-1 1-1 0 0,1-1 1 0 0,0 1-1 0 0,0 0 1 0 0,0 0-1 0 0,0 0 1 0 0,-4 2-1 0 0,4-1-204 0 0,0 0 1 0 0,1 0-1 0 0,0 0 0 0 0,0 0 0 0 0,-1 0 0 0 0,1 1 0 0 0,1-1 1 0 0,-1 1-1 0 0,0 0 0 0 0,-1 3 0 0 0,1-2-494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5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7 456 0 0,'11'-3'668'0'0,"-7"2"609"0"0,0 0 1 0 0,1 0-1 0 0,-1 1 1 0 0,0 0-1 0 0,7-1 0 0 0,-9 2-893 0 0,0-1 0 0 0,0 1 0 0 0,0 0 0 0 0,0-1 0 0 0,0 1 0 0 0,0 0 0 0 0,0 0 0 0 0,0 0 0 0 0,0 0-1 0 0,0 1 1 0 0,-1-1 0 0 0,1 0 0 0 0,0 1 0 0 0,1 1 0 0 0,-1 0-293 0 0,1 1 0 0 0,-1-1 1 0 0,0 1-1 0 0,0-1 0 0 0,0 1 0 0 0,0 0 0 0 0,0 0 1 0 0,-1 0-1 0 0,0 0 0 0 0,0 0 0 0 0,0 0 0 0 0,0 0 1 0 0,-1 1-1 0 0,0-1 0 0 0,1 0 0 0 0,-2 0 0 0 0,1 6 0 0 0,-3 8-107 0 0,1 1 0 0 0,-9 27-1 0 0,8-37 13 0 0,3-5 0 0 0,-1 0 0 0 0,0-1 1 0 0,0 1-1 0 0,0-1 0 0 0,0 1 0 0 0,0-1 1 0 0,-1 1-1 0 0,0-1 0 0 0,1 0 0 0 0,-1 0 1 0 0,-1 0-1 0 0,-1 4 0 0 0,3-10 55 0 0,0 1-1 0 0,1 0 1 0 0,-1-1 0 0 0,1 1-1 0 0,0 0 1 0 0,0-1 0 0 0,0-3 0 0 0,1-2-88 0 0,1-1 0 0 0,0 1 1 0 0,0 0-1 0 0,1 1 0 0 0,0-1 1 0 0,0 0-1 0 0,8-13 1 0 0,-6 13-434 0 0,1 0 0 0 0,0 0 0 0 0,0 1 1 0 0,0 0-1 0 0,1 0 0 0 0,0 0 1 0 0,0 1-1 0 0,1 0 0 0 0,0 0 0 0 0,16-8 1 0 0,-22 12 411 0 0,0 1 0 0 0,0 1 1 0 0,0-1-1 0 0,0 0 1 0 0,0 1-1 0 0,1-1 0 0 0,-1 1 1 0 0,0-1-1 0 0,0 1 0 0 0,0 0 1 0 0,1 0-1 0 0,-1 0 0 0 0,4 1 1 0 0,-5-1 37 0 0,0 0 0 0 0,0 1 0 0 0,0-1 0 0 0,-1 1 0 0 0,1 0 0 0 0,0-1 0 0 0,0 1 0 0 0,0 0 0 0 0,0-1 0 0 0,-1 1 0 0 0,1 0 0 0 0,0 0 0 0 0,-1 0 0 0 0,1 0 0 0 0,-1 0 0 0 0,1-1 1 0 0,-1 1-1 0 0,1 0 0 0 0,-1 0 0 0 0,0 0 0 0 0,1 0 0 0 0,-1 0 0 0 0,0 0 0 0 0,0 1 0 0 0,0-1 0 0 0,0 0 0 0 0,0 0 0 0 0,0 0 0 0 0,0 2 0 0 0,-1 9 363 0 0,0 0 0 0 0,-6 23 0 0 0,5-23 66 0 0,-1 0 0 0 0,0 23 1 0 0,6-13 1219 0 0,-3-21-1619 0 0,0-1-1 0 0,0 0 1 0 0,0 0-1 0 0,0 0 1 0 0,0 0-1 0 0,0 0 1 0 0,0 0-1 0 0,0 0 1 0 0,0 0-1 0 0,0 0 1 0 0,0 1-1 0 0,0-1 1 0 0,0 0-1 0 0,0 0 1 0 0,0 0 0 0 0,0 0-1 0 0,0 0 1 0 0,0 0-1 0 0,0 0 1 0 0,1 0-1 0 0,-1 0 1 0 0,0 0-1 0 0,0 0 1 0 0,0 0-1 0 0,0 0 1 0 0,0 0-1 0 0,0 0 1 0 0,0 1-1 0 0,0-1 1 0 0,1 0 0 0 0,-1 0-1 0 0,0 0 1 0 0,0 0-1 0 0,0 0 1 0 0,0 0-1 0 0,0 0 1 0 0,0 0-1 0 0,0 0 1 0 0,0 0-1 0 0,1-1 1 0 0,-1 1-1 0 0,0 0 1 0 0,0 0-1 0 0,0 0 1 0 0,0 0-1 0 0,0 0 1 0 0,0 0 0 0 0,0 0-1 0 0,0 0 1 0 0,0 0-1 0 0,7-12-367 0 0,9-24-1849 0 0,-3 9-2298 0 0,-9 18 1506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1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1296 0 0,'1'0'62'0'0,"0"0"-1"0"0,1 0 1 0 0,-1 1-1 0 0,1-1 1 0 0,-1 0-1 0 0,0 1 1 0 0,1-1-1 0 0,-1 1 1 0 0,0-1-1 0 0,0 1 0 0 0,0 0 1 0 0,1-1-1 0 0,-1 1 1 0 0,0 0-1 0 0,0 0 1 0 0,0 0-1 0 0,0 0 1 0 0,0 0-1 0 0,0 0 1 0 0,0 0-1 0 0,-1 0 1 0 0,1 0-1 0 0,0 1 1 0 0,0-1-1 0 0,-1 0 1 0 0,1 0-1 0 0,-1 1 0 0 0,1-1 1 0 0,-1 0-1 0 0,0 1 1 0 0,1 1-1 0 0,0 6 644 0 0,0 0 0 0 0,0-1 0 0 0,-2 18 0 0 0,1-14-387 0 0,0 0 373 0 0,0 0 0 0 0,1-1 0 0 0,1 1 0 0 0,0 0-1 0 0,0 0 1 0 0,1-1 0 0 0,1 1 0 0 0,-1-1 0 0 0,2 0 0 0 0,6 12-1 0 0,-9-20-530 0 0,0-1 0 0 0,0 0 0 0 0,0 1 0 0 0,0-1 0 0 0,0 0 0 0 0,1 0 0 0 0,-1 0 0 0 0,1 0 0 0 0,-1-1 0 0 0,1 1 0 0 0,0-1 0 0 0,-1 0 0 0 0,1 1 0 0 0,0-1 0 0 0,0 0 0 0 0,0-1 0 0 0,0 1 0 0 0,0 0 0 0 0,0-1-1 0 0,0 0 1 0 0,0 0 0 0 0,0 0 0 0 0,0 0 0 0 0,0 0 0 0 0,1 0 0 0 0,-1-1 0 0 0,0 0 0 0 0,0 1 0 0 0,-1-1 0 0 0,1 0 0 0 0,0-1 0 0 0,0 1 0 0 0,0 0 0 0 0,3-3 0 0 0,3 2 1398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2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1660 1209 6449 0 0,'10'-1'1387'0'0,"-1"0"-1"0"0,1 1 1 0 0,0 0-1 0 0,-1 0 1 0 0,14 3-1 0 0,19 0-507 0 0,29-2 595 0 0,86-4-357 0 0,-138 1-1091 0 0,0-1 1 0 0,-1 0 0 0 0,1-2 0 0 0,-1 0 0 0 0,-1-1-1 0 0,26-12 1 0 0,-1-2 57 0 0,85-49-7 0 0,-112 59-89 0 0,-1 0-1 0 0,-1 0 1 0 0,0-2-1 0 0,-1 0 1 0 0,0 0-1 0 0,16-22 1 0 0,-16 16-51 0 0,-1 0 1 0 0,-1-1 0 0 0,-1 0 0 0 0,12-32 0 0 0,-8 8-370 0 0,10-50 1 0 0,-19 69 133 0 0,-1 1 0 0 0,0-1 0 0 0,-2 0 0 0 0,-1-1 0 0 0,-5-46-1 0 0,2 55 288 0 0,0 1 1 0 0,-1-1-1 0 0,0 1 0 0 0,-1-1 0 0 0,-1 1 0 0 0,-1 1 0 0 0,0-1 0 0 0,-1 1 0 0 0,-17-24 0 0 0,9 19 13 0 0,0 1 1 0 0,-1 0-1 0 0,-1 2 0 0 0,-1 0 0 0 0,-40-26 0 0 0,28 24-10 0 0,0 2 1 0 0,-1 1-1 0 0,-51-17 1 0 0,21 14 26 0 0,-68-12 0 0 0,-63 0 200 0 0,181 28-196 0 0,-322-41 251 0 0,-2 23 842 0 0,269 22-266 0 0,-94 15 1 0 0,-65 24 611 0 0,203-36-1413 0 0,-27 5 82 0 0,1 3-1 0 0,0 1 0 0 0,-71 32 1 0 0,38-10 288 0 0,38-18-69 0 0,-71 40 0 0 0,109-54-313 0 0,0 1 0 0 0,0-1 0 0 0,0 1 0 0 0,1 1 0 0 0,-1-1 0 0 0,1 1 0 0 0,0 0 0 0 0,1 0 0 0 0,0 0 0 0 0,-7 14 0 0 0,6-11-64 0 0,1 1 0 0 0,1 0-1 0 0,0 0 1 0 0,0 1 0 0 0,1-1-1 0 0,1 1 1 0 0,-1 13 0 0 0,1-8-25 0 0,2-1 0 0 0,0 0 0 0 0,1 0-1 0 0,0 0 1 0 0,1 0 0 0 0,1-1 0 0 0,0 1 0 0 0,1-1 0 0 0,1 0 0 0 0,0 0 0 0 0,9 15 0 0 0,-3-11 48 0 0,1-1 1 0 0,0 0 0 0 0,17 15 0 0 0,50 43 4 0 0,-9-10 9 0 0,-39-33 32 0 0,2-1 0 0 0,1-2 1 0 0,1-1-1 0 0,2-2 0 0 0,0-2 0 0 0,59 27 0 0 0,-43-28 136 0 0,1-2 0 0 0,0-3 0 0 0,2-2 1 0 0,0-3-1 0 0,0-2 0 0 0,102 5 0 0 0,-135-15-79 0 0,-1-1 1 0 0,1-1 0 0 0,-1-1-1 0 0,0-2 1 0 0,1 0-1 0 0,-2-1 1 0 0,1-2 0 0 0,37-14-1 0 0,-55 18-64 0 0,0 0-1 0 0,0 0 1 0 0,0-1-1 0 0,0 1 1 0 0,0-1-1 0 0,7-8 1 0 0,-11 11-44 0 0,-1 0 1 0 0,1 1-1 0 0,0-1 1 0 0,0 0-1 0 0,-1 0 1 0 0,1 0 0 0 0,0 0-1 0 0,-1 0 1 0 0,1 0-1 0 0,-1 0 1 0 0,1 0-1 0 0,-1 0 1 0 0,0 0-1 0 0,1 0 1 0 0,-1 0-1 0 0,0-1 1 0 0,0 1-1 0 0,0 0 1 0 0,0 0-1 0 0,0 0 1 0 0,0 0-1 0 0,0 0 1 0 0,0-1-1 0 0,0 1 1 0 0,0 0-1 0 0,-1 0 1 0 0,1 0 0 0 0,0 0-1 0 0,-1 0 1 0 0,1 0-1 0 0,-1 0 1 0 0,1 0-1 0 0,-1 0 1 0 0,0 0-1 0 0,1 0 1 0 0,-1 0-1 0 0,0 0 1 0 0,0 1-1 0 0,1-1 1 0 0,-1 0-1 0 0,0 0 1 0 0,-2 0-1 0 0,-2-3-348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21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31 5985 0 0,'-1'-6'1009'0'0,"1"4"-581"0"0,-1 1-1 0 0,1 0 1 0 0,0-1-1 0 0,0 1 1 0 0,-1 0-1 0 0,1-1 1 0 0,0 1 0 0 0,0-1-1 0 0,0 1 1 0 0,1 0-1 0 0,-1-1 1 0 0,0 1-1 0 0,0 0 1 0 0,1-1-1 0 0,0-1 1 0 0,0 3-316 0 0,-1 0 1 0 0,1 0-1 0 0,-1 0 1 0 0,1 0-1 0 0,-1 0 1 0 0,1 1-1 0 0,-1-1 1 0 0,1 0-1 0 0,-1 0 1 0 0,0 1-1 0 0,1-1 1 0 0,-1 0-1 0 0,1 1 1 0 0,-1-1-1 0 0,0 1 1 0 0,1-1-1 0 0,-1 0 1 0 0,0 1-1 0 0,1-1 1 0 0,-1 1-1 0 0,0-1 1 0 0,0 1-1 0 0,0-1 1 0 0,1 2-1 0 0,5 14 824 0 0,-5-14-738 0 0,9 30 376 0 0,-2 0 0 0 0,7 59-1 0 0,-4-22 132 0 0,5 76-37 0 0,-5-26-651 0 0,-5-89-19 0 0,-6-28 4 0 0,1-1-1 0 0,-1 1 1 0 0,1-1 0 0 0,0 0-1 0 0,-1 1 1 0 0,1-1 0 0 0,0 1-1 0 0,0-1 1 0 0,-1 0-1 0 0,1 1 1 0 0,0-1 0 0 0,0 0-1 0 0,1 0 1 0 0,-1 0 0 0 0,0 0-1 0 0,3 2 1 0 0,-4-3 21 0 0,1 0 0 0 0,-1 0 0 0 0,1 0 0 0 0,-1 0 0 0 0,1 0 0 0 0,-1 0 0 0 0,1 0 0 0 0,-1 0 0 0 0,0-1 0 0 0,1 1 0 0 0,-1 0 0 0 0,1 0 0 0 0,-1 0 0 0 0,1 0 0 0 0,-1-1 0 0 0,1 1 0 0 0,-1 0 0 0 0,0 0 0 0 0,1-1 0 0 0,-1 1 0 0 0,0 0 0 0 0,1-1 0 0 0,-1 1 0 0 0,0-1 0 0 0,1 1 0 0 0,-1 0 0 0 0,0-1 0 0 0,1 0 0 0 0,8-16 314 0 0,-6 9-249 0 0,1 2-49 0 0,0 1 1 0 0,1-1-1 0 0,-1 0 0 0 0,1 1 1 0 0,0 0-1 0 0,1 0 0 0 0,10-7 0 0 0,2 1 53 0 0,25-12-1 0 0,-29 16-26 0 0,1-1 0 0 0,-2 0 0 0 0,25-18 1 0 0,97-91 206 0 0,-101 85 98 0 0,52-65 1 0 0,-83 94-355 0 0,0 0-104 0 0,-3 4 113 0 0,-2 7-1575 0 0,1-7 1008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24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8290 0 0,'4'-13'1026'0'0,"-1"2"-299"0"0,1 0 1 0 0,0 1-1 0 0,11-20 0 0 0,-14 28-562 0 0,1-1 0 0 0,0 1 0 0 0,-1-1 0 0 0,1 1 0 0 0,1 0 0 0 0,-1 0 0 0 0,0 0 0 0 0,0 0 0 0 0,1 0 0 0 0,-1 0 0 0 0,1 1 0 0 0,-1-1 0 0 0,1 1 0 0 0,0 0 0 0 0,0 0 0 0 0,0 0 0 0 0,-1 0 0 0 0,1 0 0 0 0,5 0 0 0 0,3 0-111 0 0,-1 0 0 0 0,1 2 1 0 0,0-1-1 0 0,-1 1 1 0 0,1 0-1 0 0,-1 1 0 0 0,0 0 1 0 0,1 1-1 0 0,-1 0 1 0 0,0 1-1 0 0,0 0 0 0 0,-1 1 1 0 0,1 0-1 0 0,-1 0 1 0 0,0 1-1 0 0,-1 0 0 0 0,1 0 1 0 0,-1 1-1 0 0,0 0 1 0 0,-1 1-1 0 0,0 0 1 0 0,0 0-1 0 0,0 0 0 0 0,-1 1 1 0 0,-1 0-1 0 0,1 0 1 0 0,-1 0-1 0 0,5 15 0 0 0,-9-20-49 0 0,0 1 1 0 0,0-1-1 0 0,-1 0 0 0 0,1 0 0 0 0,-1 1 0 0 0,0-1 0 0 0,0 0 0 0 0,0 0 0 0 0,-1 1 0 0 0,1-1 1 0 0,-1 0-1 0 0,0 0 0 0 0,0 0 0 0 0,-1 0 0 0 0,1 0 0 0 0,-1 0 0 0 0,0 0 0 0 0,0 0 0 0 0,0-1 0 0 0,-5 6 1 0 0,-4 6-22 0 0,-2 0 1 0 0,0-2 0 0 0,-19 17-1 0 0,20-19-8 0 0,-166 165-761 0 0,158-157 785 0 0,16-16 0 0 0,0 0 0 0 0,0 1 0 0 0,0 0 0 0 0,0 0 0 0 0,1 0 0 0 0,0 0 0 0 0,-3 5 0 0 0,6-9 13 0 0,0 1 0 0 0,0 0 0 0 0,0-1 0 0 0,0 1 0 0 0,0-1 0 0 0,0 1 0 0 0,0 0 0 0 0,0-1 0 0 0,0 1 0 0 0,0 0 0 0 0,0-1-1 0 0,1 1 1 0 0,-1-1 0 0 0,0 1 0 0 0,0-1 0 0 0,1 1 0 0 0,-1-1 0 0 0,0 1 0 0 0,1-1 0 0 0,-1 1 0 0 0,1-1 0 0 0,-1 1 0 0 0,1-1 0 0 0,-1 1-1 0 0,1-1 1 0 0,-1 0 0 0 0,1 1 0 0 0,-1-1 0 0 0,1 0 0 0 0,-1 1 0 0 0,1-1 0 0 0,0 0 0 0 0,0 0 0 0 0,24 10 742 0 0,-22-9-661 0 0,10 3 115 0 0,1-1 1 0 0,0 0-1 0 0,-1-1 0 0 0,1-1 1 0 0,0 0-1 0 0,0-1 0 0 0,16-2 1 0 0,97-18 499 0 0,-102 15-517 0 0,120-31 520 0 0,-129 31-651 0 0,32-4 0 0 0,-41 8-51 0 0,1 1 0 0 0,-1-1 0 0 0,0 1 0 0 0,0 1-1 0 0,0-1 1 0 0,0 1 0 0 0,8 2 0 0 0,-14-2-23 0 0,-1-1 0 0 0,1 0 1 0 0,0 0-1 0 0,0 1 1 0 0,0-1-1 0 0,0 0 0 0 0,-1 1 1 0 0,1-1-1 0 0,0 1 1 0 0,-1-1-1 0 0,1 1 0 0 0,0-1 1 0 0,-1 1-1 0 0,1-1 1 0 0,0 1-1 0 0,0 1 0 0 0,-1-2-6 0 0,0 1 0 0 0,0-1 0 0 0,0 0 0 0 0,1 1 0 0 0,-1-1 0 0 0,0 1 0 0 0,0-1 0 0 0,0 0 0 0 0,0 1 0 0 0,0-1 0 0 0,0 1 0 0 0,-1-1 0 0 0,1 0 0 0 0,0 1 0 0 0,0-1 0 0 0,0 1 0 0 0,0-1 0 0 0,0 0 0 0 0,-1 1 0 0 0,1-1 0 0 0,0 0 0 0 0,0 1 0 0 0,0-1 0 0 0,-1 0 0 0 0,1 1 0 0 0,-2 0-44 0 0,1 0 0 0 0,0 0 0 0 0,-1 1 0 0 0,1-1 0 0 0,-1 0 0 0 0,1-1 0 0 0,-1 1 0 0 0,0 0 0 0 0,0 0 0 0 0,1-1 0 0 0,-1 1 0 0 0,0-1 0 0 0,0 1 0 0 0,-2-1 0 0 0,-40 2-2899 0 0,23-2-3065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25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1214 920 0 0,'11'9'-430'0'0,"2"8"6018"0"0,1 0 3163 0 0,2 0-6415 0 0,-10-10-1669 0 0,1 0 0 0 0,0 0 0 0 0,14 9 0 0 0,-18-14-580 0 0,1 0-1 0 0,-1 0 1 0 0,1 0-1 0 0,0-1 0 0 0,-1 0 1 0 0,1 0-1 0 0,0 0 1 0 0,0 0-1 0 0,0 0 0 0 0,0-1 1 0 0,0 1-1 0 0,7-2 0 0 0,15-2 178 0 0,-1-2 0 0 0,1 0-1 0 0,-1-2 1 0 0,35-15 0 0 0,-33 13-142 0 0,9-4 35 0 0,50-26 0 0 0,-70 30-112 0 0,-1 0 0 0 0,0-1 0 0 0,0-1 0 0 0,-1 0 0 0 0,17-18 0 0 0,-2-2-39 0 0,-1-1 1 0 0,-2-1-1 0 0,-1-2 1 0 0,22-38-1 0 0,-37 54-1 0 0,-1-1 1 0 0,-1 0-1 0 0,11-40 1 0 0,-15 45-5 0 0,-2 1 1 0 0,0-1-1 0 0,0 0 1 0 0,-2 0-1 0 0,0 1 0 0 0,-3-24 1 0 0,-3 6-2 0 0,-1 1 0 0 0,-2 0 0 0 0,-1 1 0 0 0,-1 0 0 0 0,-23-41 0 0 0,10 25-32 0 0,-38-54 0 0 0,48 80 21 0 0,-1 1 1 0 0,-1 1-1 0 0,-1 1 0 0 0,0 0 1 0 0,-21-15-1 0 0,-5 4-6 0 0,-1 1-1 0 0,-59-26 1 0 0,26 14 5 0 0,59 29 12 0 0,0 2 0 0 0,0 0 0 0 0,-1 0 0 0 0,-27-5 0 0 0,38 11 0 0 0,0 1 0 0 0,-1 0 0 0 0,1 0 0 0 0,0 1 0 0 0,-1 0 0 0 0,1 0 0 0 0,0 1 0 0 0,0 0 0 0 0,-1 1 0 0 0,1 0 0 0 0,0 0 0 0 0,0 1 0 0 0,-10 4 0 0 0,-39 22 0 0 0,-68 28 0 0 0,99-48 1 0 0,-17 7 21 0 0,1 1 1 0 0,-58 32-1 0 0,88-43-17 0 0,1 2 1 0 0,0-1-1 0 0,1 1 0 0 0,0 1 1 0 0,0 0-1 0 0,1 1 1 0 0,0 0-1 0 0,0 0 1 0 0,1 0-1 0 0,0 1 1 0 0,1 1-1 0 0,-11 23 1 0 0,11-17 15 0 0,1 1 1 0 0,1 1-1 0 0,1-1 1 0 0,0 1-1 0 0,2 0 1 0 0,0 0-1 0 0,1 0 1 0 0,1 0-1 0 0,3 22 1 0 0,5 19 91 0 0,27 96 1 0 0,-30-135-111 0 0,4 15 12 0 0,0 2 79 0 0,2-1-1 0 0,16 38 1 0 0,-22-63-71 0 0,1-2 0 0 0,0 1-1 0 0,1-1 1 0 0,0 0 0 0 0,1 0 0 0 0,0-1 0 0 0,1 0-1 0 0,0 0 1 0 0,0-1 0 0 0,14 10 0 0 0,-7-8 66 0 0,1-1 0 0 0,0-1 0 0 0,0 0 0 0 0,1-1 0 0 0,0-1 0 0 0,1-1 0 0 0,23 5 0 0 0,138 16 938 0 0,-166-25-908 0 0,31 1 382 0 0,-41-3-448 0 0,1 0-1 0 0,-1-1 1 0 0,0 1 0 0 0,1-1 0 0 0,-1 0 0 0 0,1 0 0 0 0,7-3 0 0 0,-12 4-58 0 0,1-1 0 0 0,-1 1 0 0 0,1 0 0 0 0,-1-1 0 0 0,0 1 0 0 0,1 0 1 0 0,-1-1-1 0 0,0 1 0 0 0,1 0 0 0 0,-1-1 0 0 0,0 1 0 0 0,0 0 0 0 0,1-1 0 0 0,-1 1 1 0 0,0-1-1 0 0,0 1 0 0 0,0-1 0 0 0,1 1 0 0 0,-1 0 0 0 0,0-1 0 0 0,0 1 0 0 0,0-1 1 0 0,0 1-1 0 0,0-1 0 0 0,0 1 0 0 0,0-1 0 0 0,0 1 0 0 0,0-1 0 0 0,0 1 0 0 0,0-1 1 0 0,-1 1-1 0 0,1-1 0 0 0,0 1 0 0 0,0 0 0 0 0,0-1 0 0 0,-1 1 0 0 0,1-1 0 0 0,0 1 1 0 0,0 0-1 0 0,-1-1 0 0 0,1 1 0 0 0,0-1 0 0 0,-1 1 0 0 0,0-1 0 0 0,-15-15-2859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4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57 132 5529 0 0,'2'-4'637'0'0,"1"1"0"0"0,-1-1 0 0 0,-1 0 0 0 0,1 1 0 0 0,0-1 0 0 0,-1 0 0 0 0,0 0 0 0 0,0 0 0 0 0,0 0 0 0 0,0-1 0 0 0,-1 1 0 0 0,1-6 0 0 0,-1 3 62 0 0,1 1 1 0 0,0 0 0 0 0,0-1-1 0 0,4-10 1 0 0,-4 15-558 0 0,0 0 0 0 0,0 0 0 0 0,0 0 0 0 0,0 0 0 0 0,1 0 0 0 0,-1 1 0 0 0,0-1 0 0 0,1 1 0 0 0,0-1 0 0 0,-1 1 1 0 0,1-1-1 0 0,0 1 0 0 0,-1 0 0 0 0,1 0 0 0 0,0 0 0 0 0,0 0 0 0 0,3-1 0 0 0,-2 1-21 0 0,0 0-1 0 0,1 0 1 0 0,-1 1-1 0 0,0 0 1 0 0,1-1-1 0 0,-1 1 1 0 0,0 1 0 0 0,1-1-1 0 0,-1 0 1 0 0,5 2-1 0 0,1 0-15 0 0,0 1-1 0 0,-1 0 0 0 0,1 1 1 0 0,-1 0-1 0 0,1 1 0 0 0,-1-1 1 0 0,8 8-1 0 0,-10-8-92 0 0,0 1 1 0 0,0 0-1 0 0,0 0 0 0 0,-1 1 0 0 0,0 0 1 0 0,-1 0-1 0 0,1 0 0 0 0,-1 0 1 0 0,0 1-1 0 0,0 0 0 0 0,2 7 0 0 0,-4-9-6 0 0,-1-1 0 0 0,0 1-1 0 0,0-1 1 0 0,0 1-1 0 0,0-1 1 0 0,-1 1-1 0 0,0-1 1 0 0,0 1 0 0 0,0 0-1 0 0,-1-1 1 0 0,1 1-1 0 0,-1-1 1 0 0,0 1-1 0 0,-1-1 1 0 0,1 1-1 0 0,-1-1 1 0 0,0 0 0 0 0,0 0-1 0 0,-4 8 1 0 0,1-6-47 0 0,1 0 0 0 0,0-1 0 0 0,-1 1 0 0 0,0-1 0 0 0,-1 0 0 0 0,1 0 0 0 0,-1-1 0 0 0,0 1 0 0 0,0-1 0 0 0,0 0 0 0 0,-1-1 0 0 0,1 0 0 0 0,-1 0 0 0 0,0 0 0 0 0,0-1 0 0 0,0 0 0 0 0,0 0 0 0 0,0-1 0 0 0,0 0 0 0 0,0 0 0 0 0,-1 0 0 0 0,1-1 0 0 0,-13-1 0 0 0,18 0 11 0 0,-4 0-25 0 0,1 0 0 0 0,-1 1 0 0 0,0 0-1 0 0,0 0 1 0 0,0 0 0 0 0,-6 1-1 0 0,12-1 55 0 0,-1 1 0 0 0,1-1 0 0 0,0 0 0 0 0,0 0-1 0 0,0 0 1 0 0,-1 0 0 0 0,1 0 0 0 0,0 0 0 0 0,0 0-1 0 0,0 0 1 0 0,0 0 0 0 0,0 0 0 0 0,-1 1 0 0 0,1-1-1 0 0,0 0 1 0 0,0 0 0 0 0,0 0 0 0 0,0 0-1 0 0,0 0 1 0 0,0 1 0 0 0,0-1 0 0 0,-1 0 0 0 0,1 0-1 0 0,0 0 1 0 0,0 0 0 0 0,0 1 0 0 0,0-1 0 0 0,0 0-1 0 0,0 0 1 0 0,0 0 0 0 0,0 1 0 0 0,0-1 0 0 0,0 0-1 0 0,0 0 1 0 0,0 0 0 0 0,0 1 0 0 0,0-1-1 0 0,0 0 1 0 0,0 0 0 0 0,0 0 0 0 0,0 0 0 0 0,1 1-1 0 0,-1-1 1 0 0,0 0 0 0 0,0 0 0 0 0,0 0 0 0 0,0 0-1 0 0,0 1 1 0 0,0-1 0 0 0,0 0 0 0 0,1 0 0 0 0,-1 0-1 0 0,0 0 1 0 0,0 0 0 0 0,0 0 0 0 0,0 0-1 0 0,0 1 1 0 0,1-1 0 0 0,-1 0 0 0 0,0 0 0 0 0,0 0-1 0 0,0 0 1 0 0,1 0 0 0 0,11 7 6 0 0,5-5 0 0 0,35 0-1 0 0,-37-3-13 0 0,-1 1 0 0 0,0 1-1 0 0,1 0 1 0 0,25 7 0 0 0,-36-7 5 0 0,-1 0-1 0 0,1 1 1 0 0,0 0-1 0 0,-1-1 1 0 0,1 1-1 0 0,-1 0 1 0 0,1 1-1 0 0,-1-1 1 0 0,0 1-1 0 0,0-1 1 0 0,0 1-1 0 0,-1 0 1 0 0,1 0-1 0 0,0 0 1 0 0,-1 1-1 0 0,0-1 1 0 0,0 0-1 0 0,0 1 1 0 0,0 0-1 0 0,-1-1 1 0 0,3 8-1 0 0,-2-4 5 0 0,-1-1 0 0 0,0 0-1 0 0,0 0 1 0 0,0 0 0 0 0,0 1-1 0 0,-1-1 1 0 0,0 0 0 0 0,-1 1-1 0 0,1-1 1 0 0,-1 0-1 0 0,-1 0 1 0 0,1 0 0 0 0,-1 1-1 0 0,0-2 1 0 0,-4 11 0 0 0,3-11 3 0 0,0-1 1 0 0,0 1 0 0 0,0 0 0 0 0,-1-1 0 0 0,1 0-1 0 0,-1 0 1 0 0,0 0 0 0 0,0-1 0 0 0,-1 1 0 0 0,1-1 0 0 0,-1 0-1 0 0,0 0 1 0 0,1 0 0 0 0,-1-1 0 0 0,-1 0 0 0 0,1 0-1 0 0,0 0 1 0 0,-7 1 0 0 0,1 0 44 0 0,-1-2 1 0 0,0 1-1 0 0,0-1 0 0 0,0-1 0 0 0,0 0 1 0 0,0-1-1 0 0,-21-4 0 0 0,26 4 14 0 0,0-1-1 0 0,0 0 1 0 0,0 0-1 0 0,0-1 1 0 0,0 0 0 0 0,1 0-1 0 0,-1-1 1 0 0,1 1-1 0 0,0-2 1 0 0,0 1 0 0 0,0 0-1 0 0,1-1 1 0 0,-9-10-1 0 0,13 14-105 0 0,1-1-1 0 0,0 1 0 0 0,-1-1 0 0 0,1 1 1 0 0,0-1-1 0 0,0 1 0 0 0,0-1 1 0 0,0 1-1 0 0,0-1 0 0 0,0 1 0 0 0,0-1 1 0 0,1 1-1 0 0,-1-1 0 0 0,1 1 1 0 0,-1-1-1 0 0,1 1 0 0 0,-1 0 0 0 0,1-1 1 0 0,0 1-1 0 0,0 0 0 0 0,-1-1 0 0 0,1 1 1 0 0,0 0-1 0 0,0 0 0 0 0,0 0 1 0 0,0 0-1 0 0,2-1 0 0 0,1-1-978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6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167 880 2761 0 0,'8'3'-791'0'0,"10"3"3575"0"0,-17-6-2142 0 0,1 1-1 0 0,-1-1 0 0 0,1 0 1 0 0,0 1-1 0 0,-1-1 1 0 0,1 0-1 0 0,-1 0 0 0 0,1 0 1 0 0,-1 0-1 0 0,1-1 1 0 0,0 1-1 0 0,-1 0 0 0 0,1-1 1 0 0,1 0-1 0 0,-1 1-344 0 0,0 0 0 0 0,0 0 0 0 0,0 1 0 0 0,0-1-1 0 0,0 0 1 0 0,0 1 0 0 0,0-1 0 0 0,0 1 0 0 0,0 0 0 0 0,0 0 0 0 0,0-1 0 0 0,-1 1-1 0 0,1 1 1 0 0,2 1 0 0 0,5 1 351 0 0,3 1-84 0 0,102 39 1840 0 0,-98-39-2348 0 0,1-1 0 0 0,0 0 1 0 0,0-1-1 0 0,34 1 0 0 0,-38-5-56 0 0,0-1 0 0 0,0 0 0 0 0,0-1 0 0 0,-1 0 0 0 0,1-1 0 0 0,13-7 0 0 0,17-4 0 0 0,-20 8 0 0 0,-1 0 0 0 0,0-2 0 0 0,-1-1 0 0 0,0-1 0 0 0,27-18 0 0 0,-37 22 0 0 0,-2-1 0 0 0,1 0 0 0 0,-1-1 0 0 0,0 0 0 0 0,-1 0 0 0 0,0-1 0 0 0,-1 0 0 0 0,1 0 0 0 0,-2-1 0 0 0,0 0 0 0 0,9-21 0 0 0,-5 1 0 0 0,-1-1 0 0 0,-1 0 0 0 0,-2 0 0 0 0,-1-1 0 0 0,-2 1 0 0 0,-1-62 0 0 0,-3 81-4 0 0,1 0-1 0 0,-2-1 1 0 0,0 1 0 0 0,-1 0-1 0 0,0 0 1 0 0,-1 1 0 0 0,0-1-1 0 0,-1 1 1 0 0,0-1 0 0 0,-1 2 0 0 0,-1-1-1 0 0,0 1 1 0 0,0 0 0 0 0,-1 0-1 0 0,-1 1 1 0 0,1 0 0 0 0,-15-13 0 0 0,18 19-14 0 0,-90-73-155 0 0,80 66 172 0 0,-1 1 0 0 0,-1 0 0 0 0,0 1 1 0 0,-25-9-1 0 0,32 14 1 0 0,0-1 0 0 0,0 0 0 0 0,1 0 0 0 0,-9-8 0 0 0,-22-11 0 0 0,35 22 10 0 0,0-1 1 0 0,-1 1 0 0 0,1 1-1 0 0,-1-1 1 0 0,1 1 0 0 0,-1 0-1 0 0,0 0 1 0 0,1 0 0 0 0,-1 1-1 0 0,0 0 1 0 0,-9 1 0 0 0,1 1 21 0 0,1 1 0 0 0,0 0 0 0 0,-23 10 0 0 0,17-7 32 0 0,-36 7 0 0 0,55-13-64 0 0,-2 1 4 0 0,1-1 0 0 0,-1 1 0 0 0,1-1 0 0 0,0 1 0 0 0,-1 0 1 0 0,1 0-1 0 0,0-1 0 0 0,0 1 0 0 0,-1 0 0 0 0,1 0 0 0 0,-2 2 0 0 0,2-2 1 0 0,0 1 1 0 0,0-1-1 0 0,0 0 0 0 0,0-1 0 0 0,0 1 1 0 0,0 0-1 0 0,-1 0 0 0 0,1 0 0 0 0,0-1 1 0 0,0 1-1 0 0,-1-1 0 0 0,-2 2 0 0 0,0-1 5 0 0,0 0 1 0 0,-1 1-1 0 0,1-1 0 0 0,0 1 0 0 0,0 0 0 0 0,0 1 0 0 0,0-1 0 0 0,0 1 0 0 0,-6 6 1 0 0,-17 9 46 0 0,11-7-2 0 0,1 0 0 0 0,0 1 0 0 0,0 0 0 0 0,-22 26 0 0 0,15-15-70 0 0,17-17 23 0 0,1 0 0 0 0,-1 1 0 0 0,1-1 0 0 0,1 1 0 0 0,-1 0 0 0 0,-2 9 1 0 0,-2 1 9 0 0,2-3-6 0 0,1 0 1 0 0,0 1 0 0 0,-5 30-1 0 0,-1 50 45 0 0,6-50-47 0 0,0 11 58 0 0,2 94 0 0 0,3-140-33 0 0,1 1-1 0 0,1-1 1 0 0,-1 0 0 0 0,2 0-1 0 0,-1-1 1 0 0,2 1 0 0 0,-1 0-1 0 0,1-1 1 0 0,1 0 0 0 0,-1 0-1 0 0,2 0 1 0 0,-1 0 0 0 0,1-1 0 0 0,0 0-1 0 0,1 0 1 0 0,0-1 0 0 0,0 0-1 0 0,1 0 1 0 0,0-1 0 0 0,13 9-1 0 0,-1-7 87 0 0,2 2 38 0 0,-20-9-142 0 0,0 1-1 0 0,0-1 1 0 0,0 0 0 0 0,0 0-1 0 0,0 0 1 0 0,0 0 0 0 0,0 0-1 0 0,1 0 1 0 0,-1-1-1 0 0,0 1 1 0 0,1-1 0 0 0,-1 0-1 0 0,0 1 1 0 0,1-1-1 0 0,-1 0 1 0 0,1 0 0 0 0,-1-1-1 0 0,0 1 1 0 0,1 0 0 0 0,-1-1-1 0 0,0 0 1 0 0,4-1-1 0 0,-4 1-23 0 0,-1 0 0 0 0,1 0 0 0 0,0 0 0 0 0,0-1-1 0 0,-1 1 1 0 0,1 0 0 0 0,-1-1 0 0 0,1 0 0 0 0,-1 1 0 0 0,1-1-1 0 0,-1 0 1 0 0,0 0 0 0 0,0 0 0 0 0,0 0 0 0 0,0 0 0 0 0,0 0-1 0 0,0 0 1 0 0,-1 0 0 0 0,1 0 0 0 0,-1 0 0 0 0,0 0 0 0 0,1 0-1 0 0,-1 0 1 0 0,0-4 0 0 0,0 5-75 0 0,0 1 0 0 0,0-1 0 0 0,0 1 0 0 0,0-1 1 0 0,0 1-1 0 0,0-1 0 0 0,0 1 0 0 0,0-1 0 0 0,-1 1 0 0 0,1 0 0 0 0,0-1 0 0 0,0 1 0 0 0,0-1 1 0 0,0 1-1 0 0,-1-1 0 0 0,1 1 0 0 0,0 0 0 0 0,0-1 0 0 0,-1 1 0 0 0,1 0 0 0 0,0-1 1 0 0,-1 1-1 0 0,1 0 0 0 0,-1-1 0 0 0,1 1 0 0 0,0 0 0 0 0,-1 0 0 0 0,1-1 0 0 0,-1 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7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2304 0 0,'2'-1'543'0'0,"0"-1"-1"0"0,0 0 1 0 0,0 0-1 0 0,0 0 0 0 0,0 0 1 0 0,0-1-1 0 0,0 1 1 0 0,-1 0-1 0 0,1-1 0 0 0,1-3 1 0 0,-1-1 162 0 0,0 1-1 0 0,0-1 1 0 0,1-9 0 0 0,-3 15-589 0 0,0 1-1 0 0,0-1 0 0 0,0 1 1 0 0,0-1-1 0 0,0 1 0 0 0,0-1 1 0 0,0 1-1 0 0,0-1 0 0 0,0 1 1 0 0,0-1-1 0 0,1 1 0 0 0,-1 0 1 0 0,0-1-1 0 0,0 1 0 0 0,0-1 1 0 0,1 1-1 0 0,-1 0 0 0 0,0-1 1 0 0,1 1-1 0 0,-1-1 0 0 0,0 1 1 0 0,1 0-1 0 0,0-1 0 0 0,5 8 2811 0 0,3 18-134 0 0,-4 7-2091 0 0,-1 1 0 0 0,-1 0-1 0 0,-2 41 1 0 0,0-15-542 0 0,-1 38-358 0 0,-1-92-148 0 0,0-6-252 0 0,-3-7-1722 0 0,2-1-4596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5985 0 0,'5'-1'1075'0'0,"0"-1"1"0"0,0-1-1 0 0,0 1 0 0 0,0-1 0 0 0,0 1 1 0 0,7-7-1 0 0,-8 6-652 0 0,1-1 1 0 0,0 1-1 0 0,0 1 0 0 0,0-1 1 0 0,0 1-1 0 0,7-3 1 0 0,6 2 104 0 0,1 0 1 0 0,-1 2-1 0 0,0 0 1 0 0,1 1-1 0 0,-1 0 1 0 0,26 5-1 0 0,38 1-227 0 0,-75-6-200 0 0,-4-1-200 0 0,1 1 0 0 0,-1 0 1 0 0,1 1-1 0 0,-1-1 0 0 0,7 2 0 0 0,-9-1 54 0 0,0-1 0 0 0,1 1 0 0 0,-1-1 0 0 0,0 1 0 0 0,0 0 0 0 0,0 0 1 0 0,0 0-1 0 0,0 0 0 0 0,0-1 0 0 0,0 2 0 0 0,0-1 0 0 0,0 0 0 0 0,0 0 0 0 0,0 0 0 0 0,-1 0 0 0 0,1 0 1 0 0,0 1-1 0 0,0 1 0 0 0,2 5 38 0 0,-1 0 1 0 0,0 0 0 0 0,-1 0-1 0 0,0 1 1 0 0,0-1-1 0 0,-1 15 1 0 0,2 15 177 0 0,20 148 552 0 0,-20-174-772 0 0,-1-6-100 0 0,0-1 0 0 0,0 1 0 0 0,-1 0 0 0 0,0-1 1 0 0,0 1-1 0 0,0-1 0 0 0,0 1 0 0 0,-1-1 0 0 0,-2 9 1 0 0,1-8-907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7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 14747 0 0,'2'-1'377'0'0,"1"1"1"0"0,0-1-1 0 0,0 0 0 0 0,-1 1 1 0 0,1-1-1 0 0,0-1 0 0 0,-1 1 0 0 0,1 0 1 0 0,-1-1-1 0 0,0 1 0 0 0,1-1 0 0 0,-1 0 1 0 0,0 1-1 0 0,0-1 0 0 0,0 0 1 0 0,0-1-1 0 0,3-2 0 0 0,-3 1-304 0 0,1 1 1 0 0,0 0-1 0 0,0 0 0 0 0,1 0 1 0 0,-1 1-1 0 0,1-1 0 0 0,6-3 1 0 0,10-4-44 0 0,-17 8-26 0 0,1 0 1 0 0,0 0-1 0 0,0 1 1 0 0,0-1 0 0 0,0 1-1 0 0,0-1 1 0 0,1 1-1 0 0,-1 1 1 0 0,0-1-1 0 0,6 0 1 0 0,2 2-541 0 0,0 0 1 0 0,-1 0 0 0 0,1 1-1 0 0,11 4 1 0 0,-6 0-6534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8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6449 0 0,'11'6'1407'0'0,"-10"-5"-922"0"0,0-1 0 0 0,0 1 0 0 0,-1-1 0 0 0,1 1-1 0 0,0-1 1 0 0,0 0 0 0 0,-1 1 0 0 0,1-1 0 0 0,0 0-1 0 0,0 1 1 0 0,0-1 0 0 0,0 0 0 0 0,0 0 0 0 0,-1 0-1 0 0,1 0 1 0 0,0 0 0 0 0,0 0 0 0 0,0 0 0 0 0,1 0-1 0 0,7-7 63 0 0,-3 2-399 0 0,0 1-1 0 0,0-1 1 0 0,0 1 0 0 0,1 1 0 0 0,0-1 0 0 0,-1 1 0 0 0,1 0 0 0 0,1 0 0 0 0,-1 1 0 0 0,8-2 0 0 0,14-2-215 0 0,34-2-1 0 0,-60 8 92 0 0,33-2-159 0 0,-21 1-1192 0 0,24-3-1 0 0,-37 3-444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8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1840 0 0,'1'0'249'0'0,"0"1"1"0"0,0-1-1 0 0,0 1 0 0 0,-1-1 0 0 0,1 1 0 0 0,0-1 0 0 0,0 1 0 0 0,-1 0 0 0 0,1-1 0 0 0,0 1 0 0 0,-1 0 0 0 0,1 0 0 0 0,-1 0 1 0 0,1-1-1 0 0,-1 1 0 0 0,0 0 0 0 0,1 0 0 0 0,-1 0 0 0 0,0 0 0 0 0,1 0 0 0 0,-1 0 0 0 0,0 1 0 0 0,5 23 2093 0 0,1 156 798 0 0,13-13-2667 0 0,2 19-3064 0 0,-21-175 1663 0 0,0-4-115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8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8754 0 0,'1'0'61'0'0,"0"1"0"0"0,0-1 1 0 0,-1 1-1 0 0,1-1 0 0 0,0 1 0 0 0,0-1 1 0 0,0 1-1 0 0,-1 0 0 0 0,1 0 0 0 0,0-1 0 0 0,-1 1 1 0 0,1 0-1 0 0,-1 0 0 0 0,1 0 0 0 0,-1 0 1 0 0,1-1-1 0 0,-1 1 0 0 0,0 0 0 0 0,1 0 1 0 0,-1 0-1 0 0,0 0 0 0 0,0 0 0 0 0,0 0 1 0 0,0 0-1 0 0,1 0 0 0 0,-1 0 0 0 0,-1 0 1 0 0,1 0-1 0 0,0 2 0 0 0,-1 1 72 0 0,0 0 0 0 0,0 0 0 0 0,-1 0 0 0 0,0 0 0 0 0,1 0 0 0 0,-4 4 0 0 0,-7 10 319 0 0,9-13-682 0 0,0-1 1 0 0,0 1 0 0 0,1-1-1 0 0,-1 1 1 0 0,1 0 0 0 0,0 0-1 0 0,0 0 1 0 0,1 0 0 0 0,-1 0 0 0 0,1 0-1 0 0,0 0 1 0 0,0 7 0 0 0,1-9 142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9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8290 0 0,'73'75'2238'0'0,"-73"-74"-2236"0"0,1-1 1 0 0,0 1 0 0 0,0-1 0 0 0,-1 1-1 0 0,1 0 1 0 0,0-1 0 0 0,0 1 0 0 0,-1-1 0 0 0,1 0-1 0 0,0 1 1 0 0,0-1 0 0 0,0 0 0 0 0,0 1-1 0 0,1-1 1 0 0,-2 0-9 0 0,0 0-1 0 0,0 0 0 0 0,1 0 1 0 0,-1 0-1 0 0,0 0 1 0 0,0 0-1 0 0,1-1 0 0 0,-1 1 1 0 0,0 0-1 0 0,0 0 0 0 0,0 0 1 0 0,1 0-1 0 0,-1 0 1 0 0,0-1-1 0 0,0 1 0 0 0,0 0 1 0 0,1 0-1 0 0,-1 0 1 0 0,0-1-1 0 0,0 1 0 0 0,0 0 1 0 0,0 0-1 0 0,0-1 1 0 0,0 1-1 0 0,0 0 0 0 0,0 0 1 0 0,1-1-1 0 0,-1 1 1 0 0,0 0-1 0 0,0 0 0 0 0,0-1 1 0 0,0-1-175 0 0,0 0 1 0 0,0-1-1 0 0,0 1 1 0 0,-1 0-1 0 0,1 0 1 0 0,-1-1-1 0 0,1 1 1 0 0,-1 0-1 0 0,-1-4 0 0 0,-3-4-95 0 0,-9-25-174 0 0,12 27 450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9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6913 0 0,'6'-1'609'0'0,"-1"1"-481"0"0,-3 1-128 0 0,1 0 0 0 0,-2 1 736 0 0,2-1 120 0 0,3 2 24 0 0,4-1 8 0 0,1 2-544 0 0,2-1-112 0 0,-1-1-15 0 0,-2 0-9 0 0,0 0-945 0 0,-4-2-191 0 0,-1 1-40 0 0,0 1-8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9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7834 0 0,'2'-4'279'0'0,"7"-11"-82"0"0,-9 15-116 0 0,0 0-1 0 0,0-1 0 0 0,1 1 0 0 0,-1 0 0 0 0,0 0 0 0 0,1 0 0 0 0,-1-1 0 0 0,0 1 0 0 0,0 0 0 0 0,1 0 1 0 0,-1 0-1 0 0,0 0 0 0 0,1 0 0 0 0,-1 0 0 0 0,0 0 0 0 0,1 0 0 0 0,-1 0 0 0 0,0 0 0 0 0,1 0 0 0 0,-1 0 1 0 0,0 0-1 0 0,1 0 0 0 0,-1 0 0 0 0,0 0 0 0 0,1 0 0 0 0,-1 0 0 0 0,0 0 0 0 0,1 0 0 0 0,-1 0 0 0 0,0 0 0 0 0,1 1 1 0 0,-1-1-1 0 0,0 0 0 0 0,0 0 0 0 0,1 0 0 0 0,-1 1 0 0 0,0-1 0 0 0,0 0 0 0 0,1 0 0 0 0,-1 1 0 0 0,18 16 5124 0 0,-9-9-3895 0 0,-1 0 1 0 0,8 10-1 0 0,-14-15-1246 0 0,-1-2-45 0 0,-1 0 0 0 0,1-1 0 0 0,-1 1 0 0 0,1 0 0 0 0,-1 0 0 0 0,1-1 0 0 0,-1 1 0 0 0,1-1 0 0 0,0 1 0 0 0,0 0 0 0 0,-1-1 0 0 0,1 1 0 0 0,0-1 0 0 0,-1 0 0 0 0,1 1 0 0 0,0-1 0 0 0,0 0 0 0 0,0 1 0 0 0,1-1 0 0 0,6 4-20 0 0,-1-2-585 0 0,-6-2 483 0 0,-1 0 0 0 0,0-1 0 0 0,1 1 1 0 0,-1 0-1 0 0,0-1 0 0 0,1 1 0 0 0,-1 0 1 0 0,0-1-1 0 0,0 1 0 0 0,1-1 0 0 0,-1 1 1 0 0,0 0-1 0 0,0-1 0 0 0,0 1 0 0 0,0-1 1 0 0,1 1-1 0 0,-1-1 0 0 0,0 1 0 0 0,0 0 1 0 0,0-1-1 0 0,0 1 0 0 0,0-1 0 0 0,1-4-2136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39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6 456 0 0,'8'-2'981'0'0,"1"1"-1"0"0,-1-1 1 0 0,0 2-1 0 0,11-1 0 0 0,-16 1-629 0 0,0 0-1 0 0,0 0 0 0 0,0 1 1 0 0,0-1-1 0 0,1 1 0 0 0,-1 0 1 0 0,-1 0-1 0 0,1 0 0 0 0,0 0 0 0 0,0 0 1 0 0,0 1-1 0 0,0-1 0 0 0,-1 1 1 0 0,5 3-1 0 0,-6-4-239 0 0,1 1 1 0 0,-1 0-1 0 0,0 0 1 0 0,0 0-1 0 0,0 0 0 0 0,0 0 1 0 0,0 0-1 0 0,-1 0 0 0 0,1 0 1 0 0,0 0-1 0 0,-1 0 1 0 0,0 1-1 0 0,1-1 0 0 0,-1 0 1 0 0,0 0-1 0 0,0 0 1 0 0,0 0-1 0 0,-1 1 0 0 0,1-1 1 0 0,0 0-1 0 0,-1 0 1 0 0,1 0-1 0 0,-1 0 0 0 0,0 0 1 0 0,-1 3-1 0 0,-1 2-16 0 0,-1 0 0 0 0,1 0-1 0 0,-1-1 1 0 0,-1 1 0 0 0,-9 10 0 0 0,8-11-396 0 0,0 0 1 0 0,0 0-1 0 0,-1-1 1 0 0,1 0-1 0 0,-1 0 1 0 0,0-1-1 0 0,-1 0 1 0 0,-14 6-1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0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0 5761 0 0,'1'5'160'0'0,"0"0"-1"0"0,0 0 1 0 0,-1 0-1 0 0,0 1 0 0 0,0-1 1 0 0,0 0-1 0 0,0 0 1 0 0,-1 0-1 0 0,0 0 1 0 0,0 0-1 0 0,-3 9 1 0 0,-1 0 461 0 0,0-1 1 0 0,-15 26-1 0 0,11-26-317 0 0,0 0 0 0 0,-1-1 0 0 0,0 0-1 0 0,-1-1 1 0 0,0 0 0 0 0,-1 0 0 0 0,0-1-1 0 0,-1-1 1 0 0,0 0 0 0 0,-15 7 0 0 0,-18 8-864 0 0,-82 29 0 0 0,108-45-2328 0 0,0-3-936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1840 0 0,'1'0'883'0'0,"0"0"-548"0"0,0 0-1 0 0,0 0 0 0 0,0 1 0 0 0,0-1 1 0 0,0 1-1 0 0,0-1 0 0 0,0 0 1 0 0,0 1-1 0 0,-1 0 0 0 0,1-1 1 0 0,0 1-1 0 0,0-1 0 0 0,-1 1 0 0 0,1 0 1 0 0,0 0-1 0 0,-1-1 0 0 0,1 1 1 0 0,0 0-1 0 0,-1 0 0 0 0,1 0 1 0 0,-1 0-1 0 0,1 1 0 0 0,8 23 1121 0 0,35 224 2349 0 0,4 127-2398 0 0,-41-257-1080 0 0,-7-94-288 0 0,-1 1 1 0 0,-6 41-1 0 0,-2-49 33 0 0,8-16-67 0 0,0 0 1 0 0,0 0 0 0 0,0-1-1 0 0,1 1 1 0 0,-1 0-1 0 0,0 0 1 0 0,1 0-1 0 0,-1 0 1 0 0,1 0-1 0 0,-1 0 1 0 0,1 0-1 0 0,0 3 1 0 0,0-4-37 0 0,0-1-1 0 0,0 1 1 0 0,0 0 0 0 0,1-1 0 0 0,-1 1-1 0 0,0-1 1 0 0,0 1 0 0 0,1-1 0 0 0,-1 1 0 0 0,0-1-1 0 0,1 1 1 0 0,-1-1 0 0 0,1 1 0 0 0,-1-1-1 0 0,1 0 1 0 0,-1 1 0 0 0,1-1 0 0 0,-1 1 0 0 0,1-1-1 0 0,-1 0 1 0 0,1 0 0 0 0,-1 1 0 0 0,1-1-1 0 0,-1 0 1 0 0,1 0 0 0 0,0 0 0 0 0,-1 1 0 0 0,1-1-1 0 0,-1 0 1 0 0,1 0 0 0 0,0 0 0 0 0,-1 0-1 0 0,1 0 1 0 0,-1 0 0 0 0,1 0 0 0 0,0-1-1 0 0,-1 1 1 0 0,2 0 0 0 0,-1-1-80 0 0,0 1 0 0 0,0 0 0 0 0,0-1 0 0 0,0 1 0 0 0,0-1 0 0 0,0 0 0 0 0,0 1 0 0 0,0-1 0 0 0,0 0 0 0 0,0 0 0 0 0,0 1 0 0 0,0-1 0 0 0,0 0 0 0 0,0 0 0 0 0,-1 0 0 0 0,1 0 0 0 0,0 0 0 0 0,-1 0 0 0 0,1-1 0 0 0,4-18-2331 0 0,-4 9-1919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1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4145 0 0,'4'-5'87'0'0,"-3"3"-66"0"0,0 0 0 0 0,0 1 0 0 0,1-1-1 0 0,-1 1 1 0 0,0-1 0 0 0,1 1 0 0 0,0 0-1 0 0,-1-1 1 0 0,1 1 0 0 0,0 0 0 0 0,-1 0-1 0 0,1 0 1 0 0,0 0 0 0 0,0 1-1 0 0,0-1 1 0 0,2 0 0 0 0,0 0 504 0 0,-1 1 0 0 0,0 0 0 0 0,1 0 0 0 0,-1 0 0 0 0,0 1 0 0 0,1-1 0 0 0,-1 1 0 0 0,0 0 0 0 0,1 0 0 0 0,-1 0 0 0 0,0 0 0 0 0,4 2 0 0 0,15 6 970 0 0,1-1 0 0 0,36 7 0 0 0,-37-11-2170 0 0,29 2 1 0 0,-8 1-5344 0 0,-32-5 4107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1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5065 0 0,'3'-2'652'0'0,"-1"1"0"0"0,1-1 1 0 0,-1 1-1 0 0,1-1 0 0 0,0 1 0 0 0,0 0 0 0 0,-1 0 0 0 0,1 0 0 0 0,0 0 1 0 0,5 0-1 0 0,-4 0-136 0 0,0 0 0 0 0,1 0 0 0 0,-1 0 0 0 0,8-4 0 0 0,-2-1-262 0 0,-1 1 1 0 0,1 1-1 0 0,0 0 0 0 0,1 0 1 0 0,-1 1-1 0 0,1 0 0 0 0,11-1 0 0 0,-15 3-226 0 0,1 1-1 0 0,-1-1 1 0 0,0 1 0 0 0,1 1-1 0 0,-1-1 1 0 0,0 1-1 0 0,0 1 1 0 0,1-1-1 0 0,-1 1 1 0 0,0 1-1 0 0,10 4 1 0 0,-14-6-8 0 0,0 1 1 0 0,0 0-1 0 0,0 0 1 0 0,-1 0-1 0 0,1 0 1 0 0,0 0-1 0 0,-1 0 1 0 0,0 1 0 0 0,0-1-1 0 0,3 5 1 0 0,-4-5-20 0 0,0-1 1 0 0,0 1-1 0 0,0 0 0 0 0,0 0 1 0 0,-1-1-1 0 0,1 1 1 0 0,-1 0-1 0 0,1 0 1 0 0,-1 0-1 0 0,0 0 0 0 0,0 0 1 0 0,0 0-1 0 0,0 0 1 0 0,0-1-1 0 0,0 1 1 0 0,0 0-1 0 0,-1 0 1 0 0,1 0-1 0 0,-2 3 0 0 0,-1 3-86 0 0,-1 0 0 0 0,0 0-1 0 0,-1 0 1 0 0,0-1 0 0 0,0 0-1 0 0,-11 12 1 0 0,-43 35-865 0 0,10-10 566 0 0,47-43 428 0 0,1 0 0 0 0,0 0-1 0 0,0 0 1 0 0,0 0 0 0 0,0 0-1 0 0,0 1 1 0 0,1-1 0 0 0,-1 0-1 0 0,0 0 1 0 0,0 1 0 0 0,1-1 0 0 0,-1 1-1 0 0,1-1 1 0 0,-1 0 0 0 0,1 1-1 0 0,0-1 1 0 0,0 1 0 0 0,-1-1-1 0 0,1 1 1 0 0,0-1 0 0 0,0 1-1 0 0,0-1 1 0 0,1 1 0 0 0,-1-1-1 0 0,0 1 1 0 0,1-1 0 0 0,-1 1 0 0 0,0-1-1 0 0,1 1 1 0 0,0-1 0 0 0,-1 0-1 0 0,1 1 1 0 0,2 1 0 0 0,-1 0 56 0 0,0-1 1 0 0,0 0-1 0 0,0 0 0 0 0,0 0 1 0 0,1 0-1 0 0,-1 0 1 0 0,1-1-1 0 0,0 1 1 0 0,-1-1-1 0 0,1 1 1 0 0,0-1-1 0 0,0 0 1 0 0,0 0-1 0 0,0 0 1 0 0,5 0-1 0 0,5 0 114 0 0,1 0 0 0 0,-1-1 1 0 0,1 0-1 0 0,-1-1 0 0 0,1-1 0 0 0,-1 0 0 0 0,26-8 1 0 0,-25 1-167 0 0,-13 5-281 0 0,-9 2-668 0 0,-2 1-473 0 0,8 0 956 0 0,1 1 0 0 0,-1 0 0 0 0,1-1 0 0 0,-1 1 0 0 0,1 0 0 0 0,-1 0 0 0 0,0 0 0 0 0,1 0 0 0 0,-1 1 0 0 0,-2-1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1840 0 0,'1'1'465'0'0,"1"-1"0"0"0,0 1 0 0 0,0-1 0 0 0,-1 1 0 0 0,1 0 0 0 0,0 0 0 0 0,-1 0 0 0 0,1 0 0 0 0,-1 0 0 0 0,1 0 0 0 0,-1 0 0 0 0,0 0 0 0 0,0 1 0 0 0,1-1 0 0 0,-1 0 0 0 0,1 3 0 0 0,17 27 2447 0 0,-13-16-1755 0 0,0-3-2681 0 0,-5-13 1253 0 0,-1 1 0 0 0,1-1-1 0 0,-1 0 1 0 0,0 0 0 0 0,1 0-1 0 0,-1 0 1 0 0,0 0 0 0 0,0 0 0 0 0,0 0-1 0 0,0 0 1 0 0,0 0 0 0 0,0 0 0 0 0,0 0-1 0 0,0 0 1 0 0,0-2 0 0 0,-1 1-156 0 0,1 0 1 0 0,0-1-1 0 0,0 1 1 0 0,0 0-1 0 0,1 0 1 0 0,-1-1-1 0 0,0 1 1 0 0,1 0-1 0 0,0 0 0 0 0,-1 0 1 0 0,1 0-1 0 0,0-1 1 0 0,0 1-1 0 0,0 0 1 0 0,0 1-1 0 0,3-5 1 0 0,-3 6 459 0 0,-1 0 0 0 0,1 0 0 0 0,-1 0 0 0 0,0 0 0 0 0,1 0 0 0 0,-1 0 1 0 0,1 0-1 0 0,-1 0 0 0 0,1 0 0 0 0,-1 1 0 0 0,0-1 0 0 0,1 0 0 0 0,-1 0 0 0 0,1 0 0 0 0,-1 0 1 0 0,0 1-1 0 0,1-1 0 0 0,-1 0 0 0 0,0 0 0 0 0,1 1 0 0 0,-1-1 0 0 0,0 0 0 0 0,1 1 0 0 0,-1-1 1 0 0,0 1-1 0 0,10 9 1206 0 0,-9-9-1040 0 0,1 1 32 0 0,17 20 2536 0 0,-19-21-2697 0 0,1-1 0 0 0,-1 1-1 0 0,1 0 1 0 0,-1-1-1 0 0,1 1 1 0 0,-1 0 0 0 0,1-1-1 0 0,-1 1 1 0 0,0 0 0 0 0,1-1-1 0 0,-1 1 1 0 0,0 0-1 0 0,0 0 1 0 0,0 0 0 0 0,1-1-1 0 0,-1 1 1 0 0,0 0 0 0 0,0 0-1 0 0,0 0 1 0 0,0-1-1 0 0,0 1 1 0 0,-1 0 0 0 0,1 0-1 0 0,0 0 1 0 0,0-1-1 0 0,0 1 1 0 0,-1 1 0 0 0,-1-2-70 0 0,0-1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2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7370 0 0,'5'-2'220'0'0,"-1"1"-10"0"0,0-1-1 0 0,-1 1 1 0 0,1 0-1 0 0,0 0 1 0 0,0 0-1 0 0,-1 0 1 0 0,1 1 0 0 0,0-1-1 0 0,0 1 1 0 0,0 0-1 0 0,0 0 1 0 0,0 1-1 0 0,4 0 1 0 0,47 18 2672 0 0,17 4-762 0 0,-63-21-2019 0 0,0 0-1 0 0,0 0 1 0 0,0-1 0 0 0,0 0-1 0 0,18-2 1 0 0,-22 0-773 0 0,1 0-231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3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6 2304 0 0,'3'-2'168'0'0,"11"-1"5860"0"0,-16 6-5381 0 0,-17 29 557 0 0,-1 0-1 0 0,-2-2 0 0 0,-33 36 1 0 0,-32 45-722 0 0,81-102-464 0 0,1 1-1 0 0,0-1 1 0 0,-5 13-1 0 0,9-20 40 0 0,-1 1-1 0 0,2-1 1 0 0,-1 1-1 0 0,0 0 1 0 0,1-1 0 0 0,-1 1-1 0 0,1 0 1 0 0,0 0-1 0 0,-1-1 1 0 0,1 1-1 0 0,1 0 1 0 0,-1 0 0 0 0,0-1-1 0 0,1 1 1 0 0,-1 0-1 0 0,1 0 1 0 0,2 4-1 0 0,-2-6-40 0 0,0 0 1 0 0,0 0-1 0 0,-1 0 0 0 0,1 0 0 0 0,0-1 0 0 0,0 1 0 0 0,0 0 1 0 0,0-1-1 0 0,1 1 0 0 0,-1 0 0 0 0,0-1 0 0 0,0 0 0 0 0,0 1 1 0 0,0-1-1 0 0,0 1 0 0 0,1-1 0 0 0,-1 0 0 0 0,0 0 0 0 0,0 0 1 0 0,1 0-1 0 0,-1 0 0 0 0,0 0 0 0 0,0 0 0 0 0,1 0 0 0 0,-1-1 1 0 0,2 1-1 0 0,4-2 59 0 0,-1 0 0 0 0,1 0 0 0 0,7-3-1 0 0,104-52 304 0 0,-27 12-892 0 0,-86 42 475 0 0,1 1-1 0 0,0-1 0 0 0,0 1 1 0 0,0 0-1 0 0,0 0 0 0 0,0 0 0 0 0,1 1 1 0 0,-1 0-1 0 0,0 0 0 0 0,1 1 0 0 0,-1 0 1 0 0,1 0-1 0 0,10 2 0 0 0,-9-3-71 0 0,-7 1 105 0 0,-1-1-1 0 0,0 1 0 0 0,0 0 1 0 0,0 0-1 0 0,1 0 1 0 0,-1 0-1 0 0,0 0 0 0 0,0 0 1 0 0,1 0-1 0 0,-1 0 0 0 0,0 0 1 0 0,0 0-1 0 0,0 0 1 0 0,1 0-1 0 0,-1 0 0 0 0,0 0 1 0 0,0 0-1 0 0,1 0 1 0 0,-1 0-1 0 0,0 0 0 0 0,0 0 1 0 0,1 0-1 0 0,-1 0 1 0 0,0 0-1 0 0,0 0 0 0 0,1 0 1 0 0,-1 0-1 0 0,0 0 0 0 0,0 1 1 0 0,0-1-1 0 0,1 0 1 0 0,-1 0-1 0 0,0 0 0 0 0,0 0 1 0 0,0 1-1 0 0,0-1 1 0 0,0 0-1 0 0,1 0 0 0 0,-1 0 1 0 0,0 1-1 0 0,0-1 1 0 0,0 0-1 0 0,0 0 0 0 0,0 1 1 0 0,0-1-1 0 0,0 0 0 0 0,0 0 1 0 0,0 0-1 0 0,0 1 1 0 0,0-1-1 0 0,0 0 0 0 0,0 0 1 0 0,0 1-1 0 0,5 20-56 0 0,-1 0-1 0 0,-2 1 0 0 0,0-1 1 0 0,-1 1-1 0 0,-1-1 1 0 0,-4 34-1 0 0,1-39 135 0 0,1 0 0 0 0,-2 0 0 0 0,0-1 0 0 0,-1 1 0 0 0,-1-1 0 0 0,0 0-1 0 0,-1-1 1 0 0,-1 1 0 0 0,-13 19 0 0 0,18-30-67 0 0,0 0 1 0 0,-1 0-1 0 0,0-1 0 0 0,1 1 0 0 0,-1-1 0 0 0,0 1 0 0 0,-1-1 0 0 0,1-1 0 0 0,0 1 0 0 0,-1-1 0 0 0,0 1 1 0 0,0-1-1 0 0,1-1 0 0 0,-7 3 0 0 0,7-4 5 0 0,1 1 0 0 0,0-1 0 0 0,0 0 0 0 0,0 0 0 0 0,-1 0 0 0 0,1 0 0 0 0,0 0 0 0 0,0-1 0 0 0,0 1 0 0 0,0-1 1 0 0,-1 0-1 0 0,1 0 0 0 0,0 0 0 0 0,0-1 0 0 0,1 1 0 0 0,-1-1 0 0 0,0 1 0 0 0,0-1 0 0 0,1 0 0 0 0,-1 0 0 0 0,1 0 0 0 0,-1-1 0 0 0,1 1 0 0 0,-2-3 0 0 0,0 0 13 0 0,1 1 0 0 0,0-1 0 0 0,0 1 0 0 0,1-1 0 0 0,-1 0 0 0 0,1 0-1 0 0,0 0 1 0 0,0 0 0 0 0,1-1 0 0 0,0 1 0 0 0,0 0 0 0 0,0-1 0 0 0,0 1 0 0 0,1-1-1 0 0,0 1 1 0 0,0-1 0 0 0,0 1 0 0 0,1-1 0 0 0,1-5 0 0 0,-2 10-6 0 0,1-1 0 0 0,-1 1 0 0 0,1 0 1 0 0,0 0-1 0 0,-1 0 0 0 0,1 0 0 0 0,0-1 0 0 0,0 1 0 0 0,-1 0 1 0 0,1 0-1 0 0,0 0 0 0 0,0 1 0 0 0,0-1 0 0 0,0 0 1 0 0,0 0-1 0 0,1 0 0 0 0,-1 1 0 0 0,1-2 0 0 0,1 1 51 0 0,0 0 0 0 0,0 1-1 0 0,0-1 1 0 0,0 0-1 0 0,0 1 1 0 0,0-1-1 0 0,5 1 1 0 0,4 1 173 0 0,-1 0 1 0 0,0 1 0 0 0,14 3-1 0 0,-24-5-230 0 0,13 3 78 0 0,2 1 209 0 0,24 8-1 0 0,-37-11-266 0 0,0 0 0 0 0,1 1 0 0 0,-1 0 0 0 0,0-1 0 0 0,0 1 0 0 0,0 0 0 0 0,0 0 0 0 0,0 1 0 0 0,0-1 0 0 0,0 1 0 0 0,-1-1 0 0 0,4 7 0 0 0,-5-9-131 0 0,-1 1 1 0 0,1-1-1 0 0,-1 1 0 0 0,0-1 0 0 0,0 1 1 0 0,1 0-1 0 0,-1-1 0 0 0,0 1 0 0 0,0 0 1 0 0,0-1-1 0 0,1 1 0 0 0,-1 0 0 0 0,0-1 1 0 0,0 1-1 0 0,0 0 0 0 0,0-1 0 0 0,0 1 1 0 0,-1 0-1 0 0,1-1 0 0 0,0 1 0 0 0,0 0 0 0 0,0-1 1 0 0,-1 1-1 0 0,1-1 0 0 0,0 1 0 0 0,0 0 1 0 0,-1-1-1 0 0,1 1 0 0 0,-1-1 0 0 0,1 1 1 0 0,0-1-1 0 0,-1 1 0 0 0,1-1 0 0 0,-1 1 1 0 0,1-1-1 0 0,-1 1 0 0 0,1-1 0 0 0,-1 0 1 0 0,0 1-1 0 0,1-1 0 0 0,-1 0 0 0 0,1 0 1 0 0,-1 1-1 0 0,0-1 0 0 0,1 0 0 0 0,-1 0 1 0 0,0 0-1 0 0,1 0 0 0 0,-1 0 0 0 0,-1 0 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3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1840 0 0,'13'-6'1039'0'0,"-12"7"-690"0"0,0 0 1 0 0,1-1-1 0 0,-1 1 0 0 0,1-1 0 0 0,0 1 1 0 0,-1-1-1 0 0,1 0 0 0 0,-1 1 0 0 0,1-1 0 0 0,3 0 1 0 0,4 1 737 0 0,-6 0-873 0 0,-1 0 0 0 0,0 0 0 0 0,0 0 0 0 0,0 1 0 0 0,0-1 0 0 0,0 1 0 0 0,0-1 0 0 0,0 1 0 0 0,0 0 0 0 0,0 0 0 0 0,-1 0-1 0 0,1 0 1 0 0,-1 0 0 0 0,1 0 0 0 0,-1 0 0 0 0,0 0 0 0 0,0 0 0 0 0,0 1 0 0 0,1 3 0 0 0,2 6 424 0 0,-2-1 0 0 0,4 23 0 0 0,-4-20-196 0 0,2 19 223 0 0,-2-18-373 0 0,0 1-1 0 0,1 0 1 0 0,7 21-1 0 0,-10-37-290 0 0,0 0 1 0 0,0 0-1 0 0,0 1 0 0 0,0-1 0 0 0,0 0 0 0 0,0 0 1 0 0,0 0-1 0 0,0 0 0 0 0,0 0 0 0 0,0 0 0 0 0,0 0 0 0 0,0 0 1 0 0,0 1-1 0 0,0-1 0 0 0,0 0 0 0 0,0 0 0 0 0,0 0 1 0 0,0 0-1 0 0,0 0 0 0 0,0 0 0 0 0,0 0 0 0 0,0 0 1 0 0,0 1-1 0 0,0-1 0 0 0,0 0 0 0 0,0 0 0 0 0,0 0 1 0 0,0 0-1 0 0,0 0 0 0 0,1 0 0 0 0,-1 0 0 0 0,0 0 1 0 0,0 0-1 0 0,0 0 0 0 0,0 0 0 0 0,0 0 0 0 0,0 0 1 0 0,0 0-1 0 0,0 0 0 0 0,0 0 0 0 0,1 0 0 0 0,-1 0 0 0 0,0 0 1 0 0,0 0-1 0 0,0 0 0 0 0,0 0 0 0 0,0 0 0 0 0,0 0 1 0 0,0 0-1 0 0,1 0 0 0 0,-1 0 0 0 0,0 0 0 0 0,0 0 1 0 0,0 0-1 0 0,0 0 0 0 0,0 0 0 0 0,0 0 0 0 0,0 0 1 0 0,0 0-1 0 0,1 0 0 0 0,1-10 120 0 0,2-18 84 0 0,-4 25-194 0 0,1-3-18 0 0,0-13-285 0 0,8-28 0 0 0,-8 43 249 0 0,0-1 0 0 0,0 0 1 0 0,1 1-1 0 0,0 0 0 0 0,0-1 0 0 0,0 1 0 0 0,1 0 1 0 0,-1 0-1 0 0,1 0 0 0 0,0 0 0 0 0,5-5 0 0 0,-6 7 77 0 0,1 1-1 0 0,0-1 0 0 0,0 1 0 0 0,0-1 1 0 0,0 1-1 0 0,0 0 0 0 0,0 0 0 0 0,0 1 1 0 0,0-1-1 0 0,1 0 0 0 0,-1 1 1 0 0,0 0-1 0 0,0 0 0 0 0,1 0 0 0 0,-1 0 1 0 0,0 0-1 0 0,0 1 0 0 0,6 1 0 0 0,0 0 86 0 0,0 1 0 0 0,-1-1 0 0 0,0 1-1 0 0,0 1 1 0 0,14 8 0 0 0,-15-7 64 0 0,0 0 0 0 0,0 1 0 0 0,-1 0 0 0 0,0 0 1 0 0,0 1-1 0 0,0-1 0 0 0,7 14 0 0 0,29 57 843 0 0,-32-56-774 0 0,-6-13-153 0 0,-3-6-50 0 0,1 0 0 0 0,-1 0 0 0 0,0 1 0 0 0,1-1 0 0 0,-1 1 0 0 0,0-1 0 0 0,-1 1 0 0 0,1-1 0 0 0,0 1 0 0 0,-1-1-1 0 0,1 1 1 0 0,-1 0 0 0 0,0-1 0 0 0,0 5 0 0 0,0-7-49 0 0,0 0 0 0 0,0 0 1 0 0,0 0-1 0 0,-1 0 0 0 0,1 0 0 0 0,0 0 0 0 0,0 0 0 0 0,0 1 0 0 0,0-1 0 0 0,0 0 0 0 0,0 0 0 0 0,0 0 0 0 0,0 0 0 0 0,0 0 0 0 0,0 0 0 0 0,0 0 0 0 0,0 0 0 0 0,-1 0 1 0 0,1 0-1 0 0,0 0 0 0 0,0 0 0 0 0,0 0 0 0 0,0 0 0 0 0,0 0 0 0 0,0 0 0 0 0,0 0 0 0 0,0 0 0 0 0,-1 0 0 0 0,1 0 0 0 0,0 0 0 0 0,0 0 0 0 0,0 0 0 0 0,0 0 0 0 0,0 0 0 0 0,0 0 1 0 0,0 0-1 0 0,0 0 0 0 0,-1 0 0 0 0,1 0 0 0 0,0 0 0 0 0,0 0 0 0 0,0 0 0 0 0,0 0 0 0 0,0 0 0 0 0,0 0 0 0 0,0 0 0 0 0,0 0 0 0 0,0-1 0 0 0,0 1 0 0 0,0 0 0 0 0,-1 0 1 0 0,-6-7-2 0 0,1 1-4006 0 0,-8-6-2055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43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5529 0 0,'10'-4'240'0'0,"-6"1"56"0"0,-2 1-232 0 0,0-2-64 0 0,-2 1 0 0 0,-2 2 0 0 0,1 0 0 0 0,0-3 0 0 0,-2-3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1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73 6913 0 0,'1'-2'281'0'0,"-1"1"-1"0"0,1-1 1 0 0,0 0-1 0 0,-1 0 1 0 0,1 1-1 0 0,0-1 0 0 0,0 0 1 0 0,1 1-1 0 0,0-2 1 0 0,4-5 905 0 0,4-11 1216 0 0,7-8 5280 0 0,-47 173-5977 0 0,16-86-1568 0 0,14-59-136 0 0,-4 18 25 0 0,0 0 1 0 0,-2-1-1 0 0,0 0 0 0 0,0 0 1 0 0,-11 19-1 0 0,-18 30-26 0 0,35-67 0 0 0,0 0 0 0 0,0 0 0 0 0,0 0 0 0 0,0 0 0 0 0,0 0 0 0 0,0 0 0 0 0,0 0 0 0 0,0 0 0 0 0,0-1 0 0 0,0 1 0 0 0,0 0 0 0 0,0 0 0 0 0,0 0 0 0 0,0 0 0 0 0,0 0 0 0 0,0 0 0 0 0,0 0 0 0 0,0 0 0 0 0,0 0 0 0 0,0 0 0 0 0,1 0 0 0 0,-1 0 0 0 0,0 0 0 0 0,0-1 0 0 0,0 1 0 0 0,0 0 0 0 0,0 0 0 0 0,0 0 0 0 0,0 0 0 0 0,0 0 0 0 0,-1 0 0 0 0,1 0 0 0 0,0 0 0 0 0,0 0 0 0 0,0 0 0 0 0,0 0 0 0 0,0 0 0 0 0,0 0 0 0 0,0-1 0 0 0,0 1 0 0 0,0 0 0 0 0,0 0 0 0 0,0 0 0 0 0,0 0 0 0 0,0 0 0 0 0,0 0 0 0 0,0 0 0 0 0,0 0 0 0 0,0 0 0 0 0,0 0 0 0 0,0 0 0 0 0,0 0 0 0 0,-1 0 0 0 0,1 0 0 0 0,0 0 0 0 0,0 0 0 0 0,0 0 0 0 0,0 0 0 0 0,0 0 0 0 0,0 0 0 0 0,0 0 0 0 0,0 0 0 0 0,0 0 0 0 0,0 0 0 0 0,0 0 0 0 0,0 0 0 0 0,0-1 0 0 0,0 1 0 0 0,0 0 0 0 0,0 0 0 0 0,0 0 0 0 0,1 0 0 0 0,-1 0 0 0 0,0-1 0 0 0,0 1 0 0 0,0 0 0 0 0,0 0 0 0 0,1 0 0 0 0,-1 0 0 0 0,0 0 0 0 0,0 0 0 0 0,0 0 0 0 0,1 0 0 0 0,-1 0 0 0 0,0 0 0 0 0,0 0 0 0 0,1-1 0 0 0,-1 1 0 0 0,0 0 0 0 0,0 1 0 0 0,0-1 0 0 0,1 0 0 0 0,-1 0 0 0 0,0 0 0 0 0,0 0 0 0 0,0 0 0 0 0,1 0 0 0 0,-1 0 0 0 0,0 0 0 0 0,0 0 0 0 0,0 0 0 0 0,1 0 0 0 0,-1 1 0 0 0,0-1 0 0 0,0 0 0 0 0,0 0 0 0 0,0 0 0 0 0,1 0 0 0 0,-1 0 0 0 0,0 1 0 0 0,0-1 0 0 0,0 0 0 0 0,0 0 0 0 0,0 1 0 0 0,1 0 0 0 0,1 0 0 0 0,-1 0 0 0 0,0 0 0 0 0,0 0 0 0 0,1 0 0 0 0,-1 0 0 0 0,1 0 0 0 0,-1 0 0 0 0,1 0 0 0 0,-1-1 0 0 0,1 1 0 0 0,-1-1 0 0 0,1 1 0 0 0,2 0 0 0 0,1 0 0 0 0,-2-1 0 0 0,-1 1 0 0 0,1-1 0 0 0,0 1 0 0 0,-1-1 0 0 0,1 0 0 0 0,-1 0 0 0 0,5 0 0 0 0,12 0 0 0 0,-1 5 15 0 0,26 4 34 0 0,-32-7-40 0 0,0 1 0 0 0,0 0 0 0 0,0 1-1 0 0,18 9 1 0 0,15 4 11 0 0,-44-16-20 0 0,17 5 0 0 0,0-1 0 0 0,0 0 0 0 0,1-1 0 0 0,-1-1 0 0 0,30 1 0 0 0,-45-4 0 0 0,-1-1 0 0 0,0 1 0 0 0,0-1 0 0 0,1 0 0 0 0,-1 0 0 0 0,0 0 0 0 0,3-2 0 0 0,-4 2 0 0 0,0 1 0 0 0,0-1 0 0 0,1 0 0 0 0,-1 1 0 0 0,0-1 0 0 0,1 0 0 0 0,-1 1 0 0 0,0-1 0 0 0,1 1 0 0 0,-1 0 0 0 0,1 0 0 0 0,-1-1 0 0 0,1 1 0 0 0,1 0 0 0 0,-3 0 0 0 0,0 0 0 0 0,0 0-1 0 0,0 0 1 0 0,0 0 0 0 0,0 0 0 0 0,0 0 0 0 0,0 1 0 0 0,0-1-1 0 0,0 0 1 0 0,0 0 0 0 0,0 0 0 0 0,1 0 0 0 0,-1 0 0 0 0,0 0-1 0 0,0 0 1 0 0,0-1 0 0 0,0 1 0 0 0,0 0 0 0 0,0 0 0 0 0,0 0-1 0 0,0 0 1 0 0,0 0 0 0 0,0 0 0 0 0,0 0 0 0 0,0 0 0 0 0,1 0-1 0 0,-1 0 1 0 0,0 0 0 0 0,0 0 0 0 0,0 0 0 0 0,0 0 0 0 0,0 0-1 0 0,0 0 1 0 0,0 0 0 0 0,0 0 0 0 0,0 0 0 0 0,0-1-1 0 0,0 1 1 0 0,0 0 0 0 0,0 0 0 0 0,0 0 0 0 0,0 0 0 0 0,0 0-1 0 0,0 0 1 0 0,0 0 0 0 0,0 0 0 0 0,0 0 0 0 0,0-1 0 0 0,-1-5-24 0 0,-3-5-57 0 0,1 5-82 0 0,0 1 1 0 0,0 0 0 0 0,-1 0-1 0 0,0 0 1 0 0,0 1 0 0 0,-9-9-1 0 0,13 12 126 0 0,-1 1-1 0 0,1 0 0 0 0,-1 0 1 0 0,1-1-1 0 0,-1 1 0 0 0,1 0 1 0 0,-1 0-1 0 0,1 0 0 0 0,-1 0 0 0 0,1 0 1 0 0,-1 0-1 0 0,0 0 0 0 0,1 0 1 0 0,-1 0-1 0 0,1 0 0 0 0,-1 0 1 0 0,1 0-1 0 0,-1 0 0 0 0,1 0 1 0 0,-1 0-1 0 0,0 0 0 0 0,1 1 0 0 0,-1-1 1 0 0,1 0-1 0 0,-1 0 0 0 0,1 1 1 0 0,-1-1-1 0 0,1 0 0 0 0,0 1 1 0 0,-1-1-1 0 0,1 1 0 0 0,-1-1 1 0 0,0 1-1 0 0,1 0-33 0 0,-1-1 1 0 0,1 1-1 0 0,-1 0 1 0 0,0-1-1 0 0,1 0 1 0 0,-1 1-1 0 0,0-1 1 0 0,1 1-1 0 0,-1-1 1 0 0,0 0-1 0 0,0 1 1 0 0,1-1-1 0 0,-1 0 1 0 0,0 0-1 0 0,0 0 1 0 0,1 1-1 0 0,-1-1 1 0 0,0 0-1 0 0,0 0 1 0 0,0 0-1 0 0,-1-1 1 0 0,-3-1-391 0 0,5 2 74 0 0,-1-1 0 0 0,0 1 0 0 0,0-1 0 0 0,0 1 1 0 0,0 0-1 0 0,0-1 0 0 0,1 1 0 0 0,-1 0 0 0 0,0 0 0 0 0,0 0 0 0 0,0-1 0 0 0,0 1 0 0 0,-1 0 0 0 0,-6 3-5288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1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39 456 0 0,'1'0'245'0'0,"1"-1"1"0"0,-1 1-1 0 0,0-1 0 0 0,0 1 1 0 0,0-1-1 0 0,0 0 0 0 0,1 1 1 0 0,-1-1-1 0 0,0 0 0 0 0,0 0 1 0 0,0 0-1 0 0,0 1 0 0 0,-1-1 0 0 0,1 0 1 0 0,0 0-1 0 0,0-1 0 0 0,0 1 1 0 0,-1 0-1 0 0,1 0 0 0 0,-1 0 1 0 0,1 0-1 0 0,-1-1 0 0 0,1 1 1 0 0,-1 0-1 0 0,0 0 0 0 0,1-1 0 0 0,-1 1 1 0 0,0 0-1 0 0,0-1 0 0 0,0 1 1 0 0,0 0-1 0 0,0 0 0 0 0,0-1 1 0 0,-1-1-1 0 0,1 3-208 0 0,0 0 0 0 0,0 0 1 0 0,0 0-1 0 0,0 0 0 0 0,0 0 1 0 0,0 0-1 0 0,0 0 0 0 0,0 0 0 0 0,0 0 1 0 0,0 0-1 0 0,0 0 0 0 0,0-1 1 0 0,0 1-1 0 0,0 0 0 0 0,0 0 0 0 0,0 0 1 0 0,0 0-1 0 0,0 0 0 0 0,0 0 1 0 0,0 0-1 0 0,0 0 0 0 0,0 0 0 0 0,0 0 1 0 0,0 0-1 0 0,-1 0 0 0 0,1 0 1 0 0,0 0-1 0 0,0 0 0 0 0,0 0 0 0 0,0-1 1 0 0,0 1-1 0 0,0 0 0 0 0,0 0 1 0 0,0 0-1 0 0,0 0 0 0 0,0 0 0 0 0,0 0 1 0 0,0 0-1 0 0,0 0 0 0 0,-1 0 1 0 0,1 0-1 0 0,0 0 0 0 0,0 0 0 0 0,0 0 1 0 0,0 0-1 0 0,0 0 0 0 0,0 0 1 0 0,0 0-1 0 0,0 0 0 0 0,0 0 0 0 0,0 0 1 0 0,0 0-1 0 0,0 1 0 0 0,0-1 0 0 0,-1 0 1 0 0,1 0-1 0 0,0 0 0 0 0,0 0 1 0 0,0 0-1 0 0,-4 6 1354 0 0,-2 8 310 0 0,-4 22 1154 0 0,-9 68 1 0 0,9-45-1784 0 0,-24 175 344 0 0,31-218-1397 0 0,0 2 18 0 0,0 1 1 0 0,-1 23-1 0 0,4-40-37 0 0,7-18-386 0 0,-4-1-1779 0 0,-2 8-5110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2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1011 2304 0 0,'0'-1'287'0'0,"0"1"-1"0"0,0-1 1 0 0,0 1-1 0 0,0-1 1 0 0,0 1-1 0 0,0 0 1 0 0,0-1-1 0 0,1 1 1 0 0,-1-1-1 0 0,0 1 1 0 0,0-1-1 0 0,0 1 1 0 0,1-1-1 0 0,-1 1 1 0 0,0 0-1 0 0,0-1 0 0 0,1 1 1 0 0,-1 0-1 0 0,0-1 1 0 0,1 1-1 0 0,-1 0 1 0 0,0-1-1 0 0,1 1 1 0 0,-1 0-1 0 0,1-1 1 0 0,-1 1-1 0 0,0 0 1 0 0,1 0-1 0 0,-1 0 1 0 0,1 0-1 0 0,-1-1 0 0 0,1 1 1 0 0,-1 0-1 0 0,1 0 1 0 0,-1 0-1 0 0,1 0 1 0 0,-1 0-1 0 0,1 0 1 0 0,-1 0-1 0 0,1 0 1 0 0,13 5 4977 0 0,-7 3-6094 0 0,11 15 3054 0 0,-17-22-2158 0 0,0 0 0 0 0,0 0 0 0 0,1-1-1 0 0,-1 1 1 0 0,0 0 0 0 0,0 0 0 0 0,0-1 0 0 0,1 1-1 0 0,-1 0 1 0 0,0-1 0 0 0,1 1 0 0 0,-1-1 0 0 0,1 0-1 0 0,-1 1 1 0 0,0-1 0 0 0,1 0 0 0 0,1 0 0 0 0,-1 0-19 0 0,1 0-1 0 0,0 0 1 0 0,-1 1 0 0 0,1-1 0 0 0,-1 1 0 0 0,1-1 0 0 0,-1 1-1 0 0,0 0 1 0 0,1 0 0 0 0,-1 0 0 0 0,0 0 0 0 0,3 2 0 0 0,-2-1-20 0 0,-1 0 1 0 0,1-1 0 0 0,0 0 0 0 0,0 1-1 0 0,0-1 1 0 0,0-1 0 0 0,4 2 0 0 0,-2-1 12 0 0,0 0 0 0 0,0 0 0 0 0,0 1 1 0 0,0 0-1 0 0,8 4 0 0 0,-9-4-22 0 0,0 0 0 0 0,0 0 0 0 0,0 0-1 0 0,0-1 1 0 0,0 0 0 0 0,0 0 0 0 0,0 0 0 0 0,0 0 0 0 0,8 0 0 0 0,6-2 4 0 0,19 0 33 0 0,45-8 1 0 0,-56 0-44 0 0,-23 8-8 0 0,1-1 0 0 0,-1 1-1 0 0,0 0 1 0 0,1 0 0 0 0,-1 0 0 0 0,0 0-1 0 0,1 1 1 0 0,-1 0 0 0 0,1-1 0 0 0,4 1-1 0 0,-2 1-2 0 0,1 0 0 0 0,-1-1 1 0 0,1 0-1 0 0,-1-1 0 0 0,1 0 0 0 0,-1 0 0 0 0,0 0 0 0 0,1 0 0 0 0,7-4 0 0 0,20-4 28 0 0,-28 8-24 0 0,-1 0 0 0 0,0 0 0 0 0,0-1 0 0 0,0 1 1 0 0,0-1-1 0 0,0 0 0 0 0,0-1 0 0 0,7-3 0 0 0,2-6 4 0 0,0 0-1 0 0,0-1 1 0 0,-2 0 0 0 0,1-1 0 0 0,11-18 0 0 0,-13 17-9 0 0,-1 0 0 0 0,0 0 0 0 0,-1-1 0 0 0,-1-1 0 0 0,0 1 0 0 0,10-36 0 0 0,-9 8 0 0 0,-1 0 0 0 0,-3-1 0 0 0,-2 0 0 0 0,-2-46 0 0 0,-1 74 0 0 0,-2 0 0 0 0,0 1 0 0 0,0-1 0 0 0,-2 0 0 0 0,0 1 0 0 0,-1 0 0 0 0,0 0 0 0 0,-2 0 0 0 0,-14-26 0 0 0,8 19 0 0 0,-1 2 0 0 0,-2 0 0 0 0,0 1 0 0 0,-1 0 0 0 0,-34-29 0 0 0,31 32 0 0 0,-2 0 0 0 0,0 1 0 0 0,-1 2 0 0 0,-30-15 0 0 0,45 25 0 0 0,0 2 0 0 0,0-1 0 0 0,-10-1 0 0 0,10 3 0 0 0,0-1 0 0 0,1 0 0 0 0,-14-6 0 0 0,14 5 0 0 0,-1 1 0 0 0,0-1 0 0 0,1 2 0 0 0,-1-1 0 0 0,-14 0 0 0 0,-6-1 0 0 0,-102-20 117 0 0,108 19-5 0 0,7 0-115 0 0,1 2 1 0 0,-1-1-1 0 0,0 2 0 0 0,-22 0 0 0 0,13 5 6 0 0,19-3 7 0 0,0 0-1 0 0,0 0 0 0 0,0 0 0 0 0,-11-1 0 0 0,-6-2 5 0 0,7 0 30 0 0,0 1 0 0 0,-18 1 0 0 0,28 0-35 0 0,1 1 1 0 0,-1 0 0 0 0,0 0 0 0 0,0 0 0 0 0,1 0-1 0 0,-1 1 1 0 0,0 0 0 0 0,1 0 0 0 0,0 0 0 0 0,-9 5-1 0 0,-8 9 66 0 0,-38 36 0 0 0,49-42-53 0 0,2 0 0 0 0,-1 1 0 0 0,1 0 1 0 0,1 0-1 0 0,-11 22 0 0 0,9-12-9 0 0,1 1-1 0 0,1-1 0 0 0,1 2 1 0 0,1-1-1 0 0,1 1 1 0 0,1-1-1 0 0,1 1 0 0 0,0 0 1 0 0,4 30-1 0 0,0-25 7 0 0,1-1-1 0 0,2 0 1 0 0,1-1-1 0 0,0 1 1 0 0,2-1-1 0 0,2 0 1 0 0,18 36-1 0 0,-24-55 28 0 0,0 0 1 0 0,1-1-1 0 0,0 0 0 0 0,12 11 0 0 0,8 10 115 0 0,-23-24-127 0 0,0 0 0 0 0,1 0 0 0 0,-1 0 0 0 0,1 0-1 0 0,0 0 1 0 0,0 0 0 0 0,0-1 0 0 0,0 0 0 0 0,1 1 0 0 0,-1-1-1 0 0,1 0 1 0 0,-1-1 0 0 0,1 1 0 0 0,0-1 0 0 0,0 1-1 0 0,0-1 1 0 0,-1 0 0 0 0,1 0 0 0 0,0-1 0 0 0,0 1 0 0 0,0-1-1 0 0,0 0 1 0 0,0 0 0 0 0,8-1 0 0 0,0-2-2 0 0,-6 2-1 0 0,0-1 0 0 0,1 1 1 0 0,-1 0-1 0 0,0 1 0 0 0,1 0 1 0 0,-1 0-1 0 0,8 1 1 0 0,-3-3-32 0 0,-11 2 0 0 0,1-1 0 0 0,-1 1 0 0 0,1 0 0 0 0,-1 0 0 0 0,1 0 0 0 0,-1-1 0 0 0,1 1 0 0 0,-1 0 0 0 0,1 0 0 0 0,-1 0 0 0 0,1 0 0 0 0,-1 0 0 0 0,1 0 0 0 0,-1 0 0 0 0,1 0 0 0 0,-1 0 0 0 0,1 0 0 0 0,-1 1 0 0 0,1-1 0 0 0,-1 0 0 0 0,1 0 0 0 0,-1 0 0 0 0,1 1 0 0 0,0-1 0 0 0,-1 0-3 0 0,0 1 0 0 0,0-1 0 0 0,0 0 0 0 0,0 0 0 0 0,0 0 0 0 0,1 0 1 0 0,-1 0-1 0 0,0 0 0 0 0,0 0 0 0 0,0 1 0 0 0,0-1 0 0 0,0 0 1 0 0,0 0-1 0 0,1 0 0 0 0,-1 0 0 0 0,0 0 0 0 0,0 0 0 0 0,0 0 1 0 0,0 0-1 0 0,0 0 0 0 0,1 0 0 0 0,-1 0 0 0 0,0 0 0 0 0,0 0 0 0 0,0 0 1 0 0,0 0-1 0 0,0 0 0 0 0,1 0 0 0 0,-1 0 0 0 0,0 0 0 0 0,0 0 1 0 0,0 0-1 0 0,0 0 0 0 0,0 0 0 0 0,1 0 0 0 0,-1 0 0 0 0,0-1 0 0 0,0 1 1 0 0,0 0-1 0 0,0 0 0 0 0,0 0 0 0 0,0 0 0 0 0,1 0 0 0 0,-1 0 1 0 0,0 0-1 0 0,0-1 0 0 0,0 1 0 0 0,0 0 0 0 0,0 0 0 0 0,0 0 0 0 0,0 0 1 0 0,0 0-1 0 0,0-1 0 0 0,0-12-2733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44 161 6913 0 0,'0'-1'268'0'0,"1"1"0"0"0,-1-1-1 0 0,0 1 1 0 0,1-1-1 0 0,-1 1 1 0 0,0-1-1 0 0,0 1 1 0 0,1-1-1 0 0,-1 1 1 0 0,0-1-1 0 0,0 1 1 0 0,0-1 0 0 0,0 0-1 0 0,0 1 1 0 0,0-1-1 0 0,0 1 1 0 0,0-1-1 0 0,0 1 1 0 0,0-1-1 0 0,0 0 1 0 0,0 1-1 0 0,-1-1 1 0 0,-1-15 3511 0 0,1 12-3384 0 0,0 1 0 0 0,0-1 0 0 0,0 1-1 0 0,-1 0 1 0 0,1 0 0 0 0,-1-1 0 0 0,0 1-1 0 0,0 0 1 0 0,0 0 0 0 0,0 0 0 0 0,0 1-1 0 0,-1-1 1 0 0,-2-2 0 0 0,3 3-225 0 0,1 1-134 0 0,1 0-1 0 0,-1 0 1 0 0,1 0-1 0 0,-1 0 1 0 0,0 1-1 0 0,1-1 1 0 0,-1 0-1 0 0,0 1 1 0 0,1-1-1 0 0,-1 0 0 0 0,0 1 1 0 0,0-1-1 0 0,0 1 1 0 0,0-1-1 0 0,0 1 1 0 0,-1-1-1 0 0,2 1 52 0 0,-1 1 58 0 0,8-3 362 0 0,27-1-361 0 0,1 0 0 0 0,39 3 0 0 0,-65 0-109 0 0,1 0-1 0 0,14-4 1 0 0,-16 3-14 0 0,1 0 0 0 0,0 0 0 0 0,10 1 0 0 0,195 2-23 0 0,-192-4 1 0 0,26-7-1 0 0,-28 5-8 0 0,37-3 1 0 0,-28 4-132 0 0,49-10 0 0 0,-47 6-25 0 0,-8 1 66 0 0,-21 4 85 0 0,1 1 1 0 0,0 0 0 0 0,0 0-1 0 0,0 1 1 0 0,0-1-1 0 0,0 0 1 0 0,0 1 0 0 0,0 0-1 0 0,0 0 1 0 0,0 0-1 0 0,0 0 1 0 0,0 0-1 0 0,3 1 1 0 0,16 5-148 0 0,1-2 0 0 0,0 0 0 0 0,43 1 0 0 0,-37-3 88 0 0,-22-1 56 0 0,0 0 0 0 0,0 0 0 0 0,11-2 0 0 0,-9 1 0 0 0,1 0 0 0 0,18 3-1 0 0,-21-2 5 0 0,0 0 0 0 0,0-1 0 0 0,0 1-1 0 0,1-1 1 0 0,-1-1 0 0 0,0 1-1 0 0,10-4 1 0 0,-4 2-11 0 0,-1 0 0 0 0,1 1 0 0 0,-1 0 0 0 0,1 0 0 0 0,0 2-1 0 0,-1-1 1 0 0,19 5 0 0 0,-18-3 1 0 0,0-1 0 0 0,1 0-1 0 0,-1 0 1 0 0,1-1-1 0 0,-1-1 1 0 0,20-3 0 0 0,-20 1-5 0 0,-12 3 19 0 0,1 0-1 0 0,-1 0 1 0 0,1 0-1 0 0,-1 0 1 0 0,1-1 0 0 0,-1 1-1 0 0,1-1 1 0 0,-1 1-1 0 0,0-1 1 0 0,1 1 0 0 0,-1-1-1 0 0,0 0 1 0 0,1 0 0 0 0,-1 0-1 0 0,0 1 1 0 0,1-3-1 0 0,-1 3 9 0 0,0-1-8 0 0,0-1 1 0 0,0 1-1 0 0,0 0 0 0 0,1-1 0 0 0,-1 1 1 0 0,0 0-1 0 0,1 0 0 0 0,2-1 0 0 0,-3 2 7 0 0,-1 0 0 0 0,1 0 1 0 0,0 0-1 0 0,0 0 0 0 0,0 0 0 0 0,-1 0 0 0 0,1 0 0 0 0,0 0 0 0 0,0 0 0 0 0,-1 1 0 0 0,1-1 0 0 0,0 0 0 0 0,0 0 0 0 0,-1 1 1 0 0,1-1-1 0 0,0 1 0 0 0,0-1 0 0 0,-1 0 0 0 0,1 1 0 0 0,0 0 0 0 0,9 6-246 0 0,-1 1 1 0 0,10 9-1 0 0,-19-17 245 0 0,0 1-1 0 0,0-1 1 0 0,0 0-1 0 0,1 0 1 0 0,-1 1-1 0 0,0-1 1 0 0,0 0 0 0 0,0 0-1 0 0,1 0 1 0 0,-1 1-1 0 0,0-1 1 0 0,0 0 0 0 0,1 0-1 0 0,-1 0 1 0 0,0 0-1 0 0,0 1 1 0 0,1-1-1 0 0,-1 0 1 0 0,0 0 0 0 0,1 0-1 0 0,-1 0 1 0 0,0 0-1 0 0,1 0 1 0 0,-1 0-1 0 0,0 0 1 0 0,0 0 0 0 0,1 0-1 0 0,-1 0 1 0 0,0 0-1 0 0,1 0 1 0 0,-1 0 0 0 0,0 0-1 0 0,1-1 1 0 0,-1 1-1 0 0,0 0 1 0 0,0 0-1 0 0,1 0 1 0 0,-1 0 0 0 0,0 0-1 0 0,0-1 1 0 0,1 1-1 0 0,-1 0 1 0 0,0 0 0 0 0,1-1-1 0 0,5-3-25 0 0,-6 4-10 0 0,1-1 1 0 0,-1 0 0 0 0,1 0 0 0 0,-1 0 0 0 0,0 1 0 0 0,1-1-1 0 0,-1 0 1 0 0,0 0 0 0 0,1 0 0 0 0,-1 0 0 0 0,0 0 0 0 0,0 0-1 0 0,0 1 1 0 0,0-1 0 0 0,0 0 0 0 0,0 0 0 0 0,0 0 0 0 0,0 0-1 0 0,0 0 1 0 0,0 0 0 0 0,-1 0 0 0 0,1 1 0 0 0,0-1 0 0 0,-1 0-1 0 0,1 0 1 0 0,0 0 0 0 0,-1 0 0 0 0,1 1 0 0 0,-1-1 0 0 0,-1-1-1 0 0,-2-1-722 0 0,4 3 686 0 0,0 0 0 0 0,-1 0-1 0 0,1 0 1 0 0,0 0 0 0 0,0-1 0 0 0,0 1 0 0 0,-1 0 0 0 0,1 0-1 0 0,0 0 1 0 0,0 0 0 0 0,-1 0 0 0 0,1 0 0 0 0,0 0-1 0 0,0 0 1 0 0,0 0 0 0 0,-1 0 0 0 0,1 0 0 0 0,0 0 0 0 0,0 0-1 0 0,-1 0 1 0 0,1 0 0 0 0,0 0 0 0 0,0 0 0 0 0,-1 0-1 0 0,1 0 1 0 0,0 0 0 0 0,0 0 0 0 0,0 0 0 0 0,-1 1 0 0 0,1-1-1 0 0,0 0 1 0 0,0 0 0 0 0,0 0 0 0 0,-1 0 0 0 0,1 0-1 0 0,0 1 1 0 0,0-1 0 0 0,0 0 0 0 0,0 0 0 0 0,0 0 0 0 0,-1 0-1 0 0,1 1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4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65 1376 0 0,'19'-15'136'0'0,"-18"14"105"0"0,-1-1 0 0 0,0 0 0 0 0,1 1 0 0 0,-1-1 0 0 0,0 0 0 0 0,0 0-1 0 0,0 1 1 0 0,0-1 0 0 0,0 0 0 0 0,-1 1 0 0 0,1-1 0 0 0,-1-1 0 0 0,1 1-72 0 0,0 1 1 0 0,-1 0 0 0 0,1 0 0 0 0,0 0 0 0 0,-1-1 0 0 0,1 1 0 0 0,-1 0-1 0 0,0 0 1 0 0,1 0 0 0 0,-1 0 0 0 0,0 0 0 0 0,1 0 0 0 0,-1 0-1 0 0,0 0 1 0 0,0 1 0 0 0,0-1 0 0 0,0 0 0 0 0,0 0 0 0 0,0 1-1 0 0,0-1 1 0 0,0 0 0 0 0,0 1 0 0 0,0-1 0 0 0,0 1 0 0 0,-1 0 0 0 0,1-1-1 0 0,0 1 1 0 0,0 0 0 0 0,0 0 0 0 0,-1 0 0 0 0,1-1 0 0 0,0 1-1 0 0,-2 1 1 0 0,-2-3 608 0 0,4 2-747 0 0,1 0 0 0 0,0 0 0 0 0,0 0 0 0 0,-1 0 1 0 0,1 0-1 0 0,0 0 0 0 0,-1 0 0 0 0,1 0 0 0 0,0 0 0 0 0,-1 0 1 0 0,1 0-1 0 0,0 0 0 0 0,-1 0 0 0 0,1 0 0 0 0,0 0 0 0 0,0 0 1 0 0,-1 0-1 0 0,1 0 0 0 0,0 0 0 0 0,-1 0 0 0 0,1 1 0 0 0,0-1 1 0 0,0 0-1 0 0,-1 0 0 0 0,1 0 0 0 0,0 0 0 0 0,0 1 0 0 0,-1-1 1 0 0,1 0-1 0 0,0 0 0 0 0,0 1 0 0 0,0-1 0 0 0,-1 0 0 0 0,1 0 1 0 0,0 1-1 0 0,0-1 0 0 0,0 0 0 0 0,0 0 0 0 0,0 1 1 0 0,0-1-1 0 0,0 0 0 0 0,-1 1 0 0 0,1-1 0 0 0,0 0 0 0 0,0 1 1 0 0,0-1-1 0 0,0 0 0 0 0,0 1 0 0 0,0-1 0 0 0,1 1 0 0 0,-2 3 213 0 0,1 0 0 0 0,-1 0 0 0 0,1 0 0 0 0,0 0-1 0 0,1 0 1 0 0,-1 1 0 0 0,1-1 0 0 0,0 0 0 0 0,0 0-1 0 0,0 0 1 0 0,2 4 0 0 0,4 9 254 0 0,10 18 1 0 0,-11-25-406 0 0,0 0 1 0 0,1 0-1 0 0,0 0 1 0 0,1-1 0 0 0,0 0-1 0 0,0 0 1 0 0,1-1 0 0 0,0 0-1 0 0,12 7 1 0 0,3-5-33 0 0,-20-8-60 0 0,0-1-1 0 0,0 1 1 0 0,0 0-1 0 0,7 4 1 0 0,44 35 83 0 0,-43-33-17 0 0,20 19 0 0 0,7 5 27 0 0,-22-21-55 0 0,-12-9-17 0 0,0 1 0 0 0,0 1 1 0 0,9 6-1 0 0,-15-8-19 0 0,1-1 1 0 0,0 0 0 0 0,0 0-1 0 0,0 1 1 0 0,-1-1-1 0 0,1 0 1 0 0,-1 0-1 0 0,1 0 1 0 0,-1 1 0 0 0,1-1-1 0 0,-1 0 1 0 0,0 0-1 0 0,1 0 1 0 0,-1 0-1 0 0,0 0 1 0 0,-2 1 0 0 0,1 2-1 0 0,-7 8 87 0 0,1-1 0 0 0,-2 0 1 0 0,1-1-1 0 0,-2 0 0 0 0,-10 9 0 0 0,-61 39 589 0 0,74-53-670 0 0,0 0 0 0 0,1 1 0 0 0,-1 0 0 0 0,-12 13 0 0 0,20-18-49 0 0,-1 0 0 0 0,0 0 0 0 0,0 0 0 0 0,0-1 0 0 0,1 1 0 0 0,-1 0 0 0 0,0 0 0 0 0,0 0 0 0 0,0-1 0 0 0,0 1 0 0 0,0-1 0 0 0,-1 1 0 0 0,1-1 0 0 0,0 1-1 0 0,0-1 1 0 0,0 1 0 0 0,0-1 0 0 0,0 0 0 0 0,-1 0 0 0 0,1 0 0 0 0,0 1 0 0 0,-3-2 0 0 0,-4 3-872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5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22 177 6913 0 0,'-8'-29'6679'0'0,"-1"-9"-3043"0"0,8 32-3138 0 0,0 1 0 0 0,0 0 1 0 0,0-1-1 0 0,1 1 0 0 0,-1-1 1 0 0,2 0-1 0 0,0-10 0 0 0,-1 14-438 0 0,1 0-1 0 0,-1 0 0 0 0,1 0 1 0 0,-1 0-1 0 0,1 0 0 0 0,0 0 1 0 0,0 0-1 0 0,0 1 0 0 0,0-1 0 0 0,0 0 1 0 0,0 0-1 0 0,1 1 0 0 0,-1-1 1 0 0,0 1-1 0 0,1-1 0 0 0,-1 1 0 0 0,1-1 1 0 0,0 1-1 0 0,-1 0 0 0 0,1 0 1 0 0,0 0-1 0 0,0 0 0 0 0,0 0 1 0 0,2-1-1 0 0,10 0 50 0 0,-12 2-95 0 0,0-1 0 0 0,0 1 0 0 0,0 0 0 0 0,0-1 0 0 0,0 1 0 0 0,0-1 0 0 0,0 0 0 0 0,0 1 0 0 0,2-3 0 0 0,-2 2-9 0 0,-1 0-1 0 0,1 1 1 0 0,0-1-1 0 0,-1 0 1 0 0,1 1-1 0 0,0-1 1 0 0,-1 1-1 0 0,1 0 1 0 0,0-1-1 0 0,0 1 1 0 0,0 0-1 0 0,-1 0 1 0 0,1 0-1 0 0,0 0 1 0 0,0 1-1 0 0,0-1 1 0 0,-1 0-1 0 0,1 1 1 0 0,0-1-1 0 0,-1 1 1 0 0,1 0-1 0 0,0-1 1 0 0,-1 1-1 0 0,1 0 1 0 0,-1 0-1 0 0,1 0 1 0 0,-1 0-1 0 0,1 0 0 0 0,-1 0 1 0 0,0 1-1 0 0,1-1 1 0 0,-1 0-1 0 0,0 1 1 0 0,0-1-1 0 0,0 1 1 0 0,0-1-1 0 0,1 4 1 0 0,1 0-5 0 0,-1 0 0 0 0,0 0 0 0 0,0 0 0 0 0,-1 0 0 0 0,1 0 0 0 0,-1 0 0 0 0,0 0 0 0 0,0 0 0 0 0,-1 1 0 0 0,1-1 0 0 0,-2 7 0 0 0,-2 17-40 0 0,-2 1 0 0 0,-15 50 0 0 0,10-42 24 0 0,8-34 10 0 0,1 1 1 0 0,-1-1-1 0 0,0 0 1 0 0,-1 0-1 0 0,1 0 1 0 0,-1 0-1 0 0,0 0 1 0 0,-6 7-1 0 0,-6 7-8 0 0,9-3-68 0 0,3-3 9 0 0,6-43-766 0 0,2 17 668 0 0,0 0 0 0 0,1 1 0 0 0,1-1 0 0 0,1 1 0 0 0,-1 1 0 0 0,2 0 0 0 0,0 0 0 0 0,17-18 0 0 0,-8 7 24 0 0,10-11-81 0 0,-26 31 204 0 0,1 0 1 0 0,0 1-1 0 0,0-1 0 0 0,0 1 1 0 0,0 0-1 0 0,1 0 1 0 0,-1 0-1 0 0,7-3 0 0 0,-9 5 24 0 0,0 0 0 0 0,-1-1-1 0 0,1 1 1 0 0,0 0 0 0 0,-1 0-1 0 0,1 0 1 0 0,0 0-1 0 0,-1 0 1 0 0,1 0 0 0 0,0 0-1 0 0,-1 0 1 0 0,1 0 0 0 0,0 0-1 0 0,-1 0 1 0 0,1 0 0 0 0,0 0-1 0 0,-1 1 1 0 0,1-1 0 0 0,0 0-1 0 0,-1 0 1 0 0,1 1 0 0 0,-1-1-1 0 0,1 1 1 0 0,0-1 0 0 0,-1 0-1 0 0,1 1 1 0 0,0 0 0 0 0,0 0 24 0 0,0 1 1 0 0,-1-1-1 0 0,1 1 1 0 0,0-1-1 0 0,0 1 1 0 0,-1 0-1 0 0,1-1 1 0 0,-1 1-1 0 0,0 0 1 0 0,1 2-1 0 0,0 5 101 0 0,-1 0 0 0 0,0 0 0 0 0,-2 10 0 0 0,2-19-125 0 0,-1 13 36 0 0,0 1 65 0 0,-1 0 0 0 0,0-1-1 0 0,-1 1 1 0 0,0-1 0 0 0,-10 25 0 0 0,16-74-782 0 0,2 23 307 0 0,0 1-1 0 0,1-1 0 0 0,0 2 0 0 0,1-1 0 0 0,16-21 0 0 0,-13 19 48 0 0,2-1-97 0 0,1 1 1 0 0,0 1-1 0 0,0 1 1 0 0,19-14-1 0 0,-31 26 424 0 0,1-2 28 0 0,1 0 0 0 0,1 0 0 0 0,-1 0 1 0 0,0 1-1 0 0,0-1 0 0 0,1 1 0 0 0,-1 0 0 0 0,0 0 0 0 0,1 0 0 0 0,-1 0 0 0 0,1 1 0 0 0,0-1 1 0 0,-1 1-1 0 0,8 0 0 0 0,-9 1 84 0 0,-1-1 0 0 0,1 0 1 0 0,0 0-1 0 0,0 1 0 0 0,0-1 0 0 0,-1 1 1 0 0,1 0-1 0 0,0-1 0 0 0,0 1 1 0 0,-1 0-1 0 0,1 0 0 0 0,-1 0 0 0 0,1 0 1 0 0,-1 0-1 0 0,1 0 0 0 0,-1 1 0 0 0,0-1 1 0 0,1 0-1 0 0,-1 1 0 0 0,0-1 1 0 0,0 1-1 0 0,0 0 0 0 0,0-1 0 0 0,0 1 1 0 0,-1 0-1 0 0,1-1 0 0 0,0 1 0 0 0,-1 0 1 0 0,1 0-1 0 0,-1 2 0 0 0,2 11 298 0 0,-2 0-1 0 0,0 1 0 0 0,0-1 1 0 0,-4 18-1 0 0,2-18-324 0 0,0 0-1 0 0,1 0 1 0 0,1 0-1 0 0,2 18 1 0 0,1-27-434 0 0,1-9-1716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6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180 567 2304 0 0,'2'0'-187'0'0,"16"-4"754"0"0,-15 3 321 0 0,1 1 1 0 0,-1-1-1 0 0,0-1 1 0 0,0 1-1 0 0,5-3 1 0 0,-7 3-594 0 0,0 1 0 0 0,0-1 0 0 0,0 0 0 0 0,0 0 1 0 0,-1 1-1 0 0,1-1 0 0 0,0 0 0 0 0,0 0 1 0 0,-1 0-1 0 0,1 0 0 0 0,0 0 0 0 0,-1 0 0 0 0,1 0 1 0 0,-1 0-1 0 0,1 0 0 0 0,-1 0 0 0 0,1-2 0 0 0,-1 1-235 0 0,0 0 0 0 0,0 0 0 0 0,0 0-1 0 0,0 0 1 0 0,0 1 0 0 0,0-1-1 0 0,-1 0 1 0 0,0-3 0 0 0,-1 0 72 0 0,0 0 0 0 0,-1 0 0 0 0,1 0-1 0 0,-1 0 1 0 0,0 1 0 0 0,0-1 0 0 0,-1 1 0 0 0,1 0 0 0 0,-1 0 0 0 0,0 0 0 0 0,0 0 0 0 0,0 1 0 0 0,0-1 0 0 0,-1 1 0 0 0,-7-3 0 0 0,9 4-129 0 0,1 0 0 0 0,-1 1 0 0 0,0 0 0 0 0,0 0 0 0 0,0 0 1 0 0,0 0-1 0 0,-1 0 0 0 0,1 0 0 0 0,0 1 0 0 0,0-1 0 0 0,0 1 0 0 0,-1 0 0 0 0,1 0 0 0 0,0 1 0 0 0,0-1 0 0 0,0 0 0 0 0,0 1 1 0 0,-1 0-1 0 0,1 0 0 0 0,0 0 0 0 0,0 0 0 0 0,0 0 0 0 0,0 1 0 0 0,1-1 0 0 0,-1 1 0 0 0,0 0 0 0 0,-3 3 0 0 0,-1 1 128 0 0,0 1 0 0 0,1 0 0 0 0,-1 1 0 0 0,1-1 0 0 0,1 1 0 0 0,-1 1 0 0 0,1-1 0 0 0,1 1 0 0 0,0-1 0 0 0,0 1 0 0 0,1 1 0 0 0,0-1 0 0 0,0 0 0 0 0,-1 13 0 0 0,0-1 317 0 0,2-7 89 0 0,0-1 0 0 0,-1 20 0 0 0,3-29-453 0 0,1 0-1 0 0,-1 1 1 0 0,1-1-1 0 0,-1 0 1 0 0,1 0-1 0 0,0 0 1 0 0,1 0-1 0 0,-1 0 1 0 0,1-1-1 0 0,-1 1 1 0 0,1 0-1 0 0,4 4 1 0 0,-6-7-79 0 0,0-1 1 0 0,1 0-1 0 0,-1 0 1 0 0,1 0-1 0 0,-1 1 1 0 0,1-1 0 0 0,-1 0-1 0 0,0 0 1 0 0,1 0-1 0 0,-1 0 1 0 0,1 0 0 0 0,-1 0-1 0 0,1 0 1 0 0,-1 0-1 0 0,1 0 1 0 0,-1 0 0 0 0,1 0-1 0 0,-1 0 1 0 0,1 0-1 0 0,-1 0 1 0 0,1 0 0 0 0,-1 0-1 0 0,1 0 1 0 0,-1-1-1 0 0,1 1 1 0 0,-1 0 0 0 0,0 0-1 0 0,1-1 1 0 0,-1 1-1 0 0,1 0 1 0 0,-1-1 0 0 0,0 1-1 0 0,1 0 1 0 0,-1-1-1 0 0,18-15 97 0 0,-13 11-66 0 0,83-77-554 0 0,-45 32-244 0 0,-33 37 314 0 0,1 0-1 0 0,0 0 1 0 0,1 1-1 0 0,13-10 1 0 0,-24 21 382 0 0,2-1-16 0 0,-1 0 1 0 0,0 1-1 0 0,0-1 1 0 0,1 1-1 0 0,-1 0 0 0 0,1 0 1 0 0,-1-1-1 0 0,4 0 1 0 0,-2 1-62 0 0,-9 8 34 0 0,3-2 21 0 0,-7 18 17 0 0,-8 37 0 0 0,15-53 189 0 0,1 0-1 0 0,0 0 1 0 0,0 0 0 0 0,1 0 0 0 0,0-1-1 0 0,0 1 1 0 0,1 0 0 0 0,0 0 0 0 0,0 0-1 0 0,3 10 1 0 0,-3-13 19 0 0,1 1-1 0 0,0-1 0 0 0,0 0 1 0 0,0 0-1 0 0,1 0 1 0 0,0 0-1 0 0,-1 0 0 0 0,7 6 1 0 0,-8-9-97 0 0,0 0 0 0 0,1 0 1 0 0,-1 0-1 0 0,0 0 0 0 0,0-1 1 0 0,1 1-1 0 0,-1 0 0 0 0,0-1 1 0 0,1 1-1 0 0,-1-1 0 0 0,1 1 1 0 0,-1-1-1 0 0,0 0 0 0 0,1 1 1 0 0,-1-1-1 0 0,1 0 0 0 0,-1 0 0 0 0,1 0 1 0 0,-1 0-1 0 0,1 0 0 0 0,-1-1 1 0 0,1 1-1 0 0,-1 0 0 0 0,1-1 1 0 0,-1 1-1 0 0,0-1 0 0 0,1 1 1 0 0,-1-1-1 0 0,0 0 0 0 0,1 1 1 0 0,1-2-1 0 0,6-6 1 0 0,1 1 1 0 0,-1-2-1 0 0,0 1 1 0 0,-1-1-1 0 0,0-1 0 0 0,10-14 1 0 0,37-67-1092 0 0,-47 75 722 0 0,8-20-617 0 0,-13 28 531 0 0,0 0-1 0 0,0 1 1 0 0,1-1-1 0 0,0 1 1 0 0,5-7-1 0 0,-9 14 398 0 0,0-1 1 0 0,1 1-1 0 0,-1 0 0 0 0,0 0 0 0 0,0-1 0 0 0,0 1 0 0 0,0 0 0 0 0,1 0 0 0 0,-1-1 0 0 0,0 1 0 0 0,0 0 0 0 0,0 0 0 0 0,1 0 0 0 0,-1 0 0 0 0,0-1 0 0 0,0 1 0 0 0,1 0 0 0 0,-1 0 0 0 0,0 0 1 0 0,0 0-1 0 0,1 0 0 0 0,-1 0 0 0 0,0 0 0 0 0,1 0 0 0 0,-1-1 0 0 0,0 1 0 0 0,0 0 0 0 0,1 0 0 0 0,-1 0 0 0 0,0 0 0 0 0,1 0 0 0 0,-1 1 0 0 0,0-1 0 0 0,1 0 0 0 0,2 10 51 0 0,-4 13 495 0 0,-1-9-158 0 0,0 0 0 0 0,1 0 0 0 0,0 0 0 0 0,1 0 0 0 0,2 14 0 0 0,-1-24-248 0 0,-1 1 0 0 0,2-1 0 0 0,-1 1 0 0 0,0-1 0 0 0,1 1 1 0 0,0-1-1 0 0,0 0 0 0 0,0 0 0 0 0,1 0 0 0 0,-1 0 1 0 0,1 0-1 0 0,0 0 0 0 0,0-1 0 0 0,0 1 0 0 0,1-1 1 0 0,-1 0-1 0 0,1 0 0 0 0,6 4 0 0 0,-5-4-80 0 0,1 0 1 0 0,-1-1-1 0 0,1 1 0 0 0,-1-1 1 0 0,1-1-1 0 0,0 1 0 0 0,0-1 0 0 0,0 0 1 0 0,0 0-1 0 0,0-1 0 0 0,0 1 1 0 0,0-1-1 0 0,0-1 0 0 0,0 1 1 0 0,11-3-1 0 0,1-2-2 0 0,1 0 0 0 0,-2-2 0 0 0,32-15 1 0 0,-29 12-52 0 0,-1-2 0 0 0,0 0 1 0 0,-1-1-1 0 0,-1-1 1 0 0,20-20-1 0 0,-6 3-555 0 0,43-60 1 0 0,-49 57-987 0 0,39-75 1 0 0,-52 84 606 0 0,-1-2 0 0 0,-1 1-1 0 0,13-53 1 0 0,-20 67 567 0 0,-1 0 0 0 0,0-14-1 0 0,-2 23 310 0 0,0 0-1 0 0,0 0 0 0 0,0 0 0 0 0,0 0 0 0 0,-1 0 0 0 0,1 0 1 0 0,-1 0-1 0 0,0 0 0 0 0,0 0 0 0 0,0 1 0 0 0,0-1 0 0 0,0 0 0 0 0,-1 1 1 0 0,-2-5-1 0 0,3 6 59 0 0,0 1 0 0 0,0-1 0 0 0,0 0 0 0 0,0 1 0 0 0,0-1 0 0 0,0 1 0 0 0,0-1 0 0 0,0 1 0 0 0,0 0 0 0 0,-1-1 0 0 0,1 1 0 0 0,0 0 0 0 0,0 0 1 0 0,0 0-1 0 0,0 0 0 0 0,-1 0 0 0 0,1 0 0 0 0,0 0 0 0 0,0 0 0 0 0,0 0 0 0 0,-1 1 0 0 0,1-1 0 0 0,0 0 0 0 0,0 1 0 0 0,0-1 0 0 0,0 1 0 0 0,0-1 0 0 0,0 1 0 0 0,-1 0 0 0 0,-4 3-9 0 0,0 0 0 0 0,0 0 0 0 0,-8 7 0 0 0,-2 3 109 0 0,6-6 12 0 0,1 1 0 0 0,-16 16 0 0 0,11-6 69 0 0,-10 10 142 0 0,2 1 0 0 0,-28 49 0 0 0,47-74-286 0 0,-68 148 582 0 0,64-135-400 0 0,1 0 0 0 0,1 0 0 0 0,0 0 1 0 0,2 1-1 0 0,0 0 0 0 0,-1 35 0 0 0,5-44 34 0 0,0 0 0 0 0,1-1 1 0 0,0 1-1 0 0,0 0 0 0 0,1-1 0 0 0,7 17 0 0 0,-1-7 413 0 0,1 0 0 0 0,13 17 0 0 0,-22-34-625 0 0,0-1-1 0 0,0 0 1 0 0,0 1 0 0 0,0-1-1 0 0,0 0 1 0 0,0 1 0 0 0,1-1-1 0 0,-1 0 1 0 0,0 0-1 0 0,1 0 1 0 0,-1 0 0 0 0,1 0-1 0 0,-1-1 1 0 0,1 1 0 0 0,-1 0-1 0 0,1-1 1 0 0,0 1-1 0 0,-1-1 1 0 0,1 1 0 0 0,0-1-1 0 0,-1 0 1 0 0,1 0 0 0 0,0 0-1 0 0,0 0 1 0 0,-1 0-1 0 0,1 0 1 0 0,0 0 0 0 0,0 0-1 0 0,-1-1 1 0 0,1 1 0 0 0,0-1-1 0 0,-1 1 1 0 0,1-1-1 0 0,-1 0 1 0 0,1 0 0 0 0,-1 0-1 0 0,1 0 1 0 0,1-1 0 0 0,1-1-78 0 0,0 0 0 0 0,0 0 1 0 0,0 0-1 0 0,-1-1 0 0 0,1 0 1 0 0,-1 0-1 0 0,0 0 1 0 0,0 0-1 0 0,0 0 0 0 0,-1 0 1 0 0,1-1-1 0 0,1-4 0 0 0,4-21-1178 0 0,-6 10-3412 0 0,0 4-868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7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5065 0 0,'6'-6'387'0'0,"8"-6"909"0"0,-3 11 5218 0 0,-7 2-5697 0 0,8 1 944 0 0,0 1 0 0 0,0 1 0 0 0,13 5 0 0 0,-21-7-1830 0 0,-1 0 0 0 0,1 0 0 0 0,-1 0 0 0 0,1 1 1 0 0,-1-1-1 0 0,0 1 0 0 0,1 0 0 0 0,-2 0 0 0 0,1 0 0 0 0,0 0 0 0 0,-1 1 0 0 0,1-1 0 0 0,2 5 0 0 0,2 7-806 0 0,4 0-12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7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12899 0 0,'1'-4'643'0'0,"0"-3"-51"0"0,1 6 28 0 0,5 3 1355 0 0,-7-2-1917 0 0,1 0-1 0 0,-1 0 1 0 0,0 0-1 0 0,1 0 0 0 0,-1 0 1 0 0,1 1-1 0 0,-1-1 1 0 0,0 0-1 0 0,1 0 1 0 0,-1 0-1 0 0,1 0 1 0 0,-1 0-1 0 0,0 0 0 0 0,1 1 1 0 0,-1-1-1 0 0,0 0 1 0 0,1 0-1 0 0,-1 1 1 0 0,0-1-1 0 0,1 0 1 0 0,-1 0-1 0 0,0 1 1 0 0,1-1-1 0 0,-1 0 0 0 0,0 1 1 0 0,0-1-1 0 0,0 0 1 0 0,1 1-1 0 0,-1-1 1 0 0,0 1-1 0 0,0-1 1 0 0,0 0-1 0 0,0 1 1 0 0,1 0-1 0 0,0 5 236 0 0,0 1-1 0 0,0-1 1 0 0,0 0-1 0 0,-1 1 1 0 0,0-1-1 0 0,0 8 1 0 0,-7 44 1035 0 0,1-15-1162 0 0,5-30-393 0 0,-3 46 809 0 0,3-23-3982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8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13827 0 0,'41'-7'2019'0'0,"-16"3"898"0"0,47-3 1 0 0,-68 6-2851 0 0,0 1 1 0 0,-1-1 0 0 0,1 0-1 0 0,0 0 1 0 0,-1 0-1 0 0,5-2 1 0 0,-4 2-18 0 0,0-1-1 0 0,-1 1 1 0 0,1 0-1 0 0,0 0 1 0 0,0 0-1 0 0,5 0 1 0 0,-3 1-236 0 0,-1 0 0 0 0,1 1 1 0 0,-1-1-1 0 0,1 1 0 0 0,-1 0 0 0 0,1 1 1 0 0,5 1-1 0 0,-10-2 83 0 0,0-1-1 0 0,1 1 1 0 0,-1 0 0 0 0,0-1 0 0 0,0 1 0 0 0,0 0-1 0 0,0 0 1 0 0,0 0 0 0 0,0-1 0 0 0,0 1-1 0 0,0 0 1 0 0,0 0 0 0 0,0 1 0 0 0,0-1 0 0 0,-1 0-1 0 0,1 0 1 0 0,0 0 0 0 0,-1 0 0 0 0,1 1 0 0 0,-1-1-1 0 0,1 0 1 0 0,-1 1 0 0 0,0-1 0 0 0,1 0 0 0 0,-1 0-1 0 0,0 1 1 0 0,0-1 0 0 0,0 1 0 0 0,0-1-1 0 0,0 0 1 0 0,0 1 0 0 0,-1-1 0 0 0,1 0 0 0 0,-1 2-1 0 0,-1 5-6312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8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9218 0 0,'1'0'330'0'0,"1"0"0"0"0,0 0 0 0 0,-1 0 0 0 0,1 0 0 0 0,-1 1 0 0 0,1-1 0 0 0,0 0 0 0 0,-1 1 0 0 0,3 0 0 0 0,10 3 2262 0 0,-4-3-1650 0 0,0-1 0 0 0,0 0 0 0 0,0-1 1 0 0,0 0-1 0 0,0-1 0 0 0,14-3 0 0 0,-9 1-644 0 0,-9 2-202 0 0,0 0-1 0 0,0 0 1 0 0,0-1-1 0 0,9-6 0 0 0,12-5-213 0 0,-16 10-391 0 0,0 0-163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9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11522 0 0,'3'0'610'0'0,"0"1"0"0"0,0 0-1 0 0,0-1 1 0 0,0 1 0 0 0,0 0-1 0 0,0 0 1 0 0,0 1 0 0 0,0-1-1 0 0,0 0 1 0 0,0 1 0 0 0,-1 0-1 0 0,1 0 1 0 0,3 3 0 0 0,-3-3-688 0 0,-1 0 0 0 0,-1 0 0 0 0,1 0 0 0 0,0 0 0 0 0,0 0 0 0 0,-1 0 0 0 0,1 1 1 0 0,-1-1-1 0 0,0 1 0 0 0,1-1 0 0 0,-1 1 0 0 0,0-1 0 0 0,-1 1 0 0 0,1-1 0 0 0,0 1 0 0 0,0 4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9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7 9218 0 0,'1'-1'42'0'0,"-1"1"-19"0"0,0 0 0 0 0,1-1 0 0 0,-1 1 0 0 0,0-1 0 0 0,0 1 1 0 0,0 0-1 0 0,1 0 0 0 0,-1-1 0 0 0,0 1 0 0 0,0 0 1 0 0,1-1-1 0 0,-1 1 0 0 0,0 0 0 0 0,1 0 0 0 0,-1-1 1 0 0,0 1-1 0 0,1 0 0 0 0,-1 0 0 0 0,1 0 0 0 0,-1 0 0 0 0,0-1 1 0 0,1 1-1 0 0,-1 0 0 0 0,1 0 0 0 0,-1 0 0 0 0,0 0 1 0 0,1 0-1 0 0,-1 0 0 0 0,1 0 0 0 0,-1 0 0 0 0,0 0 0 0 0,1 0 1 0 0,-1 0-1 0 0,1 1 0 0 0,-1-1 0 0 0,0 0 0 0 0,1 0 1 0 0,-1 0-1 0 0,0 0 0 0 0,1 1 0 0 0,-1-1-23 0 0,1 0 286 0 0,0 5 1636 0 0,-1-3-1768 0 0,0 0-15 0 0,0 0 1 0 0,-1 1-1 0 0,1-1 0 0 0,-1 0 0 0 0,1 0 1 0 0,-1 0-1 0 0,0 0 0 0 0,0 1 0 0 0,0-1 1 0 0,0 0-1 0 0,0-1 0 0 0,0 1 0 0 0,0 0 1 0 0,-1 0-1 0 0,1 0 0 0 0,-4 2 0 0 0,-2 2-36 0 0,0 0-1 0 0,-15 8 0 0 0,12-8-113 0 0,-8 7-1744 0 0,-26 23-1 0 0,27-21-2622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9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60 2937 0 0,'-3'8'11383'0'0,"26"-9"-9641"0"0,0-1 1 0 0,0-1-1 0 0,39-10 0 0 0,-20 1-1947 0 0,45-20 0 0 0,-80 30-267 0 0,0-1-840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9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4145 0 0,'4'4'4290'0'0,"-4"-4"-4203"0"0,4-5 2781 0 0,-1 3-1094 0 0,3-3-644 0 0,0 1 0 0 0,1 0 0 0 0,12-6 0 0 0,-16 9-967 0 0,-1 0 0 0 0,0 0 0 0 0,1 0 0 0 0,-1 1 1 0 0,1-1-1 0 0,0 1 0 0 0,-1-1 0 0 0,1 1 0 0 0,-1 0 0 0 0,1 0 1 0 0,0 0-1 0 0,-1 0 0 0 0,1 0 0 0 0,-1 1 0 0 0,1-1 1 0 0,4 2-1 0 0,-5-1-114 0 0,-1 0-10 0 0,1 0 0 0 0,-1 0 1 0 0,1 0-1 0 0,0 0 1 0 0,-1 0-1 0 0,1-1 1 0 0,0 1-1 0 0,-1-1 1 0 0,1 1-1 0 0,0-1 0 0 0,0 0 1 0 0,0 0-1 0 0,-1 1 1 0 0,1-1-1 0 0,0 0 1 0 0,0-1-1 0 0,0 1 1 0 0,-1 0-1 0 0,1-1 0 0 0,0 1 1 0 0,0-1-1 0 0,-1 1 1 0 0,1-1-1 0 0,3-1 1 0 0,5-4-4 0 0,0 0 1 0 0,1 1 0 0 0,-1 0-1 0 0,1 1 1 0 0,17-5 0 0 0,-7 2-235 0 0,2 0-3664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4:5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5065 0 0,'0'0'73'0'0,"1"1"0"0"0,0 0 0 0 0,0 0 0 0 0,0 0 0 0 0,-1 0 0 0 0,1 0 0 0 0,0 0 0 0 0,-1 0 0 0 0,1 0 0 0 0,-1 0 0 0 0,1 0 0 0 0,-1 0 0 0 0,1 0 0 0 0,-1 0 0 0 0,0 0 0 0 0,0 0 0 0 0,0 1 0 0 0,1-1 0 0 0,-1 0 0 0 0,0 0 0 0 0,0 0 0 0 0,-1 0 0 0 0,1 1 0 0 0,0-1 0 0 0,-1 1 0 0 0,-9 34 2774 0 0,7-28-2503 0 0,-33 77 4841 0 0,5-16-3434 0 0,29-63-1819 0 0,-1 1-1 0 0,0-1 0 0 0,0 0 1 0 0,0-1-1 0 0,-1 1 0 0 0,0 0 1 0 0,0-1-1 0 0,0 0 0 0 0,-8 7 1 0 0,8-9-1069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0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5065 0 0,'20'5'332'0'0,"29"10"1421"0"0,-22-5-289 0 0,-16-6-919 0 0,0 0 1 0 0,0 1-1 0 0,19 11 1 0 0,-21-11-749 0 0,-9-5 186 0 0,0 0 0 0 0,0 0 1 0 0,0 0-1 0 0,0 0 0 0 0,0 0 0 0 0,0 0 1 0 0,0 0-1 0 0,0-1 0 0 0,0 1 1 0 0,0 0-1 0 0,0 0 0 0 0,0 0 1 0 0,0 0-1 0 0,0 0 0 0 0,0 0 0 0 0,0-1 1 0 0,0 1-1 0 0,0 0 0 0 0,0 0 1 0 0,0 0-1 0 0,0 0 0 0 0,0 0 1 0 0,0 0-1 0 0,0 0 0 0 0,0-1 0 0 0,0 1 1 0 0,0 0-1 0 0,0 0 0 0 0,0 0 1 0 0,0 0-1 0 0,0 0 0 0 0,0 0 1 0 0,1 0-1 0 0,-1 0 0 0 0,0 0 1 0 0,0 0-1 0 0,0-1 0 0 0,0 1 0 0 0,0 0 1 0 0,0 0-1 0 0,0 0 0 0 0,0 0 1 0 0,1 0-1 0 0,-1 0 0 0 0,0 0 1 0 0,0 0-1 0 0,0 0 0 0 0,0 0 0 0 0,0 0 1 0 0,0 0-1 0 0,1 0 0 0 0,-1 0 1 0 0,0 0-1 0 0,0 0 0 0 0,0 0 1 0 0,0 0-1 0 0,0 0 0 0 0,0 0 0 0 0,0 0 1 0 0,1 0-1 0 0,-5-4-51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0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9674 0 0,'12'7'11408'0'0,"-11"-6"-11395"0"0,0 0-1 0 0,0 0 1 0 0,0-1 0 0 0,0 1 0 0 0,0 0-1 0 0,-1 0 1 0 0,1 0 0 0 0,0 0 0 0 0,0 0 0 0 0,-1 0-1 0 0,1 0 1 0 0,0 2 0 0 0,1 0 14 0 0,1 2-8 0 0,-1-1 0 0 0,1 1 0 0 0,-1 1 0 0 0,0-1 0 0 0,0 0 0 0 0,1 10 0 0 0,6 13 2 0 0,-8-26-26 0 0,7 16-8 0 0,0 0 0 0 0,9 35 0 0 0,-16-49-82 0 0,0 1 1 0 0,0 0-1 0 0,-1 0 1 0 0,1 0 0 0 0,-1 0-1 0 0,0 0 1 0 0,0 0 0 0 0,-1 0-1 0 0,1 0 1 0 0,-1 0-1 0 0,0 0 1 0 0,-1 0 0 0 0,1 0-1 0 0,-1-1 1 0 0,0 1 0 0 0,-4 7-1 0 0,0-1-232 0 0,-4 7-93 0 0,10-18 394 0 0,-1 1 0 0 0,1 0 1 0 0,-1-1-1 0 0,1 1 0 0 0,-1-1 0 0 0,1 1 0 0 0,-1-1 0 0 0,1 0 0 0 0,-1 1 0 0 0,1-1 0 0 0,-1 1 1 0 0,0-1-1 0 0,1 0 0 0 0,-1 0 0 0 0,0 1 0 0 0,1-1 0 0 0,-1 0 0 0 0,0 0 0 0 0,1 0 0 0 0,-1 0 1 0 0,0 0-1 0 0,1 0 0 0 0,-2 0 0 0 0,-36-3-970 0 0,29 3 934 0 0,0 0 0 0 0,0-1-1 0 0,0 0 1 0 0,0-1 0 0 0,1 0 0 0 0,-1 0 0 0 0,-11-5-1 0 0,15 6 1792 0 0,9 6-404 0 0,-3-4-1225 0 0,0 0-1 0 0,0-1 1 0 0,0 1-1 0 0,0 0 1 0 0,0-1-1 0 0,0 1 1 0 0,0 0-1 0 0,0-1 1 0 0,0 1-1 0 0,0-1 1 0 0,0 0-1 0 0,0 1 1 0 0,1-1 0 0 0,-1 0-1 0 0,1 1 1 0 0,1-1-35 0 0,-1 0 0 0 0,1 0 0 0 0,-1 1 0 0 0,1 0 0 0 0,-1-1 1 0 0,1 1-1 0 0,-1 0 0 0 0,0 0 0 0 0,1 0 0 0 0,-1 0 0 0 0,0 1 0 0 0,2 1 1 0 0,-1-1-29 0 0,0 0 1 0 0,0 0-1 0 0,1-1 1 0 0,-1 1-1 0 0,0-1 1 0 0,7 2-1 0 0,4-2 37 0 0,1-1 0 0 0,-1 0-1 0 0,24-4 1 0 0,-10 1 5 0 0,13-1-61 0 0,27-2-1 0 0,0 2 0 0 0,83 7 0 0 0,-8 2-108 0 0,-53 6-130 0 0,-89-11 221 0 0,0 0 0 0 0,1 0 0 0 0,-1 0 1 0 0,0 1-1 0 0,0-1 0 0 0,0 0 0 0 0,0 0 0 0 0,0-1 1 0 0,1 1-1 0 0,-1 0 0 0 0,0 0 0 0 0,0-1 0 0 0,0 1 1 0 0,1-1-1 0 0,-1 1-7 0 0,-1 0 0 0 0,0-1 0 0 0,0 1 0 0 0,1 0 0 0 0,-1 0 0 0 0,0-1 0 0 0,0 1 0 0 0,1 0 0 0 0,-1-1 0 0 0,0 1 1 0 0,0 0-1 0 0,0-1 0 0 0,0 1 0 0 0,0 0 0 0 0,0-1 0 0 0,1 1 0 0 0,-1-1 0 0 0,0 1 0 0 0,0 0 0 0 0,0-1 0 0 0,0 1 0 0 0,0 0 0 0 0,0-1 1 0 0,0 1-1 0 0,-1-1 0 0 0,1 1 0 0 0,0-1 0 0 0,-1-2-126 0 0,0 1 1 0 0,-1-1-1 0 0,1 1 1 0 0,-1-1-1 0 0,1 1 1 0 0,-1 0-1 0 0,0-1 1 0 0,0 1-1 0 0,-4-3 1 0 0,-8-4-2394 0 0,5 4-4306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1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5985 0 0,'4'0'433'0'0,"0"0"0"0"0,0 1-1 0 0,0 0 1 0 0,0 0-1 0 0,0 0 1 0 0,0 0 0 0 0,0 1-1 0 0,-1-1 1 0 0,1 1-1 0 0,-1 0 1 0 0,1 0 0 0 0,-1 0-1 0 0,0 1 1 0 0,0-1-1 0 0,0 1 1 0 0,0 0 0 0 0,4 5-1 0 0,-1-4 348 0 0,-1 1 0 0 0,1-1-1 0 0,1 1 1 0 0,5 2 0 0 0,7 4-470 0 0,-18-7-2318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1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2304 0 0,'2'4'96'0'0,"0"0"-1"0"0,0-1 0 0 0,0 1 0 0 0,0-1 1 0 0,0 1-1 0 0,1-1 0 0 0,0 0 0 0 0,0 0 1 0 0,0 0-1 0 0,0 0 0 0 0,0 0 0 0 0,0-1 1 0 0,1 1-1 0 0,-1-1 0 0 0,1 0 0 0 0,0 0 1 0 0,0-1-1 0 0,7 4 0 0 0,-5-4-36 0 0,1 0-1 0 0,0 0 1 0 0,9 0-1 0 0,-10-1-20 0 0,0 1 0 0 0,0-1 0 0 0,0 1-1 0 0,11 4 1 0 0,5 2 294 0 0,-1 2 0 0 0,22 12 0 0 0,-37-17-220 0 0,0-1 1 0 0,-1 1-1 0 0,1 0 1 0 0,-1 0-1 0 0,0 1 1 0 0,0 0-1 0 0,0 0 1 0 0,-1 0-1 0 0,1 0 1 0 0,-1 1-1 0 0,6 10 1 0 0,-9-14 64 0 0,0 0 0 0 0,0 1 0 0 0,0-1 1 0 0,0 1-1 0 0,-1-1 0 0 0,1 1 0 0 0,-1 0 1 0 0,1-1-1 0 0,-1 1 0 0 0,0-1 0 0 0,0 1 1 0 0,0 0-1 0 0,0-1 0 0 0,0 1 0 0 0,-1 0 0 0 0,1-1 1 0 0,-1 1-1 0 0,0-1 0 0 0,-1 4 0 0 0,0-3-76 0 0,0-1-1 0 0,1 1 0 0 0,-1 0 1 0 0,-1-1-1 0 0,1 0 1 0 0,0 1-1 0 0,-1-1 0 0 0,1 0 1 0 0,-1 0-1 0 0,1-1 0 0 0,-1 1 1 0 0,0 0-1 0 0,0-1 0 0 0,0 0 1 0 0,-4 2-1 0 0,-7 1 187 0 0,0 0-1 0 0,-1 0 1 0 0,1-2-1 0 0,-1 0 1 0 0,-26 0-1 0 0,6-2-422 0 0,-45-8-1 0 0,65 4-1889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1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4609 0 0,'1'1'224'0'0,"0"-1"0"0"0,0 1 1 0 0,0-1-1 0 0,0 1 0 0 0,0 0 0 0 0,0-1 0 0 0,0 1 1 0 0,0 0-1 0 0,0-1 0 0 0,0 1 0 0 0,0 0 0 0 0,0 0 1 0 0,-1 0-1 0 0,1 0 0 0 0,0 0 0 0 0,-1 0 0 0 0,1 0 1 0 0,0 0-1 0 0,-1 0 0 0 0,0 0 0 0 0,1 2 0 0 0,9 27 1901 0 0,-7-6-1351 0 0,0 0-1 0 0,-2 0 1 0 0,-3 46-1 0 0,0-9-535 0 0,21 331 674 0 0,-18-380-892 0 0,0-5-32 0 0,0 0 1 0 0,-1 0 0 0 0,0 0-1 0 0,0 0 1 0 0,0 0-1 0 0,-3 9 1 0 0,3-16-78 0 0,0 0 1 0 0,0 1-1 0 0,0-1 0 0 0,0 0 1 0 0,-1 0-1 0 0,1 0 0 0 0,0 0 0 0 0,0 0 1 0 0,0 0-1 0 0,-1 1 0 0 0,1-1 1 0 0,0 0-1 0 0,0 0 0 0 0,0 0 0 0 0,-1 0 1 0 0,1 0-1 0 0,0 0 0 0 0,0 0 1 0 0,-1 0-1 0 0,1 0 0 0 0,0 0 0 0 0,0 0 1 0 0,0 0-1 0 0,-1 0 0 0 0,1 0 1 0 0,0 0-1 0 0,0 0 0 0 0,0-1 0 0 0,-1 1 1 0 0,1 0-1 0 0,0 0 0 0 0,0 0 1 0 0,0 0-1 0 0,-1 0 0 0 0,1 0 0 0 0,0-1 1 0 0,0 1-1 0 0,0 0 0 0 0,0 0 1 0 0,-1 0-1 0 0,1 0 0 0 0,0-1 0 0 0,0 1 1 0 0,0 0-1 0 0,0 0 0 0 0,0 0 1 0 0,0-1-1 0 0,0 1 0 0 0,0 0 0 0 0,0 0 1 0 0,-1-1-1 0 0,-3-7-4747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2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3225 0 0,'0'1'6'0'0,"0"-1"1"0"0,0 1-1 0 0,1-1 0 0 0,-1 1 1 0 0,0-1-1 0 0,1 1 1 0 0,-1-1-1 0 0,0 0 0 0 0,1 1 1 0 0,-1-1-1 0 0,1 0 1 0 0,-1 1-1 0 0,0-1 1 0 0,1 0-1 0 0,-1 0 0 0 0,1 1 1 0 0,-1-1-1 0 0,1 0 1 0 0,-1 0-1 0 0,1 0 1 0 0,-1 0-1 0 0,1 0 0 0 0,-1 1 1 0 0,1-1-1 0 0,-1 0 1 0 0,1 0-1 0 0,0 0 0 0 0,-1 0 1 0 0,1-1-1 0 0,-1 1 1 0 0,1 0-1 0 0,-1 0 1 0 0,1 0-1 0 0,0-1 0 0 0,0 0 190 0 0,1-1 0 0 0,0 1-1 0 0,-1-1 1 0 0,1 0-1 0 0,-1 0 1 0 0,0 0-1 0 0,2-3 1 0 0,-2 3 203 0 0,5-7 639 0 0,0 0 0 0 0,1 0-1 0 0,-1 1 1 0 0,2-1 0 0 0,-1 2 0 0 0,15-13 0 0 0,-16 16-683 0 0,0 0 0 0 0,0 0 0 0 0,0 1 0 0 0,1 0 0 0 0,-1 0 0 0 0,1 0 0 0 0,0 1 0 0 0,0-1 0 0 0,-1 2 0 0 0,2-1 0 0 0,7 0 0 0 0,-13 2-321 0 0,0 0 0 0 0,-1 0 0 0 0,1 0-1 0 0,0 0 1 0 0,0 0 0 0 0,-1 0 0 0 0,1 0 0 0 0,0 1-1 0 0,-1-1 1 0 0,1 1 0 0 0,0-1 0 0 0,-1 1 0 0 0,1-1-1 0 0,-1 1 1 0 0,1 0 0 0 0,-1 0 0 0 0,1 0 0 0 0,-1 0-1 0 0,1 0 1 0 0,0 2 0 0 0,0-2-5 0 0,-1 1 1 0 0,0 0-1 0 0,0 1 1 0 0,0-1-1 0 0,0 0 1 0 0,0 0-1 0 0,0 0 1 0 0,0 1-1 0 0,-1-1 1 0 0,1 0-1 0 0,-1 1 1 0 0,1 3-1 0 0,-2 5-9 0 0,1 0-1 0 0,-1 0 1 0 0,-1 0-1 0 0,0-1 0 0 0,-3 12 1 0 0,1-13 46 0 0,1 1 1 0 0,-1-1 0 0 0,-1 0-1 0 0,0 0 1 0 0,0 0-1 0 0,-1-1 1 0 0,0 1-1 0 0,-13 13 1 0 0,3-7 279 0 0,0 0 1 0 0,-36 26 0 0 0,17-23 422 0 0,37-19-730 0 0,-1 0-1 0 0,1-1 0 0 0,-1 1 0 0 0,1 0 1 0 0,-1-1-1 0 0,0 0 0 0 0,1 1 1 0 0,0-4-1 0 0,9-7 17 0 0,-2 4-133 0 0,0 1 0 0 0,1 0 0 0 0,0 1 0 0 0,1 0 0 0 0,-1 0 0 0 0,1 1-1 0 0,0 1 1 0 0,1 0 0 0 0,-1 0 0 0 0,1 1 0 0 0,12-1 0 0 0,-16 3-37 0 0,1 0 1 0 0,0 1-1 0 0,0 0 1 0 0,0 0 0 0 0,0 1-1 0 0,0 0 1 0 0,0 1-1 0 0,0 0 1 0 0,-1 0-1 0 0,1 1 1 0 0,-1 0 0 0 0,1 0-1 0 0,-1 1 1 0 0,0 0-1 0 0,9 7 1 0 0,-8-4 121 0 0,-1 0 1 0 0,0 1-1 0 0,0 0 1 0 0,-1 1-1 0 0,0 0 1 0 0,-1 0-1 0 0,0 0 1 0 0,6 11-1 0 0,-11-18-10 0 0,-1-2 3 0 0,0 0-1 0 0,0 0 1 0 0,0 0 0 0 0,0 1 0 0 0,0-1-1 0 0,0 0 1 0 0,0 0 0 0 0,0 0 0 0 0,0 0-1 0 0,0 0 1 0 0,0 0 0 0 0,0 0 0 0 0,0 0 0 0 0,0 0-1 0 0,0 0 1 0 0,0 0 0 0 0,0 0 0 0 0,0 1-1 0 0,0-1 1 0 0,0 0 0 0 0,0 0 0 0 0,0 0-1 0 0,0 0 1 0 0,0 0 0 0 0,0 0 0 0 0,1 0-1 0 0,-1 0 1 0 0,0 0 0 0 0,0 0 0 0 0,0 0-1 0 0,0 0 1 0 0,0 0 0 0 0,0 0 0 0 0,0 0-1 0 0,0 0 1 0 0,0 0 0 0 0,0 0 0 0 0,0 0 0 0 0,0 0-1 0 0,0 0 1 0 0,1 0 0 0 0,-1 0 0 0 0,0 0-1 0 0,0 0 1 0 0,0 0 0 0 0,0 0 0 0 0,0 0-1 0 0,0 0 1 0 0,0 0 0 0 0,0 0 0 0 0,0 0-1 0 0,0 0 1 0 0,0 0 0 0 0,0 0 0 0 0,0 0-1 0 0,1 0 1 0 0,-1 0 0 0 0,0 0 0 0 0,0 0-1 0 0,0 0 1 0 0,0 0 0 0 0,0 0 0 0 0,0 0 0 0 0,0 0-1 0 0,0 0 1 0 0,0-1 0 0 0,0 1 0 0 0,1-8-104 0 0,-2-12-254 0 0,-5-24-2998 0 0,3 26-1972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02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5065 0 0,'30'-5'767'0'0,"-8"6"2666"0"0,21 2 456 0 0,-31-3-3069 0 0,1 1 0 0 0,-1 1 0 0 0,14 2 0 0 0,-25-3-773 0 0,1-1-1 0 0,-1 1 1 0 0,1 0-1 0 0,-1-1 0 0 0,1 1 1 0 0,-1 0-1 0 0,0 0 1 0 0,1 0-1 0 0,-1 0 1 0 0,0 0-1 0 0,0 0 1 0 0,0 0-1 0 0,0 0 0 0 0,0 0 1 0 0,0 1-1 0 0,0-1 1 0 0,1 2-1 0 0,-1 0 16 0 0,1 1-1 0 0,-1-1 0 0 0,0 0 1 0 0,0 0-1 0 0,-1 1 1 0 0,1-1-1 0 0,0 7 0 0 0,-1 1 30 0 0,-1 0 0 0 0,0 0 0 0 0,-5 21 0 0 0,0-8-66 0 0,-2-1 0 0 0,-11 24 0 0 0,11-28-21 0 0,7-18-4 0 0,1 0 0 0 0,-1 0 0 0 0,1 0 0 0 0,-1 0 0 0 0,0 0 0 0 0,1 0 0 0 0,-1 0 0 0 0,0 0 0 0 0,0 0 0 0 0,1 0 0 0 0,-1 0 0 0 0,0 0 0 0 0,0-1 0 0 0,0 1 0 0 0,0 0 0 0 0,0-1 0 0 0,-2 2 0 0 0,-6 3 0 0 0,10-5 0 0 0,0 0 0 0 0,0 0 0 0 0,0 0 0 0 0,0 0 0 0 0,0 0 0 0 0,0 0 0 0 0,0 0 0 0 0,0 1 0 0 0,0-1 0 0 0,0 0 0 0 0,0 1 0 0 0,-1-1 0 0 0,1 0 0 0 0,0 1 0 0 0,0-1 0 0 0,0 1 0 0 0,0 0 0 0 0,-1-1 0 0 0,1 1 0 0 0,0 0 0 0 0,0 0 0 0 0,18 19 0 0 0,-16-18-40 0 0,-1 0 0 0 0,0 0 0 0 0,1 0 0 0 0,0 0 0 0 0,-1 0 0 0 0,1-1 0 0 0,0 1 0 0 0,6 1 0 0 0,12 8-236 0 0,-12-3 183 0 0,1 0 1 0 0,-1 1 0 0 0,-1-1-1 0 0,0 2 1 0 0,0-1 0 0 0,-1 1-1 0 0,0 0 1 0 0,0 1-1 0 0,-1 0 1 0 0,6 16 0 0 0,-6-12 185 0 0,-1 0 1 0 0,0 0-1 0 0,-1 1 1 0 0,-1-1-1 0 0,-1 1 1 0 0,0 0-1 0 0,-1 26 1 0 0,-1-36 19 0 0,0 0 1 0 0,-1 1-1 0 0,0-1 1 0 0,0 0-1 0 0,-1 0 0 0 0,0 0 1 0 0,0 0-1 0 0,0-1 1 0 0,0 1-1 0 0,-1-1 1 0 0,-6 10-1 0 0,7-13-67 0 0,0 0-1 0 0,1 0 1 0 0,-1 0-1 0 0,0 0 1 0 0,0-1-1 0 0,0 1 1 0 0,0-1-1 0 0,0 1 0 0 0,0-1 1 0 0,-1 0-1 0 0,1 0 1 0 0,0 0-1 0 0,-1 0 1 0 0,1 0-1 0 0,-1-1 1 0 0,1 1-1 0 0,-1-1 1 0 0,1 0-1 0 0,-1 1 1 0 0,1-1-1 0 0,-1 0 1 0 0,1 0-1 0 0,-1-1 1 0 0,0 1-1 0 0,1 0 0 0 0,-1-1 1 0 0,1 0-1 0 0,0 1 1 0 0,-1-1-1 0 0,1 0 1 0 0,-3-2-1 0 0,-7-3 109 0 0,0-1-1 0 0,1 0 0 0 0,0-1 1 0 0,0 0-1 0 0,1-1 0 0 0,0 0 1 0 0,1 0-1 0 0,-10-13 1 0 0,18 21-150 0 0,1 1 0 0 0,0 0 0 0 0,0 0 1 0 0,0-1-1 0 0,-1 1 0 0 0,1 0 0 0 0,0 0 1 0 0,0-1-1 0 0,0 1 0 0 0,0 0 0 0 0,0 0 1 0 0,0-1-1 0 0,0 1 0 0 0,0 0 0 0 0,0-1 1 0 0,0 1-1 0 0,0 0 0 0 0,0 0 0 0 0,0-1 1 0 0,0 1-1 0 0,0 0 0 0 0,0-1 1 0 0,0 1-1 0 0,0 0 0 0 0,0 0 0 0 0,0-1 1 0 0,0 1-1 0 0,0 0 0 0 0,0-1 0 0 0,1 1 1 0 0,-1 0-1 0 0,0 0 0 0 0,0-1 0 0 0,12-6 116 0 0,15 0 12 0 0,-5 5-128 0 0,23 0 1 0 0,20-2-116 0 0,-65 4 99 0 0,0 0-1 0 0,0 0 0 0 0,1 0 1 0 0,-1 0-1 0 0,0 0 0 0 0,0 0 0 0 0,0 0 1 0 0,0 0-1 0 0,1 0 0 0 0,-1 0 1 0 0,0 0-1 0 0,0 0 0 0 0,0 0 1 0 0,0 0-1 0 0,0 0 0 0 0,1 0 0 0 0,-1 0 1 0 0,0 0-1 0 0,0 0 0 0 0,0 0 1 0 0,0 0-1 0 0,0-1 0 0 0,1 1 1 0 0,-1 0-1 0 0,0 0 0 0 0,0 0 0 0 0,0 0 1 0 0,0 0-1 0 0,0 0 0 0 0,0 0 1 0 0,0-1-1 0 0,0 1 0 0 0,0 0 1 0 0,1 0-1 0 0,-1 0 0 0 0,0 0 0 0 0,0 0 1 0 0,0-1-1 0 0,0 1 0 0 0,0 0 1 0 0,0 0-1 0 0,0 0 0 0 0,0 0 1 0 0,0 0-1 0 0,0-1 0 0 0,0 1 0 0 0,0 0 1 0 0,0 0-1 0 0,0 0 0 0 0,0 0 1 0 0,0 0-1 0 0,0-1 0 0 0,0 1 1 0 0,-1 0-1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0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466 837 4145 0 0,'6'5'451'0'0,"-1"-1"1"0"0,1 0-1 0 0,0 0 1 0 0,0 0-1 0 0,0-1 0 0 0,0 0 1 0 0,1 0-1 0 0,-1-1 1 0 0,13 4-1 0 0,-7-4 192 0 0,-1 1-1 0 0,1-2 1 0 0,0 0-1 0 0,-1 0 1 0 0,15-1 0 0 0,-20-1-532 0 0,1-1 0 0 0,-1 1 0 0 0,0-1 0 0 0,1 0 1 0 0,-1 0-1 0 0,0-1 0 0 0,0 0 0 0 0,-1 0 0 0 0,1 0 0 0 0,10-8 1 0 0,3-5 333 0 0,26-27 1 0 0,-35 33-296 0 0,8-10 32 0 0,0 0 0 0 0,-2-2 1 0 0,0 0-1 0 0,-2-1 0 0 0,0-1 0 0 0,10-25 0 0 0,-19 36-140 0 0,0 0 0 0 0,-1 0 0 0 0,-1 0-1 0 0,0-1 1 0 0,0 1 0 0 0,-2-1 0 0 0,1 0 0 0 0,-2 0-1 0 0,0 0 1 0 0,-1 0 0 0 0,0 1 0 0 0,-1-1 0 0 0,-5-19 0 0 0,-6-2 170 0 0,10 26-208 0 0,-1 0 0 0 0,1 0 0 0 0,-2-13 0 0 0,3 10 4 0 0,-2-10 217 0 0,0 0 1 0 0,-8-24-1 0 0,9 39-193 0 0,0 0-1 0 0,0 0 1 0 0,-1 0 0 0 0,0 0-1 0 0,0 1 1 0 0,0-1-1 0 0,-1 1 1 0 0,0 0 0 0 0,0 0-1 0 0,-6-4 1 0 0,1 3 37 0 0,0 0 0 0 0,0 1 0 0 0,-1 1-1 0 0,1 0 1 0 0,-1 0 0 0 0,0 1 0 0 0,-1 0 0 0 0,-14-2 0 0 0,6 1 112 0 0,-29-13-1 0 0,12-1 66 0 0,26 13 11 0 0,0 0 1 0 0,-1 0-1 0 0,-23-6 0 0 0,14 8-87 0 0,0 1 0 0 0,0 2-1 0 0,-34 1 1 0 0,29 0 15 0 0,17 0-90 0 0,1 1-1 0 0,-1 1 0 0 0,-14 3 0 0 0,-14 3 79 0 0,24-7-118 0 0,0 1 0 0 0,0 1 0 0 0,1 0 0 0 0,-1 1 0 0 0,-22 10 1 0 0,29-11-44 0 0,-1 0 0 0 0,1 1 1 0 0,0-1-1 0 0,0 1 1 0 0,1 1-1 0 0,-1-1 1 0 0,1 1-1 0 0,0 0 0 0 0,0 1 1 0 0,1-1-1 0 0,-1 1 1 0 0,-3 7-1 0 0,0-1-16 0 0,0-1-1 0 0,0 0 1 0 0,-1-1 0 0 0,-13 13 0 0 0,10-10 6 0 0,-18 22 0 0 0,28-31-2 0 0,-1 1 0 0 0,1 0 0 0 0,0 0 0 0 0,0 0 0 0 0,0 1 0 0 0,1-1 0 0 0,0 0 0 0 0,-1 7 0 0 0,-2 44 0 0 0,4-37 0 0 0,0-2 0 0 0,0 1 0 0 0,1-1 0 0 0,1 1 0 0 0,6 26 0 0 0,-3-25 0 0 0,2-1 0 0 0,0 1 0 0 0,1-1 0 0 0,15 23 0 0 0,-1-8 0 0 0,31 37 0 0 0,-38-52 1 0 0,8 12 19 0 0,1-2-1 0 0,2 0 1 0 0,36 29 0 0 0,-48-47 148 0 0,1-1 0 0 0,0-1 0 0 0,28 12 0 0 0,-33-17-34 0 0,0 0 0 0 0,1-1 0 0 0,-1 0 0 0 0,1 0 0 0 0,-1-1 0 0 0,1-1 0 0 0,13 0 0 0 0,-24 0-129 0 0,0 0-1 0 0,0 0 1 0 0,0 0-1 0 0,0 0 1 0 0,0 0-1 0 0,0 0 1 0 0,0 0-1 0 0,0 0 1 0 0,0 0 0 0 0,0 0-1 0 0,0-1 1 0 0,0 1-1 0 0,0 0 1 0 0,0 0-1 0 0,0 0 1 0 0,0 0-1 0 0,0 0 1 0 0,-1 0-1 0 0,1 0 1 0 0,0 0-1 0 0,0 0 1 0 0,0 0 0 0 0,0 0-1 0 0,0 0 1 0 0,0 0-1 0 0,0-1 1 0 0,0 1-1 0 0,0 0 1 0 0,0 0-1 0 0,0 0 1 0 0,0 0-1 0 0,0 0 1 0 0,0 0-1 0 0,0 0 1 0 0,0 0 0 0 0,1 0-1 0 0,-1 0 1 0 0,0 0-1 0 0,0 0 1 0 0,0 0-1 0 0,0-1 1 0 0,0 1-1 0 0,0 0 1 0 0,0 0-1 0 0,0 0 1 0 0,0 0 0 0 0,0 0-1 0 0,0 0 1 0 0,0 0-1 0 0,0 0 1 0 0,0 0-1 0 0,-6-3-51 0 0,-13-1-2024 0 0,9 4-5825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1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811 69 9674 0 0,'0'0'77'0'0,"0"0"1"0"0,1-1-1 0 0,-1 1 0 0 0,0 0 1 0 0,0-1-1 0 0,0 1 0 0 0,0-1 0 0 0,0 1 1 0 0,0 0-1 0 0,0-1 0 0 0,0 1 1 0 0,0-1-1 0 0,0 1 0 0 0,0 0 0 0 0,0-1 1 0 0,0 1-1 0 0,0-1 0 0 0,0 1 1 0 0,0 0-1 0 0,0-1 0 0 0,0 1 0 0 0,-1-1 1 0 0,1 1-1 0 0,0 0 0 0 0,0-1 1 0 0,0 1-1 0 0,-1 0 0 0 0,1-1 0 0 0,0 1 1 0 0,0 0-1 0 0,-1 0 0 0 0,1-1 1 0 0,0 1-1 0 0,-1-1 0 0 0,0 1-39 0 0,1 0 1 0 0,-1-1-1 0 0,1 1 0 0 0,-1-1 0 0 0,1 1 0 0 0,-1 0 0 0 0,1-1 1 0 0,-1 1-1 0 0,1 0 0 0 0,-1 0 0 0 0,1 0 0 0 0,-1-1 1 0 0,1 1-1 0 0,-1 0 0 0 0,0 0 0 0 0,1 0 0 0 0,-1 0 1 0 0,1 0-1 0 0,-1 0 0 0 0,0 0 0 0 0,1 0 0 0 0,-1 0 1 0 0,1 0-1 0 0,-1 0 0 0 0,0 1 0 0 0,-2 1 427 0 0,0 0-1 0 0,0 0 1 0 0,0 1-1 0 0,1-1 1 0 0,-5 6-1 0 0,6-6-280 0 0,0 0 1 0 0,-1 0-1 0 0,1 0 0 0 0,-1 0 0 0 0,0-1 1 0 0,1 1-1 0 0,-1 0 0 0 0,0-1 0 0 0,0 0 1 0 0,0 1-1 0 0,0-1 0 0 0,0 0 1 0 0,0 0-1 0 0,-1 0 0 0 0,1 0 0 0 0,0-1 1 0 0,0 1-1 0 0,-3 0 0 0 0,-22 0 628 0 0,-52-5-1 0 0,30 0-248 0 0,-114 4 36 0 0,153 0-583 0 0,0 0 0 0 0,0-1 1 0 0,-1 0-1 0 0,-17-5 0 0 0,20 3-3 0 0,0 1-1 0 0,-1 1 0 0 0,1-1 0 0 0,-1 2 1 0 0,1-1-1 0 0,-1 1 0 0 0,1 0 1 0 0,-10 2-1 0 0,1 1 65 0 0,0 0 0 0 0,0-1 0 0 0,0 0 0 0 0,0-2 1 0 0,0 0-1 0 0,-26-3 0 0 0,29 0-51 0 0,0-1 0 0 0,1 0 0 0 0,0 0-1 0 0,-14-8 1 0 0,26 12-12 0 0,0-1 0 0 0,0 1-1 0 0,0 0 1 0 0,0-1-1 0 0,0 1 1 0 0,0 0 0 0 0,0 0-1 0 0,0 0 1 0 0,0 0-1 0 0,0 0 1 0 0,0 0 0 0 0,-1 0-1 0 0,1 0 1 0 0,0 0-1 0 0,0 0 1 0 0,0 0 0 0 0,0 1-1 0 0,0-1 1 0 0,0 0-1 0 0,0 1 1 0 0,0-1 0 0 0,0 1-1 0 0,0-1 1 0 0,0 1-1 0 0,1 0 1 0 0,-1-1 0 0 0,0 1-1 0 0,0 0 1 0 0,0 0-1 0 0,1-1 1 0 0,-1 1 0 0 0,0 0-1 0 0,1 0 1 0 0,-1 0-1 0 0,1 0 1 0 0,-1 0 0 0 0,1 0-1 0 0,-1 0 1 0 0,1 1-1 0 0,0-2 118 0 0,3-3-78 0 0,40-36-849 0 0,-22 18-2211 0 0,-11 12-4373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2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64 3681 0 0,'0'-2'107'0'0,"-1"0"0"0"0,0 0 0 0 0,0 0 0 0 0,0 1 0 0 0,0-1 1 0 0,0 0-1 0 0,0 0 0 0 0,0 1 0 0 0,-1-1 0 0 0,1 1 0 0 0,-1-1 0 0 0,1 1 1 0 0,-3-2-1 0 0,-26-15 2616 0 0,12 8-1168 0 0,-8-1 7654 0 0,427 378-5584 0 0,-397-364-3815 0 0,-4-3 176 0 0,0 0 0 0 0,1 0 0 0 0,-1 0 1 0 0,0 0-1 0 0,0 0 0 0 0,0 0 0 0 0,0 0 0 0 0,1 0 0 0 0,-1 0 0 0 0,0 0 0 0 0,0 0 0 0 0,0 0 0 0 0,0 0 0 0 0,1 0 0 0 0,-1 0 0 0 0,0 0 0 0 0,0 1 1 0 0,0-1-1 0 0,0 0 0 0 0,0 0 0 0 0,0 0 0 0 0,1 0 0 0 0,-1 0 0 0 0,0 0 0 0 0,0 1 0 0 0,0-1 0 0 0,0 0 0 0 0,0 0 0 0 0,0 0 0 0 0,0 0 0 0 0,0 0 0 0 0,0 1 1 0 0,0-1-1 0 0,0 0 0 0 0,0 0 0 0 0,0 0 0 0 0,0 0 0 0 0,0 1 0 0 0,0-1 0 0 0,0 0 0 0 0,0 0 0 0 0,0 0 0 0 0,0 0 0 0 0,0 1 0 0 0,0-1 0 0 0,0 0 1 0 0,0 0-1 0 0,0 0 0 0 0,0 0 0 0 0,0 1 0 0 0,0-1 0 0 0,0 0 0 0 0,0 0 0 0 0,-1 0 0 0 0,1 0 0 0 0,0 0 0 0 0,0 1 0 0 0,0-1-90 0 0,-4 2 35 0 0,1 1 60 0 0,-1 0 1 0 0,-1 0-1 0 0,1 0 0 0 0,0-1 1 0 0,-1 0-1 0 0,1 0 1 0 0,-1 0-1 0 0,-8 2 0 0 0,-9-1 16 0 0,0 0-12 0 0,1 1 0 0 0,-38 13 0 0 0,53-15 12 0 0,-1 1 1 0 0,1 0-1 0 0,-1 0 1 0 0,1 1-1 0 0,0 0 0 0 0,1 0 1 0 0,-1 1-1 0 0,1-1 1 0 0,-1 1-1 0 0,1 0 1 0 0,1 1-1 0 0,-8 8 1 0 0,3 5 411 0 0,8-10 0 0 0,1-9-414 0 0,0 0 0 0 0,0 0-1 0 0,0 0 1 0 0,1 0 0 0 0,-1 0 0 0 0,0 1-1 0 0,0-1 1 0 0,0 0 0 0 0,0 0-1 0 0,1 0 1 0 0,-1 0 0 0 0,0 0 0 0 0,0 0-1 0 0,0 0 1 0 0,1 0 0 0 0,-1 0 0 0 0,0 0-1 0 0,0 0 1 0 0,0 0 0 0 0,0 0-1 0 0,1 0 1 0 0,-1 0 0 0 0,0 0 0 0 0,0 0-1 0 0,0 0 1 0 0,1 0 0 0 0,-1 0-1 0 0,0 0 1 0 0,0-1 0 0 0,0 1 0 0 0,0 0-1 0 0,0 0 1 0 0,1 0 0 0 0,-1 0-1 0 0,0 0 1 0 0,0 0 0 0 0,0 0 0 0 0,0-1-1 0 0,0 1 1 0 0,1 0 0 0 0,5-9-2091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7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1245 1613 6913 0 0,'12'4'320'0'0,"1"0"0"0"0,-1 1-1 0 0,0 1 1 0 0,-1 0 0 0 0,12 7-1 0 0,4 4-650 0 0,39 21 125 0 0,-29-19 937 0 0,2-1 1 0 0,0-2-1 0 0,1-2 1 0 0,0-1-1 0 0,50 8 1 0 0,17-8 341 0 0,111 0 0 0 0,-167-12-761 0 0,0-3 1 0 0,0-2 0 0 0,95-21-1 0 0,-126 20-289 0 0,462-117-39 0 0,-320 76 2 0 0,30-8 114 0 0,-131 34 326 0 0,64-31 1 0 0,-107 42-341 0 0,0 0 0 0 0,0-1-1 0 0,-1-2 1 0 0,0 1 0 0 0,-1-2 0 0 0,0 0 0 0 0,18-21 0 0 0,-26 24-92 0 0,0 1 0 0 0,-1-1 0 0 0,0-1 0 0 0,-1 1 0 0 0,0-1 0 0 0,0-1 0 0 0,-2 1 0 0 0,1-1 1 0 0,-1 1-1 0 0,-1-1 0 0 0,0 0 0 0 0,-1 0 0 0 0,1-18 0 0 0,-3 13-44 0 0,0 0-1 0 0,-2 0 1 0 0,0 0-1 0 0,-1 0 1 0 0,-1 0-1 0 0,0 0 1 0 0,-1 1-1 0 0,-1 0 1 0 0,-1 0-1 0 0,-15-26 1 0 0,-8-10-178 0 0,-64-78 0 0 0,59 86-200 0 0,-1 1 0 0 0,-2 2 0 0 0,-2 2 0 0 0,-2 1 1 0 0,-1 2-1 0 0,-2 2 0 0 0,-2 3 0 0 0,-70-38 0 0 0,91 56 429 0 0,-211-100-24 0 0,-9 20 123 0 0,-15 23-85 0 0,-3 11-1 0 0,-381-35 0 0 0,550 85-598 0 0,1 5-1 0 0,-1 4 1 0 0,0 4 0 0 0,1 5 0 0 0,-1 3-1 0 0,-145 39 1 0 0,197-39 460 0 0,-11 2 595 0 0,-100 41 1 0 0,139-48-254 0 0,0 1 1 0 0,0 1-1 0 0,0 0 1 0 0,1 0-1 0 0,1 2 1 0 0,-1 0-1 0 0,2 0 0 0 0,0 1 1 0 0,0 1-1 0 0,-16 23 1 0 0,18-20-20 0 0,1 0 1 0 0,0 0-1 0 0,1 1 0 0 0,2 0 1 0 0,-1 0-1 0 0,-6 35 0 0 0,8-27 65 0 0,2 0-1 0 0,1 0 1 0 0,1 1-1 0 0,3 36 0 0 0,4-17 113 0 0,1-1 0 0 0,2 0 0 0 0,3-1 0 0 0,1 0 0 0 0,25 56 0 0 0,-14-47 206 0 0,2 0 0 0 0,3-2 0 0 0,1-1 0 0 0,3-1 0 0 0,1-2 0 0 0,3-1 1 0 0,78 73-1 0 0,-102-106-423 0 0,1-1 0 0 0,1 0 0 0 0,0-1 0 0 0,21 11 0 0 0,-31-18-150 0 0,0-1 0 0 0,-1 0-1 0 0,1 0 1 0 0,0 0 0 0 0,0-1 0 0 0,0 0 0 0 0,0 0 0 0 0,0 0-1 0 0,0 0 1 0 0,0-1 0 0 0,1 0 0 0 0,-1 0 0 0 0,0 0 0 0 0,0-1 0 0 0,0 0-1 0 0,0 0 1 0 0,0 0 0 0 0,0-1 0 0 0,8-3 0 0 0,-11 4-116 0 0,0 0 0 0 0,0 0 0 0 0,0 0 0 0 0,-1 0 0 0 0,1-1 0 0 0,-1 1 0 0 0,1 0 0 0 0,-1-1-1 0 0,1 0 1 0 0,-1 1 0 0 0,0-1 0 0 0,0 0 0 0 0,0 0 0 0 0,0 1 0 0 0,0-1 0 0 0,0 0 0 0 0,0 0 0 0 0,0-3 0 0 0,2-13-7289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8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19 4609 0 0,'3'-3'233'0'0,"-2"2"-184"0"0,0 1-1 0 0,0-1 1 0 0,-1 0 0 0 0,1 0-1 0 0,0 0 1 0 0,0 1 0 0 0,-1-1-1 0 0,1 0 1 0 0,0 0 0 0 0,-1 0-1 0 0,1 0 1 0 0,0-2 417 0 0,9 1 3496 0 0,-7 3-3736 0 0,-1 1 1 0 0,0-1-1 0 0,0 0 0 0 0,-1 1 1 0 0,1 0-1 0 0,0-1 1 0 0,0 1-1 0 0,-1 0 0 0 0,1 0 1 0 0,-1 0-1 0 0,0 0 0 0 0,0 0 1 0 0,1 0-1 0 0,-1 1 0 0 0,0-1 1 0 0,-1 0-1 0 0,1 1 0 0 0,0-1 1 0 0,-1 0-1 0 0,1 1 0 0 0,-1-1 1 0 0,0 1-1 0 0,0 4 0 0 0,0 6 381 0 0,-1-1-1 0 0,-1 1 1 0 0,-4 18-1 0 0,2-11-50 0 0,-21 96 1148 0 0,-11 82-351 0 0,35-190-1299 0 0,-5 83 431 0 0,6-79-393 0 0,0-1 0 0 0,1 0 1 0 0,1 0-1 0 0,0 0 0 0 0,0 0 0 0 0,5 11 0 0 0,-7-22-81 0 0,0 1 1 0 0,0-1-1 0 0,0 1 1 0 0,0 0 0 0 0,1-1-1 0 0,-1 1 1 0 0,0-1-1 0 0,0 1 1 0 0,1-1-1 0 0,-1 0 1 0 0,0 1-1 0 0,1-1 1 0 0,-1 1-1 0 0,1-1 1 0 0,-1 0 0 0 0,0 1-1 0 0,1-1 1 0 0,-1 1-1 0 0,1-1 1 0 0,0 0-1 0 0,-1 0-3 0 0,1 0 1 0 0,-1 0-1 0 0,0 0 0 0 0,1 0 0 0 0,-1 0 0 0 0,0 0 0 0 0,1 0 1 0 0,-1 0-1 0 0,0 0 0 0 0,0-1 0 0 0,1 1 0 0 0,-1 0 0 0 0,0 0 1 0 0,1 0-1 0 0,-1-1 0 0 0,0 1 0 0 0,0 0 0 0 0,0 0 0 0 0,1 0 0 0 0,-1-1 1 0 0,0 1-1 0 0,0 0 0 0 0,0-1 0 0 0,1 1 0 0 0,0-2-17 0 0,0 0 0 0 0,-1 1 0 0 0,1-1 1 0 0,0 0-1 0 0,-1 0 0 0 0,1 0 0 0 0,-1 0 0 0 0,1 0 0 0 0,-1 0 0 0 0,0-2 0 0 0,-1-5-214 0 0,0 0-22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19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1103 3225 0 0,'37'8'3884'0'0,"0"-1"1"0"0,72 3-1 0 0,-75-9-3171 0 0,1-2 0 0 0,-1-2 0 0 0,0-1 0 0 0,-1-1 0 0 0,1-2-1 0 0,37-13 1 0 0,-59 15-644 0 0,1 1 0 0 0,0-2-1 0 0,-1 0 1 0 0,0 0 0 0 0,-1-1-1 0 0,1 0 1 0 0,-1-1 0 0 0,-1-1-1 0 0,1 0 1 0 0,-2 0 0 0 0,1-1-1 0 0,-1 0 1 0 0,-1 0 0 0 0,1-1-1 0 0,-2 0 1 0 0,0-1 0 0 0,0 0 0 0 0,-1 0-1 0 0,9-25 1 0 0,-9 17-88 0 0,-1 1 0 0 0,-1-1 0 0 0,0-1 0 0 0,-2 1 0 0 0,0 0 0 0 0,-1-1 0 0 0,-3-23 0 0 0,0 19-40 0 0,-2-1 0 0 0,-1 1 0 0 0,-1 0-1 0 0,-1 1 1 0 0,-13-30 0 0 0,5 20-6 0 0,-2 0-1 0 0,-2 1 1 0 0,-1 2 0 0 0,-1-1-1 0 0,-2 2 1 0 0,-1 1 0 0 0,-53-50-1 0 0,50 55 66 0 0,-9-10 0 0 0,-2 1 0 0 0,-63-41 0 0 0,87 66 0 0 0,1 0 0 0 0,-1 1 0 0 0,0 1 0 0 0,-1 0 0 0 0,0 1 0 0 0,0 1 0 0 0,0 0 0 0 0,0 1 0 0 0,0 0 0 0 0,-1 1 0 0 0,1 1 0 0 0,-23 1 0 0 0,16 3 58 0 0,0 0 0 0 0,1 2-1 0 0,-1 0 1 0 0,1 1 0 0 0,0 1-1 0 0,1 1 1 0 0,0 1 0 0 0,0 1-1 0 0,1 1 1 0 0,-20 13-1 0 0,11-4 64 0 0,1 2 1 0 0,0 1-1 0 0,2 1 0 0 0,1 1 0 0 0,-35 46 0 0 0,47-55-40 0 0,1 1 0 0 0,1 0 0 0 0,0 0 0 0 0,1 1 1 0 0,1 0-1 0 0,1 0 0 0 0,0 1 0 0 0,2 0 1 0 0,0 1-1 0 0,1-1 0 0 0,1 1 0 0 0,1 0 0 0 0,1-1 1 0 0,0 1-1 0 0,2 0 0 0 0,0 0 0 0 0,1 0 1 0 0,1-1-1 0 0,9 32 0 0 0,-6-31-1 0 0,2 0 1 0 0,0-1-1 0 0,1 0 0 0 0,1-1 1 0 0,0 0-1 0 0,1-1 0 0 0,2 0 1 0 0,14 16-1 0 0,-19-24-23 0 0,0-1 1 0 0,0 0-1 0 0,1-1 1 0 0,0 0-1 0 0,1-1 1 0 0,-1 0-1 0 0,1 0 1 0 0,1-1-1 0 0,-1 0 1 0 0,1-1-1 0 0,-1 0 1 0 0,1-1-1 0 0,0 0 1 0 0,1 0-1 0 0,-1-2 1 0 0,14 2-1 0 0,-7-3 205 0 0,34-4-1 0 0,-23 0-4268 0 0,-18 2 259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0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1 156 8754 0 0,'1'-6'621'0'0,"0"1"0"0"0,0 0 0 0 0,-1 0 0 0 0,0-9 0 0 0,1-6 392 0 0,0 11-386 0 0,0 1 1 0 0,0-1-1 0 0,1 1 0 0 0,0 0 1 0 0,6-12-1 0 0,-7 17-440 0 0,0 0 0 0 0,1 1 0 0 0,-1 0 0 0 0,1-1 0 0 0,0 1 0 0 0,-1 0 1 0 0,1 0-1 0 0,0 0 0 0 0,1 0 0 0 0,-1 1 0 0 0,0-1 0 0 0,0 0 0 0 0,1 1 0 0 0,-1-1 0 0 0,1 1 0 0 0,-1 0 0 0 0,1 0 0 0 0,0 0 0 0 0,-1 0 0 0 0,6 0 0 0 0,-1 0-63 0 0,0 0 0 0 0,0 1 1 0 0,0 0-1 0 0,0 1 0 0 0,0 0 0 0 0,0 0 0 0 0,-1 0 0 0 0,1 0 0 0 0,0 1 0 0 0,9 4 0 0 0,8 5 55 0 0,31 17 0 0 0,-54-27-173 0 0,17 9 56 0 0,1 2 0 0 0,-2 0 0 0 0,31 27 0 0 0,-43-34-50 0 0,0 0 0 0 0,0 0 0 0 0,0 1 0 0 0,0 0 0 0 0,-1 0 0 0 0,0 0 0 0 0,0 0 0 0 0,-1 1 0 0 0,0-1 0 0 0,0 1 0 0 0,-1 0 0 0 0,1 0 0 0 0,-1 0 0 0 0,-1 0 0 0 0,2 7 0 0 0,-3-10-31 0 0,-1-1 0 0 0,1 0-1 0 0,0 1 1 0 0,-1-1 0 0 0,0 0 0 0 0,0 0 0 0 0,0 0 0 0 0,0 0-1 0 0,0 0 1 0 0,-1 0 0 0 0,1 0 0 0 0,-1 0 0 0 0,0 0 0 0 0,0 0 0 0 0,0-1-1 0 0,0 1 1 0 0,0-1 0 0 0,-1 0 0 0 0,1 0 0 0 0,-1 0 0 0 0,1 0-1 0 0,-5 3 1 0 0,-6 3-142 0 0,-1-1 0 0 0,0 0 1 0 0,-22 7-1 0 0,21-8 93 0 0,-19 6-174 0 0,22-9 146 0 0,1 1-1 0 0,1 0 0 0 0,-1 0 0 0 0,1 1 0 0 0,-1 1 0 0 0,1 0 0 0 0,-9 7 0 0 0,18-12 113 0 0,0-1 0 0 0,1 1 0 0 0,-1 0 0 0 0,0-1 0 0 0,1 1 0 0 0,-1 0 0 0 0,1 0 0 0 0,-1 0 0 0 0,0 0 0 0 0,1-1 0 0 0,0 1 0 0 0,-1 0 0 0 0,1 0 0 0 0,0 0 0 0 0,-1 0 0 0 0,1 0 0 0 0,0 0 0 0 0,0 0 0 0 0,0 0 0 0 0,0 0 0 0 0,0 0-1 0 0,0 0 1 0 0,0 2 0 0 0,1-1 55 0 0,-1-1 0 0 0,1 1 0 0 0,0 0 0 0 0,0 0 0 0 0,0-1 0 0 0,0 1 0 0 0,0 0 0 0 0,0-1 0 0 0,0 1 0 0 0,1-1 0 0 0,1 2 0 0 0,3 2 150 0 0,0 0 0 0 0,0-1-1 0 0,0 0 1 0 0,1 0 0 0 0,9 3 0 0 0,-7-3-114 0 0,1-2 1 0 0,-1 1-1 0 0,1-1 1 0 0,-1-1-1 0 0,1 0 1 0 0,0 0 0 0 0,10-1-1 0 0,70-8 391 0 0,-85 7-471 0 0,39-6 121 0 0,77-23 0 0 0,-120 30-167 0 0,-1 0 0 0 0,1 0-1 0 0,-1 0 1 0 0,1-1 0 0 0,-1 1-1 0 0,1 0 1 0 0,-1 0-1 0 0,1 0 1 0 0,-1 0 0 0 0,1-1-1 0 0,-1 1 1 0 0,0 0 0 0 0,1 0-1 0 0,-1-1 1 0 0,1 1 0 0 0,-1 0-1 0 0,0-1 1 0 0,1 1 0 0 0,-1 0-1 0 0,0-1 1 0 0,1 1-1 0 0,-1-1 1 0 0,0 1 0 0 0,0-1-1 0 0,1 1 1 0 0,-1 0 0 0 0,0-1-1 0 0,0 1 1 0 0,0-2 0 0 0,0 1-83 0 0,0 1 1 0 0,0-1-1 0 0,-1 0 1 0 0,1 0 0 0 0,-1 0-1 0 0,1 1 1 0 0,-1-1-1 0 0,1 0 1 0 0,-1 1 0 0 0,1-1-1 0 0,-1 0 1 0 0,0 1-1 0 0,1-1 1 0 0,-1 1 0 0 0,-1-1-1 0 0,-31-18-5550 0 0,20 14-1640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1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516 999 1376 0 0,'17'14'15535'0'0,"-7"-8"-14885"0"0,16 8 1323 0 0,-6-2-753 0 0,23 9-1 0 0,-34-18-1096 0 0,-1 0-1 0 0,1 0 0 0 0,-1-1 0 0 0,1-1 0 0 0,0 1 1 0 0,9-1-1 0 0,-1-1-48 0 0,0-1 1 0 0,0 0 0 0 0,0-1-1 0 0,-1-1 1 0 0,1-1-1 0 0,-1-1 1 0 0,0 0-1 0 0,0-1 1 0 0,29-14-1 0 0,-18 4-31 0 0,-1 0 0 0 0,0-2 0 0 0,-1 0 0 0 0,33-33 0 0 0,-32 26-43 0 0,43-53 0 0 0,-62 69 0 0 0,0-2 0 0 0,-1 1 0 0 0,0-1 0 0 0,-1 1 0 0 0,0-2 0 0 0,0 1 0 0 0,-1 0 0 0 0,-1-1 0 0 0,3-18 0 0 0,-3 8-19 0 0,-2 0 1 0 0,0 0-1 0 0,-2 0 0 0 0,0 0 1 0 0,-5-26-1 0 0,-1 14-18 0 0,-1 0-1 0 0,-20-51 1 0 0,19 66 30 0 0,0 0 1 0 0,-1 0-1 0 0,-1 1 1 0 0,-1 0-1 0 0,0 1 1 0 0,-1 1-1 0 0,-1 0 1 0 0,-1 1-1 0 0,0 0 1 0 0,-21-15-1 0 0,9 12 7 0 0,-1 0 0 0 0,-1 2 0 0 0,-54-23 0 0 0,27 19 0 0 0,-71-17 0 0 0,96 29 11 0 0,-1 2-1 0 0,-47-3 1 0 0,64 8-7 0 0,0 1 0 0 0,1 1 0 0 0,-1 0 0 0 0,0 1 0 0 0,1 1 0 0 0,-1 0 0 0 0,-24 9 0 0 0,13 0 48 0 0,1 1-1 0 0,0 1 1 0 0,0 2-1 0 0,2 0 1 0 0,-25 22-1 0 0,17-14-27 0 0,6-5 51 0 0,-40 41 1 0 0,58-52-66 0 0,0 0 0 0 0,1 0 0 0 0,0 1 0 0 0,0 0 0 0 0,1 0 0 0 0,0 0 0 0 0,1 1 0 0 0,0-1 0 0 0,-5 17 0 0 0,3-1 5 0 0,2-1-1 0 0,-4 46 1 0 0,7-54-8 0 0,2-1 1 0 0,0 1-1 0 0,0-1 1 0 0,2 1-1 0 0,7 25 0 0 0,1-6 99 0 0,1 0-1 0 0,24 44 0 0 0,-28-64-58 0 0,1 0-1 0 0,0-1 1 0 0,1 0-1 0 0,0 0 1 0 0,1-1-1 0 0,1-1 1 0 0,17 15-1 0 0,-14-16 84 0 0,0 0 0 0 0,1-2 0 0 0,33 15 0 0 0,54 15 600 0 0,-87-33-554 0 0,-9-4-43 0 0,1 1 0 0 0,-1-1 0 0 0,1 0 0 0 0,12 1-1 0 0,-18-3-105 0 0,0 0-1 0 0,0 0 1 0 0,0 0-1 0 0,0 0 1 0 0,0-1-1 0 0,0 1 1 0 0,0-1-1 0 0,1 1 1 0 0,-1-1-1 0 0,0 0 1 0 0,-1 1-1 0 0,1-1 1 0 0,0 0-1 0 0,0 0 1 0 0,0-1-1 0 0,0 1 1 0 0,-1 0-1 0 0,1-1 0 0 0,-1 1 1 0 0,1-1-1 0 0,1-2 1 0 0,1-4-433 0 0,-4 8 356 0 0,0 1-1 0 0,0-1 1 0 0,0 0-1 0 0,0 0 1 0 0,0 0-1 0 0,0 0 0 0 0,0 0 1 0 0,0 0-1 0 0,0 0 1 0 0,0 0-1 0 0,-1 0 0 0 0,1 0 1 0 0,0 0-1 0 0,0 0 1 0 0,0 0-1 0 0,0 0 0 0 0,0 0 1 0 0,0 0-1 0 0,0 0 1 0 0,0 0-1 0 0,0 0 0 0 0,-1 0 1 0 0,1 0-1 0 0,0 0 1 0 0,0 0-1 0 0,0 0 1 0 0,0 0-1 0 0,0 0 0 0 0,0 0 1 0 0,0 0-1 0 0,0 0 1 0 0,0 0-1 0 0,0 0 0 0 0,-1 0 1 0 0,1 0-1 0 0,0 0 1 0 0,0 0-1 0 0,0 0 0 0 0,0 0 1 0 0,0 0-1 0 0,0 0 1 0 0,0 0-1 0 0,0 0 1 0 0,0-1-1 0 0,0 1 0 0 0,0 0 1 0 0,0 0-1 0 0,0 0 1 0 0,0 0-1 0 0,0 0 0 0 0,0 0 1 0 0,-1 0-1 0 0,1 0 1 0 0,0 0-1 0 0,0 0 0 0 0,0 0 1 0 0,0-1-1 0 0,0 1 1 0 0,0 0-1 0 0,0 0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3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54 207 7370 0 0,'0'0'568'0'0,"-15"-5"1403"0"0,12 3-1749 0 0,0 1 0 0 0,0-1-1 0 0,0 0 1 0 0,0 0 0 0 0,0-1 0 0 0,0 1 0 0 0,0 0 0 0 0,1-1 0 0 0,-1 0-1 0 0,-1-2 1 0 0,3 3-170 0 0,0 1-1 0 0,0 0 1 0 0,1-1-1 0 0,-1 1 1 0 0,1-1-1 0 0,-1 1 1 0 0,1 0-1 0 0,0-1 1 0 0,0 1-1 0 0,-1-1 0 0 0,1 1 1 0 0,0-1-1 0 0,0 1 1 0 0,0-1-1 0 0,1 1 1 0 0,-1-1-1 0 0,0 1 1 0 0,1-1-1 0 0,-1 1 1 0 0,0-1-1 0 0,1 1 1 0 0,0-1-1 0 0,-1 1 1 0 0,1 0-1 0 0,0-1 0 0 0,1-1 1 0 0,2-2 160 0 0,1 0 0 0 0,-1 0 0 0 0,1 0-1 0 0,0 1 1 0 0,0 0 0 0 0,0 0 0 0 0,1 0 0 0 0,0 0 0 0 0,7-3 0 0 0,58-22 1369 0 0,-61 25-1346 0 0,10-3 47 0 0,0 0-1 0 0,0 2 0 0 0,1 1 0 0 0,-1 0 0 0 0,29-1 1 0 0,-32 5-159 0 0,-1 0 1 0 0,1 2-1 0 0,-1-1 1 0 0,0 2-1 0 0,1 0 1 0 0,-1 1-1 0 0,19 8 1 0 0,-17-5 82 0 0,-8-2-88 0 0,1-1-1 0 0,0 0 0 0 0,0-1 1 0 0,0 0-1 0 0,0-1 1 0 0,14 1-1 0 0,-24-3-118 0 0,0 0 0 0 0,0 0 0 0 0,0 0 0 0 0,-1-1 0 0 0,1 1 0 0 0,0 0 0 0 0,0-1 0 0 0,0 1 0 0 0,-1 0 0 0 0,1-1 0 0 0,0 1 0 0 0,0-1 0 0 0,-1 1 0 0 0,1-1 0 0 0,0 0 0 0 0,-1 1 0 0 0,1-1 0 0 0,-1 0 0 0 0,1 1 0 0 0,-1-1 0 0 0,2-1 0 0 0,-2 0-75 0 0,1 0 0 0 0,0 1 0 0 0,0-1-1 0 0,-1 0 1 0 0,1 0 0 0 0,-1 1 0 0 0,1-1 0 0 0,-1 0 0 0 0,0-2 0 0 0,-6 9-1694 0 0,-11 4 1101 0 0,15-8 380 0 0,0 0 0 0 0,1-1 1 0 0,-1 1-1 0 0,0-1 1 0 0,0 0-1 0 0,0 1 0 0 0,0-1 1 0 0,0 0-1 0 0,0 0 1 0 0,0 0-1 0 0,0 0 1 0 0,0 0-1 0 0,0-1 0 0 0,0 1 1 0 0,0-1-1 0 0,0 1 1 0 0,0-1-1 0 0,0 0 0 0 0,0 0 1 0 0,1 1-1 0 0,-1-1 1 0 0,0 0-1 0 0,0-1 1 0 0,-2-1-1 0 0,0-2 263 0 0,-1 1 0 0 0,0-2 1 0 0,1 1-1 0 0,0 0 0 0 0,-3-7 0 0 0,-3-4-54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4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11979 0 0,'4'0'390'0'0,"6"0"335"0"0,-10 0-712 0 0,1 0 1 0 0,-1 0-1 0 0,0 0 1 0 0,0 0-1 0 0,0 0 0 0 0,0 0 1 0 0,0 0-1 0 0,0 0 1 0 0,0 0-1 0 0,1 0 1 0 0,-1 0-1 0 0,0 0 0 0 0,0 0 1 0 0,0 0-1 0 0,0 0 1 0 0,0 0-1 0 0,0 0 1 0 0,0 0-1 0 0,0-1 0 0 0,0 1 1 0 0,0 0-1 0 0,1 0 1 0 0,-1 0-1 0 0,0 0 1 0 0,0 0-1 0 0,0 0 0 0 0,0 0 1 0 0,0 0-1 0 0,0 0 1 0 0,0-1-1 0 0,0 1 1 0 0,0 0-1 0 0,0 0 0 0 0,0 0 1 0 0,0 0-1 0 0,0 0 1 0 0,0 0-1 0 0,0 0 1 0 0,0-1-1 0 0,0 1 0 0 0,0 0 1 0 0,0 0-1 0 0,0 0 1 0 0,0 0-1 0 0,0 0 1 0 0,0 0-1 0 0,0 0 0 0 0,0-1 1 0 0,-1 1-1 0 0,1 0 1 0 0,0 0-1 0 0,0 0 1 0 0,0 0-1 0 0,0 0 1 0 0,0 0-1 0 0,0 0 0 0 0,0 0 1 0 0,0 0-1 0 0,0 0 1 0 0,0 0-1 0 0,-1 0 1 0 0,1-1-1 0 0,0 1 0 0 0,0 0 1 0 0,0 0-1 0 0,0 0 271 0 0,0 4-813 0 0,2 1 616 0 0,0 0-1 0 0,0 0 1 0 0,0-1-1 0 0,1 1 1 0 0,-1-1-1 0 0,1 0 1 0 0,0 1 0 0 0,1-2-1 0 0,-1 1 1 0 0,0 0-1 0 0,1 0 1 0 0,5 3 0 0 0,23 18 862 0 0,1-1 0 0 0,1-2 0 0 0,49 24 0 0 0,19 13-762 0 0,-96-56-186 0 0,0 1 1 0 0,-1 1-1 0 0,1-1 1 0 0,-1 1-1 0 0,0 0 1 0 0,-1 1-1 0 0,9 10 0 0 0,-11-12-69 0 0,0 0-1 0 0,0-1 1 0 0,0 1-1 0 0,0 0 0 0 0,-1 0 1 0 0,0 0-1 0 0,1 0 1 0 0,-2 0-1 0 0,1 0 0 0 0,0 0 1 0 0,-1 0-1 0 0,0 1 1 0 0,0-1-1 0 0,0 7 0 0 0,-1-9 66 0 0,0 0-1 0 0,1-1 1 0 0,-1 1-1 0 0,0-1 1 0 0,0 0-1 0 0,0 1 0 0 0,0-1 1 0 0,0 0-1 0 0,0 1 1 0 0,0-1-1 0 0,0 0 1 0 0,-1 0-1 0 0,1 0 0 0 0,0 0 1 0 0,-1 0-1 0 0,1 0 1 0 0,0 0-1 0 0,-1-1 0 0 0,1 1 1 0 0,-4 0-1 0 0,-34 10 76 0 0,35-10-73 0 0,-29 5 91 0 0,11-2-18 0 0,0 1-1 0 0,-27 10 1 0 0,33-9 78 0 0,0 2 1 0 0,1-1 0 0 0,-1 2 0 0 0,1 0 0 0 0,1 1 0 0 0,0 0-1 0 0,1 2 1 0 0,-13 12 0 0 0,39-34-628 0 0,17-15-5162 0 0,-24 20 3801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7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86 920 0 0,'0'0'67'0'0,"0"-1"26"0"0,-2-11 5605 0 0,-4-4-2245 0 0,-1-5-1344 0 0,7 4 2325 0 0,1 16-4289 0 0,0 0 0 0 0,-1 0 0 0 0,1 0 0 0 0,0 0 0 0 0,0-1 0 0 0,-1 1 0 0 0,1 0 0 0 0,0 0 0 0 0,0 0 0 0 0,0 1 0 0 0,0-1-1 0 0,1 0 1 0 0,-1 0 0 0 0,0 0 0 0 0,0 1 0 0 0,0-1 0 0 0,1 1 0 0 0,-1-1 0 0 0,0 1 0 0 0,1-1 0 0 0,-1 1 0 0 0,0 0 0 0 0,1 0 0 0 0,-1-1 0 0 0,0 1 0 0 0,1 0 0 0 0,1 1 0 0 0,4-1-62 0 0,-1 0 0 0 0,0 0 1 0 0,0 1-1 0 0,10 2 1 0 0,-10-1-83 0 0,-1 0 0 0 0,0 0 1 0 0,0 0-1 0 0,0 0 0 0 0,0 1 0 0 0,-1 0 1 0 0,1 0-1 0 0,-1 0 0 0 0,1 0 0 0 0,-1 1 1 0 0,0 0-1 0 0,-1 0 0 0 0,1 0 0 0 0,-1 0 1 0 0,1 1-1 0 0,4 8 0 0 0,-6-9-14 0 0,-1 0-1 0 0,1 0 0 0 0,-1 0 0 0 0,1 0 1 0 0,-1 0-1 0 0,-1 0 0 0 0,1 0 1 0 0,-1 0-1 0 0,1 1 0 0 0,-1-1 1 0 0,0 0-1 0 0,-1 0 0 0 0,1 1 1 0 0,-1-1-1 0 0,1 0 0 0 0,-2 0 1 0 0,1 0-1 0 0,0 0 0 0 0,-1 0 1 0 0,1 0-1 0 0,-1 0 0 0 0,-2 3 0 0 0,0-1 5 0 0,0-1-1 0 0,0 1 1 0 0,0-1-1 0 0,-1 0 0 0 0,1 0 1 0 0,-1-1-1 0 0,0 0 0 0 0,0 0 1 0 0,-1 0-1 0 0,-10 6 1 0 0,7-6-71 0 0,1-1 0 0 0,-1 0 0 0 0,0 0 0 0 0,0-1 1 0 0,0 0-1 0 0,0 0 0 0 0,-12 0 0 0 0,19-2 40 0 0,-32 5-432 0 0,34-5 471 0 0,0 0 0 0 0,0 0 0 0 0,0 1 0 0 0,0-1 0 0 0,0 0 0 0 0,0 1 0 0 0,0-1 0 0 0,0 0 0 0 0,0 0 1 0 0,0 1-1 0 0,0-1 0 0 0,0 0 0 0 0,1 1 0 0 0,-1-1 0 0 0,0 0 0 0 0,0 0 0 0 0,0 1 0 0 0,0-1 0 0 0,1 0 0 0 0,-1 0 0 0 0,0 0 0 0 0,0 1 0 0 0,0-1 0 0 0,1 0 0 0 0,-1 0 0 0 0,0 0 0 0 0,0 0 0 0 0,1 0 0 0 0,-1 1 0 0 0,0-1 0 0 0,1 0 0 0 0,-1 0 0 0 0,12 7-31 0 0,25 6 32 0 0,-14-6 0 0 0,31 15 0 0 0,-47-18 0 0 0,0 0 0 0 0,0 0 0 0 0,0 1 0 0 0,-1-1 0 0 0,1 2 0 0 0,-1-1 0 0 0,0 1 0 0 0,5 6 0 0 0,0 2 2 0 0,0-1 7 0 0,-1-1 0 0 0,-1 1-1 0 0,9 16 1 0 0,-16-25-7 0 0,0 0-1 0 0,-1 0 1 0 0,1 0 0 0 0,-1 1-1 0 0,0-1 1 0 0,0 0-1 0 0,0 0 1 0 0,0 1-1 0 0,-1-1 1 0 0,0 0 0 0 0,1 1-1 0 0,-2-1 1 0 0,1 0-1 0 0,0 1 1 0 0,-1-1 0 0 0,-2 7-1 0 0,2-7 12 0 0,-1-1 0 0 0,0 1 0 0 0,0 0 0 0 0,0-1 0 0 0,-1 1 0 0 0,1-1 0 0 0,-1 0 0 0 0,0 0 0 0 0,0 0-1 0 0,0 0 1 0 0,0 0 0 0 0,0 0 0 0 0,-1-1 0 0 0,1 0 0 0 0,-1 0 0 0 0,1 0 0 0 0,-1 0 0 0 0,0 0 0 0 0,0-1 0 0 0,0 1 0 0 0,0-1 0 0 0,0 0-1 0 0,-5 0 1 0 0,-10 2 247 0 0,1-2 0 0 0,-1 0 0 0 0,-32-2 0 0 0,45 1-175 0 0,4-1-49 0 0,-57-4 609 0 0,53 4-572 0 0,0 0 0 0 0,1 0 1 0 0,-1-1-1 0 0,0 0 0 0 0,0 0 1 0 0,1-1-1 0 0,-8-4 0 0 0,12 7-57 0 0,1-1 1 0 0,-1 1-1 0 0,1-1 1 0 0,-1 1-1 0 0,1-1 0 0 0,-1 1 1 0 0,1-1-1 0 0,0 1 0 0 0,-1-1 1 0 0,1 1-1 0 0,0-1 0 0 0,-1 1 1 0 0,1-1-1 0 0,0 0 0 0 0,0 1 1 0 0,0-1-1 0 0,-1 1 0 0 0,1-1 1 0 0,0-1-1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28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1176 5065 0 0,'13'-3'304'0'0,"-11"2"-229"0"0,0 1-1 0 0,0-1 1 0 0,-1 1 0 0 0,1-1-1 0 0,0 1 1 0 0,0 0 0 0 0,0 0 0 0 0,0 0-1 0 0,3 0 1 0 0,0 1 611 0 0,20 7 892 0 0,-24-8-1531 0 0,0 0 0 0 0,0 0 0 0 0,0 0 0 0 0,0 0 0 0 0,0 0 0 0 0,0 0 0 0 0,0 0 0 0 0,0 0 0 0 0,0 0 0 0 0,0 0 0 0 0,-1-1 0 0 0,1 1 0 0 0,0 0 0 0 0,0-1 0 0 0,0 1 0 0 0,0 0 0 0 0,0-1 0 0 0,-1 1 0 0 0,1-1 0 0 0,0 0 0 0 0,1 0 0 0 0,-1 0 101 0 0,0 0 0 0 0,1 0 0 0 0,-1 0 1 0 0,1 1-1 0 0,0-1 0 0 0,-1 0 0 0 0,1 1 0 0 0,2-1 1 0 0,3 1 197 0 0,0 0 0 0 0,-1 1 0 0 0,1 1 0 0 0,0-1 0 0 0,-1 1 0 0 0,1 0 0 0 0,-1 0 0 0 0,0 1 0 0 0,0 0 0 0 0,7 3 0 0 0,20 9 863 0 0,-19-10-562 0 0,2 0 0 0 0,-1-1-1 0 0,26 3 1 0 0,-32-7-559 0 0,0 1 0 0 0,1-1 0 0 0,-1-1 0 0 0,0 0 0 0 0,-1 0 0 0 0,1 0 1 0 0,16-6-1 0 0,-18 5-78 0 0,0 0 1 0 0,0 1 0 0 0,-1 0-1 0 0,15 0 1 0 0,-3 0-11 0 0,-15 0 0 0 0,1 0 0 0 0,-1-1 0 0 0,0 1 0 0 0,1-1 0 0 0,-1 1 0 0 0,0-1 0 0 0,0 0 0 0 0,0 0 0 0 0,0 0 0 0 0,0-1 0 0 0,4-4 0 0 0,13-9 0 0 0,73-52 165 0 0,0 1 401 0 0,-82 59-540 0 0,0 0 1 0 0,0-1 0 0 0,-1 0-1 0 0,0-1 1 0 0,-1 0-1 0 0,0-1 1 0 0,0 0-1 0 0,-2 0 1 0 0,1 0-1 0 0,-1-1 1 0 0,-1-1-1 0 0,0 1 1 0 0,-1-1 0 0 0,0 0-1 0 0,-1 0 1 0 0,0 0-1 0 0,-1 0 1 0 0,-1-1-1 0 0,0 0 1 0 0,0-17-1 0 0,-1-139-26 0 0,-3 140 0 0 0,-1 0 0 0 0,-1 0 0 0 0,-14-48 0 0 0,13 65 42 0 0,0 0-1 0 0,-1 0 1 0 0,-1 1 0 0 0,0 0-1 0 0,0 0 1 0 0,-1 0-1 0 0,-1 1 1 0 0,0 0-1 0 0,0 1 1 0 0,-1 0-1 0 0,0 1 1 0 0,-17-13-1 0 0,-13-5 89 0 0,0 2 0 0 0,-58-26 0 0 0,38 21-150 0 0,-123-65 41 0 0,171 88-12 0 0,-1 0-1 0 0,0 1 0 0 0,0 1 1 0 0,0 0-1 0 0,-1 1 0 0 0,-14-3 1 0 0,20 6 24 0 0,0 0 1 0 0,-1 1-1 0 0,1 0 1 0 0,-1 0 0 0 0,1 1-1 0 0,-1 0 1 0 0,1 0-1 0 0,0 1 1 0 0,0 0-1 0 0,0 0 1 0 0,-12 6 0 0 0,-21 11 261 0 0,-39 15 339 0 0,70-31-591 0 0,0 1-1 0 0,1 1 1 0 0,0-1-1 0 0,0 1 1 0 0,0 1 0 0 0,0 0-1 0 0,1 0 1 0 0,0 1-1 0 0,0 0 1 0 0,1 0-1 0 0,-1 1 1 0 0,2 0 0 0 0,-7 8-1 0 0,3 0 24 0 0,1 1-1 0 0,0-1 1 0 0,1 1-1 0 0,1 1 1 0 0,1 0 0 0 0,-6 24-1 0 0,0 12 21 0 0,3 0 0 0 0,1 0 0 0 0,3 1 0 0 0,3 0 0 0 0,1 1 0 0 0,4-1 0 0 0,9 59 0 0 0,-8-91-2 0 0,0-1 0 0 0,2 0 0 0 0,12 32 0 0 0,-15-46-51 0 0,1 0 0 0 0,0 0-1 0 0,0 0 1 0 0,1-1 0 0 0,0 1-1 0 0,1-1 1 0 0,-1-1 0 0 0,1 1-1 0 0,1-1 1 0 0,-1 0 0 0 0,15 10-1 0 0,-15-12 14 0 0,-1 0-1 0 0,0 1 1 0 0,0-1-1 0 0,0 1 0 0 0,0 0 1 0 0,4 6-1 0 0,-6-6-19 0 0,-1-3 0 0 0,1 0 0 0 0,-1 0 0 0 0,1 0 0 0 0,-1 0 0 0 0,1 0 0 0 0,0-1 0 0 0,0 1 0 0 0,-1-1 0 0 0,1 0 0 0 0,0 0 0 0 0,0 0 0 0 0,1 0 0 0 0,3 0 0 0 0,5 1 122 0 0,-1-1-1 0 0,17 0 0 0 0,-22-1-111 0 0,1 0 0 0 0,-1-1 1 0 0,1 1-1 0 0,-1-2 0 0 0,0 1 0 0 0,0-1 1 0 0,0 0-1 0 0,0 0 0 0 0,0 0 0 0 0,0-1 0 0 0,5-3 1 0 0,-8 4-167 0 0,-5 3-826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3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9674 0 0,'4'0'589'0'0,"-2"0"-136"0"0,-1 0-1 0 0,1 0 1 0 0,0 0-1 0 0,0 0 0 0 0,0 0 1 0 0,-1 0-1 0 0,1 1 1 0 0,0-1-1 0 0,2 2 0 0 0,-4-2-380 0 0,0 0 0 0 0,1 1-1 0 0,-1-1 1 0 0,0 1-1 0 0,1-1 1 0 0,-1 1 0 0 0,0-1-1 0 0,0 1 1 0 0,1 0 0 0 0,-1-1-1 0 0,0 1 1 0 0,0-1-1 0 0,0 1 1 0 0,0-1 0 0 0,0 1-1 0 0,0 0 1 0 0,0-1-1 0 0,0 1 1 0 0,0-1 0 0 0,0 1-1 0 0,0 0 1 0 0,0-1-1 0 0,0 1 1 0 0,0-1 0 0 0,-1 1-1 0 0,1-1 1 0 0,0 1-1 0 0,0-1 1 0 0,-1 1 0 0 0,1-1-1 0 0,0 1 1 0 0,-1 0-1 0 0,-32 64 578 0 0,-7 18-345 0 0,39-82-305 0 0,-5 13 96 0 0,1 1-1 0 0,0-1 0 0 0,1 1 0 0 0,-3 22 0 0 0,6-32-40 0 0,1-1 0 0 0,0 1 0 0 0,0-1 0 0 0,1 1 0 0 0,-1-1 0 0 0,1 1 0 0 0,0-1 1 0 0,0 0-1 0 0,0 1 0 0 0,1-1 0 0 0,-1 0 0 0 0,1 0 0 0 0,0 0 0 0 0,0 0 0 0 0,1 0 0 0 0,-1 0 0 0 0,1-1 0 0 0,0 1 0 0 0,0-1 0 0 0,4 4 0 0 0,3 1 73 0 0,0 1 0 0 0,1-2 0 0 0,0 1 0 0 0,0-2-1 0 0,1 1 1 0 0,0-1 0 0 0,0-1 0 0 0,0 0 0 0 0,24 5 0 0 0,-13-5 14 0 0,0-2 1 0 0,0 0-1 0 0,0-1 1 0 0,41-3 0 0 0,35 2-62 0 0,-94-1-87 0 0,11 0 21 0 0,-16 0-15 0 0,0 0-1 0 0,0 0 1 0 0,1 0-1 0 0,-1 1 0 0 0,0-1 1 0 0,0 0-1 0 0,0 0 0 0 0,1 0 1 0 0,-1 0-1 0 0,0 0 1 0 0,0 0-1 0 0,0 1 0 0 0,1-1 1 0 0,-1 0-1 0 0,0 0 0 0 0,0 0 1 0 0,0 1-1 0 0,0-1 1 0 0,1 0-1 0 0,-1 0 0 0 0,0 0 1 0 0,0 1-1 0 0,0-1 0 0 0,0 0 1 0 0,0 0-1 0 0,0 1 1 0 0,0-1-1 0 0,0 0 0 0 0,0 0 1 0 0,0 1-1 0 0,0-1 0 0 0,0 0 1 0 0,0 0-1 0 0,0 1 1 0 0,0-1-1 0 0,0 0 0 0 0,0 0 1 0 0,0 1-1 0 0,0-1 0 0 0,0 0 1 0 0,0 0-1 0 0,0 1 1 0 0,0-1-1 0 0,-1 0 0 0 0,1 0 1 0 0,0 0-1 0 0,0 1 0 0 0,0-1 1 0 0,0 0-1 0 0,-1 0 1 0 0,1 0-1 0 0,0 0 0 0 0,0 1 1 0 0,-2-1-56 0 0,1 0 0 0 0,-1 0 0 0 0,1 0 0 0 0,-1 0 0 0 0,1 0 0 0 0,0 0 0 0 0,-1 0 0 0 0,1-1 0 0 0,-1 1 0 0 0,1 0 0 0 0,0-1 0 0 0,-1 1 0 0 0,-1-2 0 0 0,-9-1-482 0 0,-30 5-1162 0 0,32-1 275 0 0,0 0-1 0 0,-14-2 1 0 0,9-1-3948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0 2304 0 0,'1'0'222'0'0,"0"0"-1"0"0,0 0 0 0 0,0 0 0 0 0,0 0 0 0 0,1 0 0 0 0,-1 1 0 0 0,0-1 0 0 0,0 0 0 0 0,0 0 0 0 0,0 1 0 0 0,0-1 0 0 0,0 1 1 0 0,0-1-1 0 0,0 1 0 0 0,0-1 0 0 0,0 1 0 0 0,0-1 0 0 0,0 1 0 0 0,0 0 0 0 0,0 0 0 0 0,0 0 0 0 0,-1-1 0 0 0,1 1 0 0 0,0 0 1 0 0,-1 0-1 0 0,1 0 0 0 0,0 0 0 0 0,-1 0 0 0 0,1 0 0 0 0,-1 0 0 0 0,0 0 0 0 0,1 0 0 0 0,-1 1 0 0 0,0-1 0 0 0,0 0 0 0 0,0 0 0 0 0,1 0 1 0 0,-1 0-1 0 0,-1 2 0 0 0,0 3 206 0 0,-2 0 1 0 0,1 0-1 0 0,-1 0 0 0 0,0 0 1 0 0,-6 8-1 0 0,-5 10 231 0 0,-8 27 331 0 0,2 1-1 0 0,-17 71 1 0 0,-9 113 1799 0 0,43-213-2036 0 0,0 35 1 0 0,3-74-1400 0 0,-4-27 1 0 0,-5 5-3140 0 0,4 24-2354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4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1019 3537 0 0,'-1'0'92'0'0,"0"1"1"0"0,0-1-1 0 0,-1 1 1 0 0,1-1-1 0 0,0 1 1 0 0,0-1-1 0 0,0 1 1 0 0,0 0-1 0 0,0 0 1 0 0,0-1-1 0 0,0 1 1 0 0,0 0-1 0 0,0 0 1 0 0,0 0-1 0 0,1 0 1 0 0,-1 0-1 0 0,0 0 0 0 0,0 0 1 0 0,1 1-1 0 0,-1 0 1 0 0,-10 25 5373 0 0,11-24-4754 0 0,-1 1 1 0 0,1-1-1 0 0,0 0 1 0 0,0 1-1 0 0,0-1 0 0 0,0 0 1 0 0,1 1-1 0 0,-1-1 1 0 0,2 5-1 0 0,0-3-272 0 0,0-1 0 0 0,0 1 0 0 0,0 0 0 0 0,1-1 0 0 0,4 8-1 0 0,-2-6-262 0 0,1 0-1 0 0,-1 0 1 0 0,1-1 0 0 0,0 1-1 0 0,0-1 1 0 0,0-1-1 0 0,14 9 1 0 0,0 1 27 0 0,-18-11-184 0 0,1-1 0 0 0,0 0 0 0 0,0 0-1 0 0,0 0 1 0 0,0 0 0 0 0,0 0 0 0 0,5 2-1 0 0,41 14 40 0 0,-36-12-36 0 0,0-1 1 0 0,0 0 0 0 0,1-1 0 0 0,0 0 0 0 0,0-1 0 0 0,28 2 0 0 0,67-10 40 0 0,-98 3-64 0 0,0-1 0 0 0,0 0 0 0 0,0 0 0 0 0,0-2 0 0 0,0 1 0 0 0,-1-1 0 0 0,12-8 0 0 0,9-3 0 0 0,-17 8 1 0 0,-1 0 0 0 0,16-13-1 0 0,15-9-13 0 0,-27 18-3 0 0,0-1 0 0 0,-1 0 0 0 0,0-1 0 0 0,-1 0 0 0 0,-1-2 0 0 0,-1 1 0 0 0,15-22 0 0 0,-19 23-24 0 0,-1-1 0 0 0,0 0 0 0 0,-1 0 1 0 0,0 0-1 0 0,-2-1 0 0 0,0 0 0 0 0,0 0 0 0 0,-1 0 0 0 0,-2-1 0 0 0,1 1 0 0 0,-1-27 0 0 0,-1 5-67 0 0,-1 0-1 0 0,-2 0 0 0 0,-2 0 0 0 0,-1 0 1 0 0,-17-61-1 0 0,16 81 62 0 0,0-1 1 0 0,-1 1-1 0 0,-1 1 1 0 0,0-1-1 0 0,-2 1 0 0 0,0 0 1 0 0,-1 1-1 0 0,0 1 1 0 0,-1 0-1 0 0,-1 0 1 0 0,0 1-1 0 0,-31-24 0 0 0,-162-106-78 0 0,110 88 38 0 0,60 36 30 0 0,20 12 27 0 0,-2 0 1 0 0,1 1-1 0 0,-1 1 1 0 0,0 0 0 0 0,0 1-1 0 0,-1 2 1 0 0,1 0-1 0 0,-1 0 1 0 0,0 2 0 0 0,0 0-1 0 0,0 1 1 0 0,-19 3-1 0 0,23 0 28 0 0,0 1 0 0 0,1 0 0 0 0,0 1 0 0 0,0 0-1 0 0,0 1 1 0 0,1 0 0 0 0,0 1 0 0 0,0 1 0 0 0,-13 10-1 0 0,16-10 22 0 0,1 1-1 0 0,0-1 1 0 0,1 1-1 0 0,-15 20 0 0 0,-24 46 470 0 0,38-59-345 0 0,-10 16 159 0 0,-37 66 375 0 0,46-79-553 0 0,1 1-1 0 0,1 0 0 0 0,-6 25 1 0 0,12-35-88 0 0,0 0-1 0 0,0 0 1 0 0,1 0 0 0 0,1 0 0 0 0,0 0 0 0 0,0 0-1 0 0,1 0 1 0 0,0 0 0 0 0,3 14 0 0 0,-2-17-13 0 0,1 0 0 0 0,-1 0 0 0 0,1 0 0 0 0,0 0 0 0 0,1-1 0 0 0,-1 0 0 0 0,1 1 0 0 0,0-1 0 0 0,1-1 0 0 0,0 1 0 0 0,0-1 0 0 0,0 0 0 0 0,9 7 0 0 0,-2-4-371 0 0,0 0 1 0 0,0-1-1 0 0,1-1 1 0 0,0 0-1 0 0,0-1 1 0 0,1 0-1 0 0,20 4 0 0 0,-24-7-7034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553 0 3681 0 0,'12'3'2084'0'0,"-12"-3"-2000"0"0,0 0 0 0 0,0 0 0 0 0,0 0-1 0 0,1 0 1 0 0,-1 0 0 0 0,0 0 0 0 0,0 0 0 0 0,1 0-1 0 0,-1 0 1 0 0,0 0 0 0 0,0 0 0 0 0,0 0 0 0 0,1 0-1 0 0,-1 0 1 0 0,0 0 0 0 0,0 0 0 0 0,0 0 0 0 0,0 0-1 0 0,1 0 1 0 0,-1 1 0 0 0,0-1 0 0 0,0 0-1 0 0,0 0 1 0 0,0 0 0 0 0,0 0 0 0 0,1 0 0 0 0,-1 1-1 0 0,0-1 1 0 0,0 0 0 0 0,0 0 0 0 0,0 0 0 0 0,0 0-1 0 0,0 1 1 0 0,0-1 0 0 0,0 0 0 0 0,0 0 0 0 0,1 0-1 0 0,-1 1 1 0 0,0-1 0 0 0,0 0 0 0 0,0 0 0 0 0,0 0-1 0 0,0 1 1 0 0,0-1 0 0 0,0 0 0 0 0,-1 0 0 0 0,1 0-1 0 0,0 1 1 0 0,0-1 0 0 0,0 0 0 0 0,0 0 0 0 0,0 0-1 0 0,0 1 1 0 0,0-1 0 0 0,0 0 0 0 0,0 0 0 0 0,-1 0-1 0 0,1 0 1 0 0,0 1 0 0 0,0-1 0 0 0,0 0 0 0 0,0 0-1 0 0,0 0 1 0 0,-1 0 0 0 0,1 0 0 0 0,-54 42 2983 0 0,19-15-1563 0 0,-40 24 1 0 0,-122 78 1038 0 0,136-87-1726 0 0,9-8-128 0 0,31-22-481 0 0,-2 1-120 0 0,21-11-80 0 0,0 0 1 0 0,0 0-1 0 0,0-1 1 0 0,0 1-1 0 0,-1 0 0 0 0,1-1 1 0 0,0 1-1 0 0,-1-1 1 0 0,1 0-1 0 0,-1 0 1 0 0,1 0-1 0 0,-1 0 1 0 0,0 0-1 0 0,0-1 1 0 0,1 1-1 0 0,-4-1 1 0 0,6 0-9 0 0,0 0 0 0 0,-1 0 0 0 0,1 0 0 0 0,0 0 0 0 0,0 0 0 0 0,0 0 0 0 0,0 0 0 0 0,-1 0 0 0 0,1 0 0 0 0,0 0 0 0 0,0 0 0 0 0,0 0 0 0 0,-1 0 0 0 0,1 0 0 0 0,0 0 0 0 0,0 0 0 0 0,0 0 0 0 0,0 0 0 0 0,-1 1 0 0 0,1-1 0 0 0,0 0 0 0 0,0 0 1 0 0,0 0-1 0 0,0 0 0 0 0,0 0 0 0 0,-1 0 0 0 0,1 1 0 0 0,0-1 0 0 0,0 0 0 0 0,0 0 0 0 0,0 0 0 0 0,0 0 0 0 0,0 1 0 0 0,0-1 0 0 0,0 0 0 0 0,0 0 0 0 0,0 0 0 0 0,0 1-1 0 0,0-1 1 0 0,0 0 0 0 0,0 0-1 0 0,0 0 1 0 0,0 0 0 0 0,0 0-1 0 0,0 0 1 0 0,0 1 0 0 0,1-1-1 0 0,-1 0 1 0 0,0 0-1 0 0,0 0 1 0 0,0 0 0 0 0,0 0-1 0 0,0 0 1 0 0,1 0 0 0 0,-1 0-1 0 0,0 0 1 0 0,0 0 0 0 0,0 0-1 0 0,0 0 1 0 0,1 0 0 0 0,-1 0-1 0 0,0 0 1 0 0,0 0-1 0 0,0 0 1 0 0,0 0 0 0 0,1 0-1 0 0,-1 0 1 0 0,0 0 0 0 0,0 0-1 0 0,0 0 1 0 0,0 0 0 0 0,0 0-1 0 0,1 0 1 0 0,-1 0 0 0 0,0 0-1 0 0,0 0 1 0 0,0 0-1 0 0,0-1 1 0 0,0 1 0 0 0,0 0-1 0 0,1 0 1 0 0,-1 0 0 0 0,0 0-1 0 0,0 0 1 0 0,0-1 0 0 0,5-2-166 0 0,0-1 1 0 0,0 0-1 0 0,0 0 0 0 0,5-5 1 0 0,4-5-1912 0 0,-2 3-4788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5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93 4409 0 0,'-1'-6'213'0'0,"0"1"0"0"0,-1-1-1 0 0,0 1 1 0 0,0-1 0 0 0,0 1 0 0 0,-1 0 0 0 0,0 0 0 0 0,0 0 0 0 0,-7-8-1 0 0,7 8 175 0 0,-17-21 2347 0 0,18 26-1489 0 0,2 6-595 0 0,2 9 1731 0 0,1-8-1744 0 0,-3-6-489 0 0,0 1 0 0 0,1-1 0 0 0,-1 1 0 0 0,1-1 0 0 0,-1 0 0 0 0,1 1 0 0 0,-1-1 0 0 0,1 0 0 0 0,0 0 0 0 0,-1 1 0 0 0,1-1 0 0 0,0 0 0 0 0,0 0 0 0 0,0 0 0 0 0,0 0 0 0 0,0 0 0 0 0,0 0 0 0 0,0 0 0 0 0,1-1 0 0 0,-1 1 0 0 0,0 0 0 0 0,0 0 0 0 0,1-1 0 0 0,1 2 0 0 0,25 4 884 0 0,-23-6-892 0 0,1 1 0 0 0,0 0 0 0 0,-1 0 0 0 0,10 3 0 0 0,14 2 91 0 0,-19-5-227 0 0,-1 1-1 0 0,0 0 1 0 0,0 1 0 0 0,-1-1 0 0 0,1 1 0 0 0,-1 1 0 0 0,1 0 0 0 0,-1 0 0 0 0,0 1 0 0 0,0 0 0 0 0,-1 0-1 0 0,14 12 1 0 0,-19-15-23 0 0,0 1 0 0 0,0-1-1 0 0,1 0 1 0 0,-1-1 0 0 0,6 4-1 0 0,-8-5 15 0 0,1 1-1 0 0,0-1 0 0 0,0 0 0 0 0,0 1 0 0 0,0-1 1 0 0,0 0-1 0 0,0 0 0 0 0,0 0 0 0 0,0 0 0 0 0,0 0 1 0 0,0 0-1 0 0,0 0 0 0 0,0 0 0 0 0,0 0 0 0 0,0 0 1 0 0,0 0-1 0 0,0-1 0 0 0,0 1 0 0 0,2-1 0 0 0,-2 2-10 0 0,-1 0 0 0 0,0-1 0 0 0,1 1 0 0 0,-1 0 0 0 0,0 0 0 0 0,1 0 0 0 0,-1 0 0 0 0,0 0 0 0 0,0 0 0 0 0,0 0 0 0 0,0 0 0 0 0,0 1 0 0 0,0-1 0 0 0,0 0 0 0 0,0 0 0 0 0,0 0 0 0 0,0 0 0 0 0,-1 0 0 0 0,1 0 0 0 0,0 0 0 0 0,-1 0 0 0 0,1-1 0 0 0,-1 2 0 0 0,-2 1-6 0 0,1 0-1 0 0,0-1 1 0 0,0 1-1 0 0,0 0 1 0 0,0 0-1 0 0,-2 6 1 0 0,-3 2-13 0 0,-1 4-89 0 0,1 0-1 0 0,0 0 1 0 0,1 1-1 0 0,1 0 1 0 0,-4 19-1 0 0,3-10-942 0 0,-12 28 1 0 0,14-45-4984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7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51 281 5985 0 0,'-26'-5'3957'0'0,"11"1"-1650"0"0,6 2 661 0 0,15-2 670 0 0,-2 2-3386 0 0,252-100 1645 0 0,-221 84-1899 0 0,-1-2 0 0 0,-1-1 0 0 0,46-38 0 0 0,-76 56 2 0 0,8-7 0 0 0,-10 8 0 0 0,0 0 0 0 0,1 1 0 0 0,-1-1 0 0 0,1 0 0 0 0,0 1 0 0 0,-1 0 0 0 0,1-1 0 0 0,0 1 0 0 0,0 0 0 0 0,3-1 0 0 0,-4 2-2 0 0,0 0-1 0 0,-1 0 1 0 0,1 1-1 0 0,-1-1 0 0 0,1 0 1 0 0,0 1-1 0 0,-1-1 0 0 0,1 0 1 0 0,-1 1-1 0 0,1-1 0 0 0,-1 1 1 0 0,1-1-1 0 0,-1 1 0 0 0,0-1 1 0 0,1 1-1 0 0,-1 0 0 0 0,1-1 1 0 0,-1 1-1 0 0,1 1 0 0 0,4 4-57 0 0,-4-6 58 0 0,-1 0 1 0 0,0-1 0 0 0,1 1 0 0 0,-1 0-1 0 0,0-1 1 0 0,1 1 0 0 0,-1 0 0 0 0,0-1 0 0 0,0 1-1 0 0,0-1 1 0 0,1 1 0 0 0,-1 0 0 0 0,0-1 0 0 0,0 1-1 0 0,0-1 1 0 0,0 1 0 0 0,0-1 0 0 0,0 1 0 0 0,0-1-1 0 0,0 1 1 0 0,0-1 0 0 0,0 1 0 0 0,0 0 0 0 0,0-2-1 0 0,0-16-152 0 0,-1 29-89 0 0,-1-5 73 0 0,-1-8 172 0 0,3 2-29 0 0,0 0 1 0 0,0 0-1 0 0,0 0 1 0 0,0 0-1 0 0,0 0 0 0 0,0-1 1 0 0,0 1-1 0 0,0 0 1 0 0,-1 0-1 0 0,1 0 0 0 0,0 0 1 0 0,0 0-1 0 0,0 0 1 0 0,0 0-1 0 0,0 0 1 0 0,0 0-1 0 0,-1-1 0 0 0,1 1 1 0 0,0 0-1 0 0,0 0 1 0 0,0 0-1 0 0,0 0 0 0 0,0 0 1 0 0,-1 0-1 0 0,1 0 1 0 0,0 0-1 0 0,0 0 1 0 0,0 0-1 0 0,0 0 0 0 0,-1 0 1 0 0,1 0-1 0 0,0 0 1 0 0,0 0-1 0 0,0 0 0 0 0,0 0 1 0 0,0 1-1 0 0,0-1 1 0 0,-1 0-1 0 0,1 0 1 0 0,0 0-1 0 0,0 0 0 0 0,0 0 1 0 0,0 0-1 0 0,0 0 1 0 0,0 0-1 0 0,-1 0 1 0 0,1 1-1 0 0,0-1 0 0 0,0 0 1 0 0,0 0-1 0 0,0 0 1 0 0,0 0-1 0 0,0 0 0 0 0,0 0 1 0 0,0 1-1 0 0,0-1 1 0 0,0 0-1 0 0,0 0 1 0 0,0 0-1 0 0,-9 19-484 0 0,9-18 472 0 0,0-1 0 0 0,0 1 0 0 0,0-1-1 0 0,0 0 1 0 0,-1 1 0 0 0,1-1 0 0 0,0 0-1 0 0,0 1 1 0 0,0-1 0 0 0,-1 0 0 0 0,1 1-1 0 0,0-1 1 0 0,0 0 0 0 0,-1 1 0 0 0,1-1-1 0 0,0 0 1 0 0,-1 0 0 0 0,1 1 0 0 0,0-1-1 0 0,-1 0 1 0 0,1 0 0 0 0,0 0 0 0 0,-1 0-1 0 0,1 1 1 0 0,0-1 0 0 0,-1 0 0 0 0,1 0 0 0 0,0 0-1 0 0,-1 0 1 0 0,1 0 0 0 0,-1 0 0 0 0,1 0-1 0 0,-1 0 1 0 0,-6-7-1740 0 0,6 5 1285 0 0,-6-7-4902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38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42 5553 0 0,'-6'-16'513'0'0,"6"15"-408"0"0,0 0 1 0 0,-1 1-1 0 0,1-1 0 0 0,0 1 1 0 0,0-1-1 0 0,-1 1 1 0 0,1-1-1 0 0,-1 1 0 0 0,1 0 1 0 0,0-1-1 0 0,-1 1 1 0 0,1-1-1 0 0,-1 1 0 0 0,1 0 1 0 0,-1-1-1 0 0,1 1 0 0 0,-1 0 1 0 0,1 0-1 0 0,-1-1 1 0 0,0 1-1 0 0,1 0 0 0 0,-1 0 1 0 0,0 0-1 0 0,0-1 15 0 0,1 1-1 0 0,-1 0 1 0 0,0 0-1 0 0,1 0 1 0 0,-1-1-1 0 0,1 1 1 0 0,-1 0-1 0 0,1-1 1 0 0,-1 1 0 0 0,1 0-1 0 0,-1-1 1 0 0,1 1-1 0 0,0-1 1 0 0,-1 1-1 0 0,1-1 1 0 0,0 1-1 0 0,-1-1 1 0 0,1 0-1 0 0,-1 0 40 0 0,1 1-1 0 0,0-1 0 0 0,-1 1 1 0 0,1-1-1 0 0,-1 0 1 0 0,1 1-1 0 0,-1-1 0 0 0,1 1 1 0 0,-1-1-1 0 0,1 1 0 0 0,-1 0 1 0 0,1-1-1 0 0,-1 1 0 0 0,0 0 1 0 0,1-1-1 0 0,-1 1 1 0 0,0 0-1 0 0,1-1 0 0 0,-2 1 1 0 0,2 0-83 0 0,0 0-1 0 0,-1 0 1 0 0,1 1 0 0 0,0-1 0 0 0,0 0 0 0 0,0 0 0 0 0,-1 0 0 0 0,1 1 0 0 0,0-1-1 0 0,0 0 1 0 0,0 0 0 0 0,0 0 0 0 0,0 1 0 0 0,0-1 0 0 0,-1 0 0 0 0,1 0 0 0 0,0 1-1 0 0,0-1 1 0 0,0 0 0 0 0,0 0 0 0 0,0 0 0 0 0,0 1 0 0 0,0-1 0 0 0,0 0 0 0 0,0 1 0 0 0,0-1-1 0 0,0 0 1 0 0,0 0 0 0 0,0 0 0 0 0,0 1 0 0 0,0-1 0 0 0,0 0 0 0 0,1 1 0 0 0,5 12 2487 0 0,-1-7-2405 0 0,1 0-1 0 0,0 0 1 0 0,0-1-1 0 0,0 0 0 0 0,1 0 1 0 0,0-1-1 0 0,0 0 0 0 0,0 0 1 0 0,13 5-1 0 0,126 42-456 0 0,-84-35-437 0 0,-42-15 255 0 0,-20 4 402 0 0,0 12 31 0 0,-5 37-1043 0 0,2-20 960 0 0,-1-3 147 0 0,-2 1 0 0 0,0-2-1 0 0,-2 1 1 0 0,-14 34-1 0 0,8-25 49 0 0,-12 59 0 0 0,26-97-64 0 0,0-2 0 0 0,0 1 0 0 0,0-1 0 0 0,0 1 0 0 0,0-1 0 0 0,0 1 0 0 0,-1-1 0 0 0,1 1 0 0 0,0-1 0 0 0,0 1 0 0 0,0-1 0 0 0,0 1 0 0 0,-1-1 0 0 0,1 1 0 0 0,0-1 0 0 0,0 0 0 0 0,-1 1 0 0 0,1-1 0 0 0,0 1 0 0 0,-1-1 0 0 0,0-2-273 0 0,0 0 0 0 0,0 0 0 0 0,0 0 0 0 0,0 0 0 0 0,1 0 1 0 0,-1 0-1 0 0,0-4 0 0 0,0-4-5498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1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97 213 8754 0 0,'1'0'119'0'0,"-1"1"1"0"0,0-1-1 0 0,1 0 0 0 0,-1 0 1 0 0,0 1-1 0 0,0-1 0 0 0,1 0 1 0 0,-1 0-1 0 0,0 1 0 0 0,0-1 1 0 0,0 0-1 0 0,1 1 1 0 0,-1-1-1 0 0,0 0 0 0 0,0 1 1 0 0,0-1-1 0 0,0 0 0 0 0,0 1 1 0 0,0-1-1 0 0,0 1 0 0 0,0-1 1 0 0,0 0-1 0 0,0 1 1 0 0,0-1-1 0 0,0 0 0 0 0,0 1 1 0 0,0-1-1 0 0,0 0 0 0 0,0 1 1 0 0,0-1-1 0 0,0 1 0 0 0,-1-1 18 0 0,1 1-1 0 0,-1 0 1 0 0,0-1-1 0 0,1 1 1 0 0,-1-1-1 0 0,0 0 1 0 0,1 1-1 0 0,-1-1 1 0 0,0 1-1 0 0,1-1 1 0 0,-1 0-1 0 0,0 0 0 0 0,-1 1 1 0 0,-23 2 1357 0 0,20-4-1174 0 0,0 1 0 0 0,0-1 0 0 0,1 0 0 0 0,-1-1 0 0 0,0 1 0 0 0,1-1 1 0 0,0 0-1 0 0,-1 0 0 0 0,1 0 0 0 0,-8-6 0 0 0,5 5 1498 0 0,22 2-465 0 0,-8 0-1329 0 0,0-1 1 0 0,1 0-1 0 0,-1 0 0 0 0,-1-1 0 0 0,1 0 0 0 0,13-8 1 0 0,10-8 5 0 0,2 0 0 0 0,1 2 0 0 0,0 2 0 0 0,1 0 1 0 0,64-16-1 0 0,-23 7-50 0 0,-41 12-11 0 0,64-13-1 0 0,-82 23-33 0 0,1 1 0 0 0,16 0 1 0 0,-27 1 61 0 0,-2-2-444 0 0,-15 2-184 0 0,-34 8-1559 0 0,37-7 1105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2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41 3225 0 0,'1'0'51'0'0,"-1"0"-1"0"0,1 1 1 0 0,-1-1 0 0 0,0 0 0 0 0,1 0 0 0 0,-1 0-1 0 0,1 0 1 0 0,-1 0 0 0 0,0 0 0 0 0,1 0 0 0 0,-1 0-1 0 0,1-1 1 0 0,-1 1 0 0 0,0 0 0 0 0,1 0 0 0 0,-1 0 0 0 0,1 0-1 0 0,-1 0 1 0 0,0-1 0 0 0,1 1 0 0 0,-1 0 0 0 0,0 0-1 0 0,1-1 1 0 0,-1 1 0 0 0,0 0 0 0 0,0 0 0 0 0,1-1-1 0 0,-1 1 1 0 0,0 0 0 0 0,0-1 0 0 0,1 1 0 0 0,-1 0 0 0 0,0-1-1 0 0,0 1 1 0 0,0 0 0 0 0,0-1 0 0 0,1 1 0 0 0,-1-1-1 0 0,0 1 1 0 0,0 0 0 0 0,0-1 0 0 0,0 1 0 0 0,0-1 0 0 0,0 1-1 0 0,0 0 1 0 0,0-1 0 0 0,0 1 0 0 0,0-1 0 0 0,-1 1-1 0 0,1 0 1 0 0,0-1 0 0 0,0 1 0 0 0,0-1 0 0 0,-1 0-1 0 0,-7-21 4029 0 0,1 20-704 0 0,10 3-2381 0 0,2-2 83 0 0,-4 1-1018 0 0,-1-1 1 0 0,0 1-1 0 0,1 0 0 0 0,-1 0 0 0 0,0 0 0 0 0,1-1 0 0 0,-1 1 0 0 0,1 0 0 0 0,-1 0 0 0 0,0 0 0 0 0,1 0 0 0 0,-1 0 0 0 0,1 0 0 0 0,-1 0 0 0 0,0 0 0 0 0,1 0 0 0 0,-1 0 0 0 0,1 0 0 0 0,-1 0 1 0 0,1 0-1 0 0,-1 0 0 0 0,9 4 494 0 0,-1 0 1 0 0,1 1 0 0 0,11 9 0 0 0,9 4 55 0 0,-7-7-407 0 0,1 0-1 0 0,1-2 0 0 0,0-1 1 0 0,0-1-1 0 0,39 6 0 0 0,-60-12-198 0 0,0-1 0 0 0,0 1-1 0 0,0 0 1 0 0,0 0-1 0 0,0 0 1 0 0,-1 0 0 0 0,1 0-1 0 0,0 1 1 0 0,2 1-1 0 0,-5-2-24 0 0,1-1-1 0 0,0 1 0 0 0,-1 0 0 0 0,1-1 0 0 0,-1 1 0 0 0,1 0 1 0 0,-1-1-1 0 0,1 1 0 0 0,-1 0 0 0 0,1 0 0 0 0,-1 0 0 0 0,0-1 0 0 0,0 1 1 0 0,1 0-1 0 0,-1 0 0 0 0,0 0 0 0 0,0 0 0 0 0,0 0 0 0 0,0 0 0 0 0,0-1 1 0 0,0 1-1 0 0,0 0 0 0 0,0 0 0 0 0,0 0 0 0 0,0 0 0 0 0,-1 0 0 0 0,1 0 1 0 0,0-1-1 0 0,0 1 0 0 0,-1 0 0 0 0,1 0 0 0 0,-1 1 0 0 0,-52 112-281 0 0,41-88 477 0 0,2 0 0 0 0,1 1 0 0 0,1 0 0 0 0,-4 33-1 0 0,12-53-1680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3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1840 0 0,'17'-33'6030'0'0,"-15"27"-4966"0"0,1 0 0 0 0,0 0-1 0 0,0 0 1 0 0,0 0 0 0 0,1 1 0 0 0,4-6 0 0 0,-7 10-935 0 0,0 0 1 0 0,0 1 0 0 0,0-1 0 0 0,0 1-1 0 0,0-1 1 0 0,0 1 0 0 0,0-1 0 0 0,0 1-1 0 0,0 0 1 0 0,0-1 0 0 0,0 1 0 0 0,0 0-1 0 0,0 0 1 0 0,0 0 0 0 0,0 0 0 0 0,0 0-1 0 0,0 0 1 0 0,1 0 0 0 0,-1 0 0 0 0,0 0-1 0 0,0 1 1 0 0,0-1 0 0 0,0 0-1 0 0,0 1 1 0 0,0-1 0 0 0,0 0 0 0 0,0 1-1 0 0,0 0 1 0 0,-1-1 0 0 0,1 1 0 0 0,0-1-1 0 0,0 1 1 0 0,0 0 0 0 0,0 1 0 0 0,2 0-73 0 0,-1 0-1 0 0,0 0 1 0 0,0 0 0 0 0,0 0 0 0 0,0 1 0 0 0,-1-1 0 0 0,1 1 0 0 0,-1-1 0 0 0,1 1 0 0 0,-1 0 0 0 0,2 4-1 0 0,-2-3-482 0 0,-1 0-1 0 0,1 0 0 0 0,-1-1 0 0 0,0 1 1 0 0,0 0-1 0 0,-1 0 0 0 0,1 0 0 0 0,-1 0 1 0 0,1 0-1 0 0,-1-1 0 0 0,0 1 0 0 0,-1 0 1 0 0,1-1-1 0 0,-3 6 0 0 0,-2-1-1205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4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3225 0 0,'12'1'11258'0'0,"-13"2"-10898"0"0,-1 32 498 0 0,1 0 1 0 0,1-1-1 0 0,6 37 0 0 0,-5-64-651 0 0,1 0 1 0 0,-1-1-1 0 0,1 1 0 0 0,0-1 0 0 0,1 1 1 0 0,0-1-1 0 0,0 0 0 0 0,0 0 1 0 0,1 0-1 0 0,6 8 0 0 0,-9-13-163 0 0,0-1-1 0 0,0 1 0 0 0,0-1 1 0 0,0 0-1 0 0,0 0 0 0 0,0 1 1 0 0,0-1-1 0 0,0 0 0 0 0,0 0 1 0 0,0 0-1 0 0,0 0 0 0 0,0 0 1 0 0,0 0-1 0 0,0-1 0 0 0,0 1 1 0 0,0 0-1 0 0,0-1 0 0 0,0 1-47 0 0,0 0 0 0 0,0-1 0 0 0,0 1 0 0 0,0 0 0 0 0,0 0 0 0 0,0 0 0 0 0,0 0 0 0 0,0 0 0 0 0,0 0 0 0 0,-1 0 0 0 0,1 0 0 0 0,0 0 0 0 0,0 0 1 0 0,0 1-1 0 0,0-1 0 0 0,1 1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5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4145 0 0,'0'-1'417'0'0,"0"-1"-1"0"0,-1 0 1 0 0,1 0 0 0 0,0 1 0 0 0,0-1 0 0 0,0 0-1 0 0,1 0 1 0 0,-1 0 0 0 0,0 1 0 0 0,1-1 0 0 0,-1 0-1 0 0,2-3 1 0 0,-1 2 305 0 0,0 0 0 0 0,1 0-1 0 0,-1 0 1 0 0,1 0 0 0 0,-1 0-1 0 0,4-3 1 0 0,-4 6-574 0 0,-1 0-1 0 0,1-1 1 0 0,0 1-1 0 0,0 0 0 0 0,0 0 1 0 0,-1 0-1 0 0,1 0 1 0 0,0 0-1 0 0,0 0 1 0 0,0 0-1 0 0,-1 0 1 0 0,1 0-1 0 0,0 1 1 0 0,0-1-1 0 0,0 0 1 0 0,-1 0-1 0 0,1 1 1 0 0,0-1-1 0 0,-1 1 0 0 0,1-1 1 0 0,0 0-1 0 0,0 1 1 0 0,-1-1-1 0 0,2 2 1 0 0,16 13 1329 0 0,-13-7-1392 0 0,9 12 48 0 0,-13-19-398 0 0,-1 0 0 0 0,0 1 0 0 0,1-1 0 0 0,-1 0 0 0 0,0 0 0 0 0,0 0 0 0 0,0 0 0 0 0,0 0 0 0 0,0 0 0 0 0,0 0 0 0 0,0 0 0 0 0,-1 2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5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4057 0 0,'7'3'-359'0'0,"-6"-3"690"0"0,1 1-1 0 0,-1-1 1 0 0,0 1 0 0 0,0-1-1 0 0,0 1 1 0 0,0-1 0 0 0,0 1-1 0 0,0-1 1 0 0,0 1 0 0 0,0 0-1 0 0,0 0 1 0 0,0 0 0 0 0,-1 0-1 0 0,1-1 1 0 0,0 1 0 0 0,0 0 0 0 0,-1 0-1 0 0,1 0 1 0 0,0 2 0 0 0,3 9 130 0 0,-1 1 1 0 0,0-1 0 0 0,-1 1 0 0 0,0-1-1 0 0,-1 1 1 0 0,-2 21 0 0 0,3 20-407 0 0,-2-44-128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5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7370 0 0,'12'-3'529'0'0,"-12"3"-504"0"0,1-1 0 0 0,-1 1 0 0 0,0 0 0 0 0,1 0 0 0 0,-1-1 0 0 0,1 1-1 0 0,-1 0 1 0 0,1 0 0 0 0,-1 0 0 0 0,1 0 0 0 0,-1-1 0 0 0,0 1 0 0 0,1 0-1 0 0,-1 0 1 0 0,1 0 0 0 0,-1 0 0 0 0,1 0 0 0 0,-1 0 0 0 0,1 0 0 0 0,-1 1 0 0 0,1-1-1 0 0,-1 0 1 0 0,1 0 0 0 0,-1 0 0 0 0,0 0 0 0 0,1 0 0 0 0,-1 1 0 0 0,1-1-1 0 0,-1 0 1 0 0,0 0 0 0 0,1 1 0 0 0,-1-1 0 0 0,1 0 0 0 0,-1 1 0 0 0,0-1-1 0 0,0 0 1 0 0,1 1 0 0 0,-1-1 0 0 0,1 1 0 0 0,2 3 505 0 0,1 0 0 0 0,0-1 0 0 0,0 0 1 0 0,1 0-1 0 0,-1 0 0 0 0,7 3 0 0 0,-4-2 236 0 0,-2-1-403 0 0,2 0 262 0 0,-7-3-664 0 0,0 1-1 0 0,0-1 1 0 0,0 0-1 0 0,0 0 1 0 0,0 0-1 0 0,0 0 1 0 0,0 0-1 0 0,0 1 0 0 0,0-1 1 0 0,0 0-1 0 0,0 0 1 0 0,0 0-1 0 0,0 0 1 0 0,0 0-1 0 0,0 1 1 0 0,0-1-1 0 0,0 0 1 0 0,0 0-1 0 0,0 0 1 0 0,0 0-1 0 0,0 0 0 0 0,0 0 1 0 0,0 1-1 0 0,0-1 1 0 0,-1 0-1 0 0,1 0 1 0 0,0 0-1 0 0,0 0 1 0 0,0 0-1 0 0,0 0 1 0 0,0 0-1 0 0,0 1 1 0 0,0-1-1 0 0,-1 0 0 0 0,1 0 1 0 0,0 0-1 0 0,0 0 1 0 0,0 0-1 0 0,0 0 1 0 0,0 0-1 0 0,-1 0 1 0 0,-1 2-1042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5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3225 0 0,'2'1'354'0'0,"0"0"1"0"0,0 1 0 0 0,0-1 0 0 0,-1 0-1 0 0,1 1 1 0 0,0 0 0 0 0,0-1-1 0 0,-1 1 1 0 0,1 0 0 0 0,-1 0 0 0 0,1 0-1 0 0,-1 0 1 0 0,0 0 0 0 0,0 0 0 0 0,0 0-1 0 0,0 0 1 0 0,0 0 0 0 0,-1 1-1 0 0,2 2 1 0 0,0 8 1408 0 0,1 0 0 0 0,0 19 0 0 0,-1-8-1021 0 0,5 32 672 0 0,-1-50-1760 0 0,-9-16-1657 0 0,0 1-3602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6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5065 0 0,'0'0'389'0'0,"7"-8"5475"0"0,3 1 129 0 0,-5 4-5663 0 0,0 1 1 0 0,0 1-1 0 0,0-1 0 0 0,6-1 1 0 0,1 2 31 0 0,-1 1-1 0 0,1-1 1 0 0,-1 2 0 0 0,1 0 0 0 0,-1 0 0 0 0,21 6 0 0 0,-30-7-333 0 0,-1 0-105 0 0,-1 0-1 0 0,0 0 1 0 0,0 0 0 0 0,0 0 0 0 0,1 0 0 0 0,-1 0 0 0 0,0 0 0 0 0,0 0 0 0 0,0 0 0 0 0,1 0 0 0 0,-1 0 0 0 0,0 1 0 0 0,0-1 0 0 0,0 0 0 0 0,1 0 0 0 0,-1 0-1 0 0,0 0 1 0 0,0 0 0 0 0,0 0 0 0 0,0 0 0 0 0,1 1 0 0 0,-1-1 0 0 0,0 0 0 0 0,0 0 0 0 0,0 0 0 0 0,0 0 0 0 0,0 1 0 0 0,0-1 0 0 0,0 0 0 0 0,1 0-1 0 0,-1 0 1 0 0,0 1 0 0 0,0-1 0 0 0,0 0 0 0 0,0 0 0 0 0,0 0 0 0 0,0 1 0 0 0,0-1 0 0 0,0 0 0 0 0,0 0 0 0 0,0 0 0 0 0,0 1 0 0 0,0-1 0 0 0,0 0 0 0 0,0 0-1 0 0,0 0 1 0 0,0 1 0 0 0,-1-1 0 0 0,1 0 0 0 0,0 0 0 0 0,0 1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6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1376 0 0,'19'33'4681'0'0,"-2"15"176"0"0,-10-28-1936 0 0,-6-13-2525 0 0,0-1 0 0 0,0 0 0 0 0,0 0 0 0 0,-1 1 0 0 0,-1 10 0 0 0,1 12 297 0 0,1-17-589 0 0,0-2 55 0 0,-1 0 0 0 0,0 0 0 0 0,-1 12 0 0 0,-1-24-520 0 0,1 2 310 0 0,1 0 1 0 0,0-1-1 0 0,0 1 1 0 0,-1 0-1 0 0,1 0 1 0 0,0 0-1 0 0,0 0 1 0 0,0 0-1 0 0,-1 0 1 0 0,1 0-1 0 0,0 0 1 0 0,0 0-1 0 0,0 0 1 0 0,-1-1-1 0 0,1 1 1 0 0,0 0-1 0 0,0 0 1 0 0,0 0-1 0 0,0 0 1 0 0,-1-1-1 0 0,1 1 1 0 0,0 0-1 0 0,0 0 1 0 0,0 0-1 0 0,0-1 1 0 0,0 1-1 0 0,0 0 1 0 0,0 0-1 0 0,0 0 1 0 0,0-1-1 0 0,0 1 1 0 0,-1 0-1 0 0,1 0 1 0 0,0-1-1 0 0,0 1 1 0 0,0-15-3186 0 0,0 8-1391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7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8754 0 0,'6'0'1072'0'0,"1"-1"1"0"0,-1 1-1 0 0,0-1 0 0 0,1 0 1 0 0,-1-1-1 0 0,0 0 1 0 0,8-3-1 0 0,-14 5-1097 0 0,0 0-1 0 0,0 0 0 0 0,0 0 1 0 0,0 1-1 0 0,0-1 1 0 0,0 0-1 0 0,0 0 1 0 0,0 0-1 0 0,0 0 1 0 0,0 0-1 0 0,0 0 1 0 0,0 0-1 0 0,0 0 1 0 0,0 0-1 0 0,0 0 1 0 0,0 0-1 0 0,0 0 1 0 0,0 0-1 0 0,0 1 1 0 0,0-1-1 0 0,0 0 1 0 0,0 0-1 0 0,0 0 1 0 0,0 0-1 0 0,0 0 1 0 0,0 0-1 0 0,0 0 0 0 0,0 0 1 0 0,0 0-1 0 0,0 0 1 0 0,0 0-1 0 0,0 0 1 0 0,0 1-1 0 0,0-1 1 0 0,0 0-1 0 0,0 0 1 0 0,0 0-1 0 0,0 0 1 0 0,0 0-1 0 0,0 0 1 0 0,0 0-1 0 0,0 0 1 0 0,0 0-1 0 0,0 0 1 0 0,1 0-1 0 0,-1 0 1 0 0,0 0-1 0 0,0 0 1 0 0,0 0-1 0 0,0 0 0 0 0,0 0 1 0 0,0 0-1 0 0,0 0 1 0 0,0 0-1 0 0,0 0 1 0 0,0 0-1 0 0,0 0 1 0 0,0 0-1 0 0,1 0 1 0 0,-1 0-1 0 0,0 0 1 0 0,0 0-1 0 0,0 0 1 0 0,0 0-1 0 0,0 0 1 0 0,0 1-374 0 0,0 2-992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7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3681 0 0,'6'21'3080'0'0,"-2"-1"-1"0"0,0 1 1 0 0,1 41 0 0 0,-1-11-1590 0 0,1-40-1118 0 0,0-10-797 0 0,-1-7-650 0 0,-2 0 20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7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2761 0 0,'2'1'328'0'0,"0"1"0"0"0,1 0 0 0 0,-1 0 0 0 0,-1 0 0 0 0,1 1 0 0 0,0-1 0 0 0,0 0 0 0 0,-1 1 0 0 0,0-1 0 0 0,1 1 0 0 0,-1-1 0 0 0,0 1 0 0 0,0-1 0 0 0,0 1 0 0 0,0 0 0 0 0,-1 0 0 0 0,1 3 0 0 0,0 7 498 0 0,0-1 0 0 0,-2 22 1 0 0,0-10-337 0 0,16 262 4127 0 0,-15-284-4853 0 0,0-5 135 0 0,-1-11-373 0 0,1 8-414 0 0,-1-12-4366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6T04:35:48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8754 0 0,'10'-5'776'0'0,"-6"2"-616"0"0,-1 2-160 0 0,1 1 0 0 0,-2 2 1264 0 0,0 0 225 0 0,1-2 47 0 0,1 4 0 0 0,1 1-599 0 0,1 3-121 0 0,1 1-24 0 0,-4-1-8 0 0,-1 1-888 0 0,-4 0-184 0 0,-4 1-32 0 0,1-5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0D4C7-2318-4267-9190-5078303F1899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AD977-1183-4496-9978-889987738D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97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AD977-1183-4496-9978-889987738DB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55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AD977-1183-4496-9978-889987738DB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87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AFB05-C408-CC6B-C69D-351D69065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697D24-C2B3-4453-3DE1-58F1216DF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C74024-6539-A3E8-7D83-D3BADF07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CEDA73-8AA9-753A-5DF2-CCB71BC9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820CC1-22CE-2108-3A56-D070575C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7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A68C3-911F-AEA3-375A-F94190C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2C4D57-C2BF-ECD0-FF4C-0F3B8A5E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C9201-B8B3-F62C-55F6-BC24BB51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D1F823-5C48-6DAB-9120-67C401B3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A11675-B303-0E4A-1138-E238F179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0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C25BD-D08B-7DF7-54ED-315B749C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BBF58-A24C-9C03-0B91-A7C0BEFE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B0D96-E7C4-0D9A-D6B6-CB230674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988913-AC35-9493-9D97-7FB7766C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6199E-C429-180C-8C9C-7FFAF29E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37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95032-7EBF-8516-2902-33D71854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7DD954-B836-D43D-ACDD-5EF694783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7AA59-2AF8-5FC8-A7A3-5A6BC2B1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A1EF3-B4AC-7096-2F61-E284B44B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069D74-D2C1-C7C7-B69C-FD2754DD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4D9677-7CF0-4504-7143-EE3178A8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85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0B7466-2F5D-A016-D48D-7F39282A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B4911A-4500-3181-C7AB-7C1B7541A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F197A9-212F-3A7A-B96C-C988D71E4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49E4F0-BD20-828F-8E1F-41EBC9D1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4E34D2-361E-F06D-E215-44EE2EC1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A5C734-7845-646A-6F4F-427015AA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375E6B-F92C-0604-BF5F-07B2E3AD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E952C1-BBA2-7C65-7571-0620D4C2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01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D0A2D-71A2-C058-8EDF-889F0EA5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6383D8-DD7D-B91E-8B7D-FC3C29B7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AB08B8-CBC3-708F-1D54-91BEB4C1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B00E7C-F241-0BF7-2E5F-3F5A1D9D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54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5B58E4-240F-F6DF-9888-22B62840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9F65DE-EBC8-840E-9BB1-087D7A53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B40B8-2ADD-3234-2E77-CBA0B012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19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C8B64-993B-8FF6-C0F9-63372D61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7EC4B-B4F1-3C2E-822B-08E0BD81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8FB0E4-0283-5E3B-4703-B7789E78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4EA7C6-1D36-6F55-1A71-2627EE34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97D615-E57E-20FE-8767-54401DC5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4A9F38-4B96-E64D-5D02-840C0DE4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1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B7925-396B-F6D6-45E2-75DFF617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4DA54F-DC54-AE44-04E1-E1EF250C6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E61F5B-87DE-73B3-5160-AF8246018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924E03-BFEC-189C-6140-1FA984BE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66E4BE-DDB1-DD7A-025C-7076FC0E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479F66-2D4B-4B66-3335-5F19B3BB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0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FE4D5-B788-8F63-E416-D0104DCB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2F2A7E-7BF3-0F68-22DA-EF8B72DAC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DE9E0-332C-2FA8-EBF0-BEFD7CB3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A8924D-A153-32CC-9A7F-ACCE2C68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004BE2-4E04-23E4-1D25-84798124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02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A79E49-F496-D422-0FDD-D776D720A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680FA4-011E-BFC8-BFA9-A12BD6AE4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53060-9B29-348E-6F6A-C0DE17F7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7EEF7-198E-9114-4BD6-0CB81E48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34B46-F0F9-7BF4-EAAF-FC2DBE9B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1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65D67C-6828-E85B-18A9-A7C804CB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77DF4A-C649-5C58-A630-C69550D9E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D5B462-363D-99D0-ED73-733789DAA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2B0D4-FC06-C449-82C5-CD7924856B9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F01C4-F6A1-7F66-89D6-9E76B8CD8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0911C1-DDAF-1FAC-14AE-69FF19DBE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2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.xml"/><Relationship Id="rId21" Type="http://schemas.openxmlformats.org/officeDocument/2006/relationships/customXml" Target="../ink/ink8.xml"/><Relationship Id="rId42" Type="http://schemas.openxmlformats.org/officeDocument/2006/relationships/image" Target="../media/image22.png"/><Relationship Id="rId63" Type="http://schemas.openxmlformats.org/officeDocument/2006/relationships/customXml" Target="../ink/ink29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07" Type="http://schemas.openxmlformats.org/officeDocument/2006/relationships/customXml" Target="../ink/ink51.xml"/><Relationship Id="rId11" Type="http://schemas.openxmlformats.org/officeDocument/2006/relationships/customXml" Target="../ink/ink3.xml"/><Relationship Id="rId32" Type="http://schemas.openxmlformats.org/officeDocument/2006/relationships/image" Target="../media/image17.png"/><Relationship Id="rId53" Type="http://schemas.openxmlformats.org/officeDocument/2006/relationships/customXml" Target="../ink/ink24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2.xml"/><Relationship Id="rId5" Type="http://schemas.openxmlformats.org/officeDocument/2006/relationships/image" Target="../media/image3.png"/><Relationship Id="rId95" Type="http://schemas.openxmlformats.org/officeDocument/2006/relationships/customXml" Target="../ink/ink45.xml"/><Relationship Id="rId22" Type="http://schemas.openxmlformats.org/officeDocument/2006/relationships/image" Target="../media/image12.png"/><Relationship Id="rId27" Type="http://schemas.openxmlformats.org/officeDocument/2006/relationships/customXml" Target="../ink/ink11.xml"/><Relationship Id="rId43" Type="http://schemas.openxmlformats.org/officeDocument/2006/relationships/customXml" Target="../ink/ink19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2.xml"/><Relationship Id="rId113" Type="http://schemas.openxmlformats.org/officeDocument/2006/relationships/customXml" Target="../ink/ink54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7.xml"/><Relationship Id="rId80" Type="http://schemas.openxmlformats.org/officeDocument/2006/relationships/image" Target="../media/image41.png"/><Relationship Id="rId85" Type="http://schemas.openxmlformats.org/officeDocument/2006/relationships/customXml" Target="../ink/ink40.xml"/><Relationship Id="rId150" Type="http://schemas.openxmlformats.org/officeDocument/2006/relationships/image" Target="../media/image76.png"/><Relationship Id="rId12" Type="http://schemas.openxmlformats.org/officeDocument/2006/relationships/image" Target="../media/image7.png"/><Relationship Id="rId17" Type="http://schemas.openxmlformats.org/officeDocument/2006/relationships/customXml" Target="../ink/ink6.xml"/><Relationship Id="rId33" Type="http://schemas.openxmlformats.org/officeDocument/2006/relationships/customXml" Target="../ink/ink14.xml"/><Relationship Id="rId38" Type="http://schemas.openxmlformats.org/officeDocument/2006/relationships/image" Target="../media/image20.png"/><Relationship Id="rId59" Type="http://schemas.openxmlformats.org/officeDocument/2006/relationships/customXml" Target="../ink/ink27.xml"/><Relationship Id="rId103" Type="http://schemas.openxmlformats.org/officeDocument/2006/relationships/customXml" Target="../ink/ink49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2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5.xml"/><Relationship Id="rId91" Type="http://schemas.openxmlformats.org/officeDocument/2006/relationships/customXml" Target="../ink/ink43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9.xml"/><Relationship Id="rId28" Type="http://schemas.openxmlformats.org/officeDocument/2006/relationships/image" Target="../media/image15.png"/><Relationship Id="rId49" Type="http://schemas.openxmlformats.org/officeDocument/2006/relationships/customXml" Target="../ink/ink22.xml"/><Relationship Id="rId114" Type="http://schemas.openxmlformats.org/officeDocument/2006/relationships/image" Target="../media/image58.png"/><Relationship Id="rId119" Type="http://schemas.openxmlformats.org/officeDocument/2006/relationships/customXml" Target="../ink/ink57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0.xml"/><Relationship Id="rId81" Type="http://schemas.openxmlformats.org/officeDocument/2006/relationships/customXml" Target="../ink/ink38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5.xml"/><Relationship Id="rId151" Type="http://schemas.openxmlformats.org/officeDocument/2006/relationships/customXml" Target="../ink/ink73.xml"/><Relationship Id="rId13" Type="http://schemas.openxmlformats.org/officeDocument/2006/relationships/customXml" Target="../ink/ink4.xml"/><Relationship Id="rId18" Type="http://schemas.openxmlformats.org/officeDocument/2006/relationships/image" Target="../media/image10.png"/><Relationship Id="rId39" Type="http://schemas.openxmlformats.org/officeDocument/2006/relationships/customXml" Target="../ink/ink17.xml"/><Relationship Id="rId109" Type="http://schemas.openxmlformats.org/officeDocument/2006/relationships/customXml" Target="../ink/ink52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5.xml"/><Relationship Id="rId76" Type="http://schemas.openxmlformats.org/officeDocument/2006/relationships/image" Target="../media/image39.png"/><Relationship Id="rId97" Type="http://schemas.openxmlformats.org/officeDocument/2006/relationships/customXml" Target="../ink/ink46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0.xml"/><Relationship Id="rId141" Type="http://schemas.openxmlformats.org/officeDocument/2006/relationships/customXml" Target="../ink/ink68.xml"/><Relationship Id="rId146" Type="http://schemas.openxmlformats.org/officeDocument/2006/relationships/image" Target="../media/image74.png"/><Relationship Id="rId7" Type="http://schemas.openxmlformats.org/officeDocument/2006/relationships/customXml" Target="../ink/ink1.xml"/><Relationship Id="rId71" Type="http://schemas.openxmlformats.org/officeDocument/2006/relationships/customXml" Target="../ink/ink33.xml"/><Relationship Id="rId92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2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0.xml"/><Relationship Id="rId66" Type="http://schemas.openxmlformats.org/officeDocument/2006/relationships/image" Target="../media/image34.png"/><Relationship Id="rId87" Type="http://schemas.openxmlformats.org/officeDocument/2006/relationships/customXml" Target="../ink/ink41.xml"/><Relationship Id="rId110" Type="http://schemas.openxmlformats.org/officeDocument/2006/relationships/image" Target="../media/image56.png"/><Relationship Id="rId115" Type="http://schemas.openxmlformats.org/officeDocument/2006/relationships/customXml" Target="../ink/ink55.xml"/><Relationship Id="rId131" Type="http://schemas.openxmlformats.org/officeDocument/2006/relationships/customXml" Target="../ink/ink63.xml"/><Relationship Id="rId136" Type="http://schemas.openxmlformats.org/officeDocument/2006/relationships/image" Target="../media/image69.png"/><Relationship Id="rId61" Type="http://schemas.openxmlformats.org/officeDocument/2006/relationships/customXml" Target="../ink/ink28.xml"/><Relationship Id="rId82" Type="http://schemas.openxmlformats.org/officeDocument/2006/relationships/image" Target="../media/image42.png"/><Relationship Id="rId152" Type="http://schemas.openxmlformats.org/officeDocument/2006/relationships/image" Target="../media/image77.png"/><Relationship Id="rId19" Type="http://schemas.openxmlformats.org/officeDocument/2006/relationships/customXml" Target="../ink/ink7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5.xml"/><Relationship Id="rId56" Type="http://schemas.openxmlformats.org/officeDocument/2006/relationships/image" Target="../media/image29.png"/><Relationship Id="rId77" Type="http://schemas.openxmlformats.org/officeDocument/2006/relationships/customXml" Target="../ink/ink36.xml"/><Relationship Id="rId100" Type="http://schemas.openxmlformats.org/officeDocument/2006/relationships/image" Target="../media/image51.png"/><Relationship Id="rId105" Type="http://schemas.openxmlformats.org/officeDocument/2006/relationships/customXml" Target="../ink/ink50.xml"/><Relationship Id="rId126" Type="http://schemas.openxmlformats.org/officeDocument/2006/relationships/image" Target="../media/image64.png"/><Relationship Id="rId147" Type="http://schemas.openxmlformats.org/officeDocument/2006/relationships/customXml" Target="../ink/ink71.xml"/><Relationship Id="rId8" Type="http://schemas.openxmlformats.org/officeDocument/2006/relationships/image" Target="../media/image5.png"/><Relationship Id="rId51" Type="http://schemas.openxmlformats.org/officeDocument/2006/relationships/customXml" Target="../ink/ink23.xml"/><Relationship Id="rId72" Type="http://schemas.openxmlformats.org/officeDocument/2006/relationships/image" Target="../media/image37.png"/><Relationship Id="rId93" Type="http://schemas.openxmlformats.org/officeDocument/2006/relationships/customXml" Target="../ink/ink44.xml"/><Relationship Id="rId98" Type="http://schemas.openxmlformats.org/officeDocument/2006/relationships/image" Target="../media/image50.png"/><Relationship Id="rId121" Type="http://schemas.openxmlformats.org/officeDocument/2006/relationships/customXml" Target="../ink/ink58.xml"/><Relationship Id="rId142" Type="http://schemas.openxmlformats.org/officeDocument/2006/relationships/image" Target="../media/image72.png"/><Relationship Id="rId3" Type="http://schemas.openxmlformats.org/officeDocument/2006/relationships/image" Target="../media/image1.png"/><Relationship Id="rId25" Type="http://schemas.openxmlformats.org/officeDocument/2006/relationships/customXml" Target="../ink/ink10.xml"/><Relationship Id="rId46" Type="http://schemas.openxmlformats.org/officeDocument/2006/relationships/image" Target="../media/image24.png"/><Relationship Id="rId67" Type="http://schemas.openxmlformats.org/officeDocument/2006/relationships/customXml" Target="../ink/ink31.xml"/><Relationship Id="rId116" Type="http://schemas.openxmlformats.org/officeDocument/2006/relationships/image" Target="../media/image59.png"/><Relationship Id="rId137" Type="http://schemas.openxmlformats.org/officeDocument/2006/relationships/customXml" Target="../ink/ink66.xml"/><Relationship Id="rId20" Type="http://schemas.openxmlformats.org/officeDocument/2006/relationships/image" Target="../media/image11.png"/><Relationship Id="rId41" Type="http://schemas.openxmlformats.org/officeDocument/2006/relationships/customXml" Target="../ink/ink18.xml"/><Relationship Id="rId62" Type="http://schemas.openxmlformats.org/officeDocument/2006/relationships/image" Target="../media/image32.png"/><Relationship Id="rId83" Type="http://schemas.openxmlformats.org/officeDocument/2006/relationships/customXml" Target="../ink/ink39.xml"/><Relationship Id="rId88" Type="http://schemas.openxmlformats.org/officeDocument/2006/relationships/image" Target="../media/image45.png"/><Relationship Id="rId111" Type="http://schemas.openxmlformats.org/officeDocument/2006/relationships/customXml" Target="../ink/ink53.xml"/><Relationship Id="rId132" Type="http://schemas.openxmlformats.org/officeDocument/2006/relationships/image" Target="../media/image67.png"/><Relationship Id="rId153" Type="http://schemas.openxmlformats.org/officeDocument/2006/relationships/customXml" Target="../ink/ink74.xml"/><Relationship Id="rId15" Type="http://schemas.openxmlformats.org/officeDocument/2006/relationships/customXml" Target="../ink/ink5.xml"/><Relationship Id="rId36" Type="http://schemas.openxmlformats.org/officeDocument/2006/relationships/image" Target="../media/image19.png"/><Relationship Id="rId57" Type="http://schemas.openxmlformats.org/officeDocument/2006/relationships/customXml" Target="../ink/ink26.xml"/><Relationship Id="rId106" Type="http://schemas.openxmlformats.org/officeDocument/2006/relationships/image" Target="../media/image54.png"/><Relationship Id="rId127" Type="http://schemas.openxmlformats.org/officeDocument/2006/relationships/customXml" Target="../ink/ink61.xml"/><Relationship Id="rId10" Type="http://schemas.openxmlformats.org/officeDocument/2006/relationships/image" Target="../media/image6.png"/><Relationship Id="rId31" Type="http://schemas.openxmlformats.org/officeDocument/2006/relationships/customXml" Target="../ink/ink13.xml"/><Relationship Id="rId52" Type="http://schemas.openxmlformats.org/officeDocument/2006/relationships/image" Target="../media/image27.png"/><Relationship Id="rId73" Type="http://schemas.openxmlformats.org/officeDocument/2006/relationships/customXml" Target="../ink/ink34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7.xml"/><Relationship Id="rId101" Type="http://schemas.openxmlformats.org/officeDocument/2006/relationships/customXml" Target="../ink/ink48.xml"/><Relationship Id="rId122" Type="http://schemas.openxmlformats.org/officeDocument/2006/relationships/image" Target="../media/image62.png"/><Relationship Id="rId143" Type="http://schemas.openxmlformats.org/officeDocument/2006/relationships/customXml" Target="../ink/ink69.xml"/><Relationship Id="rId148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customXml" Target="../ink/ink2.xml"/><Relationship Id="rId26" Type="http://schemas.openxmlformats.org/officeDocument/2006/relationships/image" Target="../media/image14.png"/><Relationship Id="rId47" Type="http://schemas.openxmlformats.org/officeDocument/2006/relationships/customXml" Target="../ink/ink21.xml"/><Relationship Id="rId68" Type="http://schemas.openxmlformats.org/officeDocument/2006/relationships/image" Target="../media/image35.png"/><Relationship Id="rId89" Type="http://schemas.openxmlformats.org/officeDocument/2006/relationships/customXml" Target="../ink/ink42.xml"/><Relationship Id="rId112" Type="http://schemas.openxmlformats.org/officeDocument/2006/relationships/image" Target="../media/image57.png"/><Relationship Id="rId133" Type="http://schemas.openxmlformats.org/officeDocument/2006/relationships/customXml" Target="../ink/ink64.xml"/><Relationship Id="rId154" Type="http://schemas.openxmlformats.org/officeDocument/2006/relationships/image" Target="../media/image78.png"/><Relationship Id="rId16" Type="http://schemas.openxmlformats.org/officeDocument/2006/relationships/image" Target="../media/image9.png"/><Relationship Id="rId37" Type="http://schemas.openxmlformats.org/officeDocument/2006/relationships/customXml" Target="../ink/ink16.xml"/><Relationship Id="rId58" Type="http://schemas.openxmlformats.org/officeDocument/2006/relationships/image" Target="../media/image30.png"/><Relationship Id="rId79" Type="http://schemas.openxmlformats.org/officeDocument/2006/relationships/customXml" Target="../ink/ink37.xml"/><Relationship Id="rId102" Type="http://schemas.openxmlformats.org/officeDocument/2006/relationships/image" Target="../media/image52.png"/><Relationship Id="rId123" Type="http://schemas.openxmlformats.org/officeDocument/2006/relationships/customXml" Target="../ink/ink59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5.xml"/><Relationship Id="rId21" Type="http://schemas.openxmlformats.org/officeDocument/2006/relationships/image" Target="../media/image89.png"/><Relationship Id="rId42" Type="http://schemas.openxmlformats.org/officeDocument/2006/relationships/customXml" Target="../ink/ink93.xml"/><Relationship Id="rId47" Type="http://schemas.openxmlformats.org/officeDocument/2006/relationships/image" Target="../media/image102.png"/><Relationship Id="rId63" Type="http://schemas.openxmlformats.org/officeDocument/2006/relationships/image" Target="../media/image110.png"/><Relationship Id="rId68" Type="http://schemas.openxmlformats.org/officeDocument/2006/relationships/customXml" Target="../ink/ink106.xml"/><Relationship Id="rId7" Type="http://schemas.openxmlformats.org/officeDocument/2006/relationships/image" Target="../media/image82.png"/><Relationship Id="rId71" Type="http://schemas.openxmlformats.org/officeDocument/2006/relationships/image" Target="../media/image114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80.xml"/><Relationship Id="rId29" Type="http://schemas.openxmlformats.org/officeDocument/2006/relationships/image" Target="../media/image93.png"/><Relationship Id="rId11" Type="http://schemas.openxmlformats.org/officeDocument/2006/relationships/image" Target="../media/image84.png"/><Relationship Id="rId24" Type="http://schemas.openxmlformats.org/officeDocument/2006/relationships/customXml" Target="../ink/ink84.xml"/><Relationship Id="rId32" Type="http://schemas.openxmlformats.org/officeDocument/2006/relationships/customXml" Target="../ink/ink88.xml"/><Relationship Id="rId37" Type="http://schemas.openxmlformats.org/officeDocument/2006/relationships/image" Target="../media/image97.png"/><Relationship Id="rId40" Type="http://schemas.openxmlformats.org/officeDocument/2006/relationships/customXml" Target="../ink/ink92.xml"/><Relationship Id="rId45" Type="http://schemas.openxmlformats.org/officeDocument/2006/relationships/image" Target="../media/image101.png"/><Relationship Id="rId53" Type="http://schemas.openxmlformats.org/officeDocument/2006/relationships/image" Target="../media/image105.png"/><Relationship Id="rId58" Type="http://schemas.openxmlformats.org/officeDocument/2006/relationships/customXml" Target="../ink/ink101.xml"/><Relationship Id="rId66" Type="http://schemas.openxmlformats.org/officeDocument/2006/relationships/customXml" Target="../ink/ink105.xml"/><Relationship Id="rId5" Type="http://schemas.openxmlformats.org/officeDocument/2006/relationships/image" Target="../media/image81.png"/><Relationship Id="rId61" Type="http://schemas.openxmlformats.org/officeDocument/2006/relationships/image" Target="../media/image109.png"/><Relationship Id="rId19" Type="http://schemas.openxmlformats.org/officeDocument/2006/relationships/image" Target="../media/image88.png"/><Relationship Id="rId14" Type="http://schemas.openxmlformats.org/officeDocument/2006/relationships/customXml" Target="../ink/ink79.xml"/><Relationship Id="rId22" Type="http://schemas.openxmlformats.org/officeDocument/2006/relationships/customXml" Target="../ink/ink83.xml"/><Relationship Id="rId27" Type="http://schemas.openxmlformats.org/officeDocument/2006/relationships/image" Target="../media/image92.png"/><Relationship Id="rId30" Type="http://schemas.openxmlformats.org/officeDocument/2006/relationships/customXml" Target="../ink/ink87.xml"/><Relationship Id="rId35" Type="http://schemas.openxmlformats.org/officeDocument/2006/relationships/image" Target="../media/image96.png"/><Relationship Id="rId43" Type="http://schemas.openxmlformats.org/officeDocument/2006/relationships/image" Target="../media/image100.png"/><Relationship Id="rId48" Type="http://schemas.openxmlformats.org/officeDocument/2006/relationships/customXml" Target="../ink/ink96.xml"/><Relationship Id="rId56" Type="http://schemas.openxmlformats.org/officeDocument/2006/relationships/customXml" Target="../ink/ink100.xml"/><Relationship Id="rId64" Type="http://schemas.openxmlformats.org/officeDocument/2006/relationships/customXml" Target="../ink/ink104.xml"/><Relationship Id="rId69" Type="http://schemas.openxmlformats.org/officeDocument/2006/relationships/image" Target="../media/image113.png"/><Relationship Id="rId8" Type="http://schemas.openxmlformats.org/officeDocument/2006/relationships/customXml" Target="../ink/ink76.xml"/><Relationship Id="rId51" Type="http://schemas.openxmlformats.org/officeDocument/2006/relationships/image" Target="../media/image104.png"/><Relationship Id="rId3" Type="http://schemas.openxmlformats.org/officeDocument/2006/relationships/image" Target="../media/image79.png"/><Relationship Id="rId12" Type="http://schemas.openxmlformats.org/officeDocument/2006/relationships/customXml" Target="../ink/ink78.xml"/><Relationship Id="rId17" Type="http://schemas.openxmlformats.org/officeDocument/2006/relationships/image" Target="../media/image87.png"/><Relationship Id="rId25" Type="http://schemas.openxmlformats.org/officeDocument/2006/relationships/image" Target="../media/image91.png"/><Relationship Id="rId33" Type="http://schemas.openxmlformats.org/officeDocument/2006/relationships/image" Target="../media/image95.png"/><Relationship Id="rId38" Type="http://schemas.openxmlformats.org/officeDocument/2006/relationships/customXml" Target="../ink/ink91.xml"/><Relationship Id="rId46" Type="http://schemas.openxmlformats.org/officeDocument/2006/relationships/customXml" Target="../ink/ink95.xml"/><Relationship Id="rId59" Type="http://schemas.openxmlformats.org/officeDocument/2006/relationships/image" Target="../media/image108.png"/><Relationship Id="rId67" Type="http://schemas.openxmlformats.org/officeDocument/2006/relationships/image" Target="../media/image112.png"/><Relationship Id="rId20" Type="http://schemas.openxmlformats.org/officeDocument/2006/relationships/customXml" Target="../ink/ink82.xml"/><Relationship Id="rId41" Type="http://schemas.openxmlformats.org/officeDocument/2006/relationships/image" Target="../media/image99.png"/><Relationship Id="rId54" Type="http://schemas.openxmlformats.org/officeDocument/2006/relationships/customXml" Target="../ink/ink99.xml"/><Relationship Id="rId62" Type="http://schemas.openxmlformats.org/officeDocument/2006/relationships/customXml" Target="../ink/ink103.xml"/><Relationship Id="rId70" Type="http://schemas.openxmlformats.org/officeDocument/2006/relationships/customXml" Target="../ink/ink10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.xml"/><Relationship Id="rId15" Type="http://schemas.openxmlformats.org/officeDocument/2006/relationships/image" Target="../media/image86.png"/><Relationship Id="rId23" Type="http://schemas.openxmlformats.org/officeDocument/2006/relationships/image" Target="../media/image90.png"/><Relationship Id="rId28" Type="http://schemas.openxmlformats.org/officeDocument/2006/relationships/customXml" Target="../ink/ink86.xml"/><Relationship Id="rId36" Type="http://schemas.openxmlformats.org/officeDocument/2006/relationships/customXml" Target="../ink/ink90.xml"/><Relationship Id="rId49" Type="http://schemas.openxmlformats.org/officeDocument/2006/relationships/image" Target="../media/image103.png"/><Relationship Id="rId57" Type="http://schemas.openxmlformats.org/officeDocument/2006/relationships/image" Target="../media/image107.png"/><Relationship Id="rId10" Type="http://schemas.openxmlformats.org/officeDocument/2006/relationships/customXml" Target="../ink/ink77.xml"/><Relationship Id="rId31" Type="http://schemas.openxmlformats.org/officeDocument/2006/relationships/image" Target="../media/image94.png"/><Relationship Id="rId44" Type="http://schemas.openxmlformats.org/officeDocument/2006/relationships/customXml" Target="../ink/ink94.xml"/><Relationship Id="rId52" Type="http://schemas.openxmlformats.org/officeDocument/2006/relationships/customXml" Target="../ink/ink98.xml"/><Relationship Id="rId60" Type="http://schemas.openxmlformats.org/officeDocument/2006/relationships/customXml" Target="../ink/ink102.xml"/><Relationship Id="rId65" Type="http://schemas.openxmlformats.org/officeDocument/2006/relationships/image" Target="../media/image111.png"/><Relationship Id="rId4" Type="http://schemas.openxmlformats.org/officeDocument/2006/relationships/image" Target="../media/image80.png"/><Relationship Id="rId9" Type="http://schemas.openxmlformats.org/officeDocument/2006/relationships/image" Target="../media/image83.png"/><Relationship Id="rId13" Type="http://schemas.openxmlformats.org/officeDocument/2006/relationships/image" Target="../media/image85.png"/><Relationship Id="rId18" Type="http://schemas.openxmlformats.org/officeDocument/2006/relationships/customXml" Target="../ink/ink81.xml"/><Relationship Id="rId39" Type="http://schemas.openxmlformats.org/officeDocument/2006/relationships/image" Target="../media/image98.png"/><Relationship Id="rId34" Type="http://schemas.openxmlformats.org/officeDocument/2006/relationships/customXml" Target="../ink/ink89.xml"/><Relationship Id="rId50" Type="http://schemas.openxmlformats.org/officeDocument/2006/relationships/customXml" Target="../ink/ink97.xml"/><Relationship Id="rId55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9E718-6957-B8E8-1449-31C918ED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Web サイ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0C3E7D4-9E1A-F79B-FA40-88113618E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6" y="-120856"/>
            <a:ext cx="3250504" cy="3429000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B898BD4-215F-9DD3-3533-868EDE3B5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715" y="1520455"/>
            <a:ext cx="4958909" cy="5231219"/>
          </a:xfrm>
          <a:prstGeom prst="rect">
            <a:avLst/>
          </a:prstGeom>
        </p:spPr>
      </p:pic>
      <p:pic>
        <p:nvPicPr>
          <p:cNvPr id="8" name="図 7" descr="グラフィカル ユーザー インターフェイス, Web サイ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587D2FB-9E68-09FF-2CCD-0EB213136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518" y="256369"/>
            <a:ext cx="2535327" cy="2674550"/>
          </a:xfrm>
          <a:prstGeom prst="rect">
            <a:avLst/>
          </a:prstGeom>
        </p:spPr>
      </p:pic>
      <p:pic>
        <p:nvPicPr>
          <p:cNvPr id="10" name="図 9" descr="グラフィカル ユーザー インターフェイス, Web サイ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4AAEE75-A79D-48EF-026D-77BA83C85A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331" y="3289537"/>
            <a:ext cx="3281916" cy="3462137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3FE24D1-42AF-B3DE-D506-2812A2C8C875}"/>
              </a:ext>
            </a:extLst>
          </p:cNvPr>
          <p:cNvGrpSpPr/>
          <p:nvPr/>
        </p:nvGrpSpPr>
        <p:grpSpPr>
          <a:xfrm>
            <a:off x="3766495" y="105575"/>
            <a:ext cx="217440" cy="205560"/>
            <a:chOff x="3766495" y="105575"/>
            <a:chExt cx="21744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" name="インク 1">
                  <a:extLst>
                    <a:ext uri="{FF2B5EF4-FFF2-40B4-BE49-F238E27FC236}">
                      <a16:creationId xmlns:a16="http://schemas.microsoft.com/office/drawing/2014/main" id="{A0A510B8-7EF7-614D-08FC-3FBFAE134083}"/>
                    </a:ext>
                  </a:extLst>
                </p14:cNvPr>
                <p14:cNvContentPartPr/>
                <p14:nvPr/>
              </p14:nvContentPartPr>
              <p14:xfrm>
                <a:off x="3859015" y="122855"/>
                <a:ext cx="29880" cy="172440"/>
              </p14:xfrm>
            </p:contentPart>
          </mc:Choice>
          <mc:Fallback>
            <p:pic>
              <p:nvPicPr>
                <p:cNvPr id="2" name="インク 1">
                  <a:extLst>
                    <a:ext uri="{FF2B5EF4-FFF2-40B4-BE49-F238E27FC236}">
                      <a16:creationId xmlns:a16="http://schemas.microsoft.com/office/drawing/2014/main" id="{A0A510B8-7EF7-614D-08FC-3FBFAE1340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50015" y="113855"/>
                  <a:ext cx="47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5CBDD287-DA59-41DE-61AE-8F9EE0C2621B}"/>
                    </a:ext>
                  </a:extLst>
                </p14:cNvPr>
                <p14:cNvContentPartPr/>
                <p14:nvPr/>
              </p14:nvContentPartPr>
              <p14:xfrm>
                <a:off x="3766495" y="105575"/>
                <a:ext cx="217440" cy="205560"/>
              </p14:xfrm>
            </p:contentPart>
          </mc:Choice>
          <mc:Fallback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5CBDD287-DA59-41DE-61AE-8F9EE0C262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57495" y="96935"/>
                  <a:ext cx="23508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AED831BC-7FAE-898F-55AC-A6F133794BE9}"/>
              </a:ext>
            </a:extLst>
          </p:cNvPr>
          <p:cNvGrpSpPr/>
          <p:nvPr/>
        </p:nvGrpSpPr>
        <p:grpSpPr>
          <a:xfrm>
            <a:off x="4112095" y="118282"/>
            <a:ext cx="2053813" cy="311040"/>
            <a:chOff x="4112095" y="118282"/>
            <a:chExt cx="2053813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0062AE39-1B12-F36E-9F9B-5135970424F3}"/>
                    </a:ext>
                  </a:extLst>
                </p14:cNvPr>
                <p14:cNvContentPartPr/>
                <p14:nvPr/>
              </p14:nvContentPartPr>
              <p14:xfrm>
                <a:off x="4112095" y="139775"/>
                <a:ext cx="158040" cy="180000"/>
              </p14:xfrm>
            </p:contentPart>
          </mc:Choice>
          <mc:Fallback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0062AE39-1B12-F36E-9F9B-5135970424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03455" y="130775"/>
                  <a:ext cx="175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BC8778E-CE12-550D-E846-07CB2F8D59BF}"/>
                    </a:ext>
                  </a:extLst>
                </p14:cNvPr>
                <p14:cNvContentPartPr/>
                <p14:nvPr/>
              </p14:nvContentPartPr>
              <p14:xfrm>
                <a:off x="4287055" y="219335"/>
                <a:ext cx="122040" cy="18000"/>
              </p14:xfrm>
            </p:contentPart>
          </mc:Choice>
          <mc:Fallback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BC8778E-CE12-550D-E846-07CB2F8D59B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78415" y="210695"/>
                  <a:ext cx="139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C492136E-8AF2-1ABB-F46F-6C5551239916}"/>
                    </a:ext>
                  </a:extLst>
                </p14:cNvPr>
                <p14:cNvContentPartPr/>
                <p14:nvPr/>
              </p14:nvContentPartPr>
              <p14:xfrm>
                <a:off x="4321975" y="188015"/>
                <a:ext cx="5760" cy="150840"/>
              </p14:xfrm>
            </p:contentPart>
          </mc:Choice>
          <mc:Fallback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C492136E-8AF2-1ABB-F46F-6C55512399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13335" y="179015"/>
                  <a:ext cx="234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4E76724C-502F-5E53-8D1B-C65D3AE50EBE}"/>
                    </a:ext>
                  </a:extLst>
                </p14:cNvPr>
                <p14:cNvContentPartPr/>
                <p14:nvPr/>
              </p14:nvContentPartPr>
              <p14:xfrm>
                <a:off x="4371655" y="167855"/>
                <a:ext cx="11160" cy="146520"/>
              </p14:xfrm>
            </p:contentPart>
          </mc:Choice>
          <mc:Fallback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4E76724C-502F-5E53-8D1B-C65D3AE50E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3015" y="159215"/>
                  <a:ext cx="28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AC1E4BEC-2045-49A1-4F59-E0CD551D04C2}"/>
                    </a:ext>
                  </a:extLst>
                </p14:cNvPr>
                <p14:cNvContentPartPr/>
                <p14:nvPr/>
              </p14:nvContentPartPr>
              <p14:xfrm>
                <a:off x="4456975" y="233015"/>
                <a:ext cx="12600" cy="187200"/>
              </p14:xfrm>
            </p:contentPart>
          </mc:Choice>
          <mc:Fallback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AC1E4BEC-2045-49A1-4F59-E0CD551D04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48335" y="224375"/>
                  <a:ext cx="30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83EBB0AC-0C2E-9513-66D8-C5DCDD935B96}"/>
                    </a:ext>
                  </a:extLst>
                </p14:cNvPr>
                <p14:cNvContentPartPr/>
                <p14:nvPr/>
              </p14:nvContentPartPr>
              <p14:xfrm>
                <a:off x="4460935" y="234095"/>
                <a:ext cx="60840" cy="87840"/>
              </p14:xfrm>
            </p:contentPart>
          </mc:Choice>
          <mc:Fallback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83EBB0AC-0C2E-9513-66D8-C5DCDD935B9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52295" y="225095"/>
                  <a:ext cx="78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5B3507B4-F63C-1872-7867-7520D767633C}"/>
                    </a:ext>
                  </a:extLst>
                </p14:cNvPr>
                <p14:cNvContentPartPr/>
                <p14:nvPr/>
              </p14:nvContentPartPr>
              <p14:xfrm>
                <a:off x="4572188" y="220522"/>
                <a:ext cx="72000" cy="118800"/>
              </p14:xfrm>
            </p:contentPart>
          </mc:Choice>
          <mc:Fallback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5B3507B4-F63C-1872-7867-7520D76763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63548" y="211522"/>
                  <a:ext cx="89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6E4ACCA4-A8B0-5C0D-F847-3E79E2259A27}"/>
                    </a:ext>
                  </a:extLst>
                </p14:cNvPr>
                <p14:cNvContentPartPr/>
                <p14:nvPr/>
              </p14:nvContentPartPr>
              <p14:xfrm>
                <a:off x="4703948" y="231682"/>
                <a:ext cx="21960" cy="34920"/>
              </p14:xfrm>
            </p:contentPart>
          </mc:Choice>
          <mc:Fallback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6E4ACCA4-A8B0-5C0D-F847-3E79E2259A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95308" y="223042"/>
                  <a:ext cx="39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0658219C-4CAC-1190-6DE3-29A8F44BFFC7}"/>
                    </a:ext>
                  </a:extLst>
                </p14:cNvPr>
                <p14:cNvContentPartPr/>
                <p14:nvPr/>
              </p14:nvContentPartPr>
              <p14:xfrm>
                <a:off x="4707908" y="317722"/>
                <a:ext cx="25920" cy="41040"/>
              </p14:xfrm>
            </p:contentPart>
          </mc:Choice>
          <mc:Fallback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0658219C-4CAC-1190-6DE3-29A8F44BFF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99268" y="309082"/>
                  <a:ext cx="43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818CDF19-26C2-8A2A-D34F-DBE777CE1C6B}"/>
                    </a:ext>
                  </a:extLst>
                </p14:cNvPr>
                <p14:cNvContentPartPr/>
                <p14:nvPr/>
              </p14:nvContentPartPr>
              <p14:xfrm>
                <a:off x="4813028" y="211162"/>
                <a:ext cx="40320" cy="119160"/>
              </p14:xfrm>
            </p:contentPart>
          </mc:Choice>
          <mc:Fallback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818CDF19-26C2-8A2A-D34F-DBE777CE1C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04028" y="202162"/>
                  <a:ext cx="57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264FD437-3C70-E75C-4A7B-3D1D5738A0E7}"/>
                    </a:ext>
                  </a:extLst>
                </p14:cNvPr>
                <p14:cNvContentPartPr/>
                <p14:nvPr/>
              </p14:nvContentPartPr>
              <p14:xfrm>
                <a:off x="4885748" y="199642"/>
                <a:ext cx="40320" cy="108000"/>
              </p14:xfrm>
            </p:contentPart>
          </mc:Choice>
          <mc:Fallback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264FD437-3C70-E75C-4A7B-3D1D5738A0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76748" y="190642"/>
                  <a:ext cx="57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4F29383B-4F8B-F194-31EF-0B09653581F3}"/>
                    </a:ext>
                  </a:extLst>
                </p14:cNvPr>
                <p14:cNvContentPartPr/>
                <p14:nvPr/>
              </p14:nvContentPartPr>
              <p14:xfrm>
                <a:off x="4988708" y="218362"/>
                <a:ext cx="96840" cy="210960"/>
              </p14:xfrm>
            </p:contentPart>
          </mc:Choice>
          <mc:Fallback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4F29383B-4F8B-F194-31EF-0B09653581F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79708" y="209362"/>
                  <a:ext cx="114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A02DB0E2-D530-CB68-8328-442C2E14B2E9}"/>
                    </a:ext>
                  </a:extLst>
                </p14:cNvPr>
                <p14:cNvContentPartPr/>
                <p14:nvPr/>
              </p14:nvContentPartPr>
              <p14:xfrm>
                <a:off x="5124068" y="170482"/>
                <a:ext cx="20520" cy="12240"/>
              </p14:xfrm>
            </p:contentPart>
          </mc:Choice>
          <mc:Fallback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A02DB0E2-D530-CB68-8328-442C2E14B2E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15068" y="161842"/>
                  <a:ext cx="38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4296375E-AACE-792D-7D39-663E82953FD2}"/>
                    </a:ext>
                  </a:extLst>
                </p14:cNvPr>
                <p14:cNvContentPartPr/>
                <p14:nvPr/>
              </p14:nvContentPartPr>
              <p14:xfrm>
                <a:off x="5139188" y="247162"/>
                <a:ext cx="4320" cy="55800"/>
              </p14:xfrm>
            </p:contentPart>
          </mc:Choice>
          <mc:Fallback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4296375E-AACE-792D-7D39-663E82953FD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30188" y="238522"/>
                  <a:ext cx="21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8E561A85-13FA-106D-B480-1ADDFDCD2BD8}"/>
                    </a:ext>
                  </a:extLst>
                </p14:cNvPr>
                <p14:cNvContentPartPr/>
                <p14:nvPr/>
              </p14:nvContentPartPr>
              <p14:xfrm>
                <a:off x="5177348" y="225922"/>
                <a:ext cx="73800" cy="7560"/>
              </p14:xfrm>
            </p:contentPart>
          </mc:Choice>
          <mc:Fallback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8E561A85-13FA-106D-B480-1ADDFDCD2B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68348" y="217282"/>
                  <a:ext cx="91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DF25BDED-7A2C-D6A0-9349-8F0E6A6C5713}"/>
                    </a:ext>
                  </a:extLst>
                </p14:cNvPr>
                <p14:cNvContentPartPr/>
                <p14:nvPr/>
              </p14:nvContentPartPr>
              <p14:xfrm>
                <a:off x="5211908" y="196042"/>
                <a:ext cx="7560" cy="107280"/>
              </p14:xfrm>
            </p:contentPart>
          </mc:Choice>
          <mc:Fallback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DF25BDED-7A2C-D6A0-9349-8F0E6A6C571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03268" y="187402"/>
                  <a:ext cx="25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3D497E5E-795A-E6C3-02A2-B96EC76594D3}"/>
                    </a:ext>
                  </a:extLst>
                </p14:cNvPr>
                <p14:cNvContentPartPr/>
                <p14:nvPr/>
              </p14:nvContentPartPr>
              <p14:xfrm>
                <a:off x="5284628" y="128362"/>
                <a:ext cx="94680" cy="176040"/>
              </p14:xfrm>
            </p:contentPart>
          </mc:Choice>
          <mc:Fallback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3D497E5E-795A-E6C3-02A2-B96EC76594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75628" y="119722"/>
                  <a:ext cx="112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39CACC0D-F225-C979-59EC-2C857921B97C}"/>
                    </a:ext>
                  </a:extLst>
                </p14:cNvPr>
                <p14:cNvContentPartPr/>
                <p14:nvPr/>
              </p14:nvContentPartPr>
              <p14:xfrm>
                <a:off x="5410628" y="211522"/>
                <a:ext cx="88200" cy="73080"/>
              </p14:xfrm>
            </p:contentPart>
          </mc:Choice>
          <mc:Fallback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39CACC0D-F225-C979-59EC-2C857921B97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01628" y="202522"/>
                  <a:ext cx="105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60EA917B-FBAB-5B2D-A52C-588493699270}"/>
                    </a:ext>
                  </a:extLst>
                </p14:cNvPr>
                <p14:cNvContentPartPr/>
                <p14:nvPr/>
              </p14:nvContentPartPr>
              <p14:xfrm>
                <a:off x="5526548" y="118282"/>
                <a:ext cx="69840" cy="187920"/>
              </p14:xfrm>
            </p:contentPart>
          </mc:Choice>
          <mc:Fallback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60EA917B-FBAB-5B2D-A52C-58849369927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17908" y="109642"/>
                  <a:ext cx="87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21736F9B-E375-5E10-A9CB-883F2102FD63}"/>
                    </a:ext>
                  </a:extLst>
                </p14:cNvPr>
                <p14:cNvContentPartPr/>
                <p14:nvPr/>
              </p14:nvContentPartPr>
              <p14:xfrm>
                <a:off x="5670548" y="275962"/>
                <a:ext cx="22680" cy="29880"/>
              </p14:xfrm>
            </p:contentPart>
          </mc:Choice>
          <mc:Fallback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21736F9B-E375-5E10-A9CB-883F2102FD6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61548" y="267322"/>
                  <a:ext cx="40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1B042C5D-5682-83FD-AD96-CF50A0F19B92}"/>
                    </a:ext>
                  </a:extLst>
                </p14:cNvPr>
                <p14:cNvContentPartPr/>
                <p14:nvPr/>
              </p14:nvContentPartPr>
              <p14:xfrm>
                <a:off x="5770988" y="215122"/>
                <a:ext cx="63000" cy="96480"/>
              </p14:xfrm>
            </p:contentPart>
          </mc:Choice>
          <mc:Fallback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1B042C5D-5682-83FD-AD96-CF50A0F19B9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61988" y="206122"/>
                  <a:ext cx="80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5DE03F71-A23E-D71F-0D2B-C2ED55D31A2F}"/>
                    </a:ext>
                  </a:extLst>
                </p14:cNvPr>
                <p14:cNvContentPartPr/>
                <p14:nvPr/>
              </p14:nvContentPartPr>
              <p14:xfrm>
                <a:off x="5875028" y="223762"/>
                <a:ext cx="80280" cy="81720"/>
              </p14:xfrm>
            </p:contentPart>
          </mc:Choice>
          <mc:Fallback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5DE03F71-A23E-D71F-0D2B-C2ED55D31A2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66388" y="214762"/>
                  <a:ext cx="97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45E69B00-63DB-7D8C-B460-86CB5F3EF83A}"/>
                    </a:ext>
                  </a:extLst>
                </p14:cNvPr>
                <p14:cNvContentPartPr/>
                <p14:nvPr/>
              </p14:nvContentPartPr>
              <p14:xfrm>
                <a:off x="5985188" y="214402"/>
                <a:ext cx="89640" cy="83880"/>
              </p14:xfrm>
            </p:contentPart>
          </mc:Choice>
          <mc:Fallback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45E69B00-63DB-7D8C-B460-86CB5F3EF8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76188" y="205402"/>
                  <a:ext cx="107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38B2D902-CE22-2A1F-8992-4D27AEEAE732}"/>
                    </a:ext>
                  </a:extLst>
                </p14:cNvPr>
                <p14:cNvContentPartPr/>
                <p14:nvPr/>
              </p14:nvContentPartPr>
              <p14:xfrm>
                <a:off x="6102908" y="221962"/>
                <a:ext cx="63000" cy="95040"/>
              </p14:xfrm>
            </p:contentPart>
          </mc:Choice>
          <mc:Fallback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38B2D902-CE22-2A1F-8992-4D27AEEAE7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94268" y="212962"/>
                  <a:ext cx="8064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4DE3FC09-A79A-43F1-2F0B-8EC776437923}"/>
                  </a:ext>
                </a:extLst>
              </p14:cNvPr>
              <p14:cNvContentPartPr/>
              <p14:nvPr/>
            </p14:nvContentPartPr>
            <p14:xfrm>
              <a:off x="610028" y="1319242"/>
              <a:ext cx="914760" cy="437040"/>
            </p14:xfrm>
          </p:contentPart>
        </mc:Choice>
        <mc:Fallback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4DE3FC09-A79A-43F1-2F0B-8EC77643792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01028" y="1310602"/>
                <a:ext cx="9324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358A9C32-4007-BB70-A57C-245FF4DDFEF9}"/>
                  </a:ext>
                </a:extLst>
              </p14:cNvPr>
              <p14:cNvContentPartPr/>
              <p14:nvPr/>
            </p14:nvContentPartPr>
            <p14:xfrm>
              <a:off x="1994228" y="1343002"/>
              <a:ext cx="212400" cy="205200"/>
            </p14:xfrm>
          </p:contentPart>
        </mc:Choice>
        <mc:Fallback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358A9C32-4007-BB70-A57C-245FF4DDFE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985228" y="1334362"/>
                <a:ext cx="230040" cy="22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3F7C3070-E61F-1829-C618-C4CD96675427}"/>
              </a:ext>
            </a:extLst>
          </p:cNvPr>
          <p:cNvGrpSpPr/>
          <p:nvPr/>
        </p:nvGrpSpPr>
        <p:grpSpPr>
          <a:xfrm>
            <a:off x="3343513" y="2454980"/>
            <a:ext cx="486360" cy="477360"/>
            <a:chOff x="3343513" y="2454980"/>
            <a:chExt cx="48636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64BA773B-FEBF-05FC-FC18-A705020028E1}"/>
                    </a:ext>
                  </a:extLst>
                </p14:cNvPr>
                <p14:cNvContentPartPr/>
                <p14:nvPr/>
              </p14:nvContentPartPr>
              <p14:xfrm>
                <a:off x="3494713" y="2574140"/>
                <a:ext cx="221040" cy="218520"/>
              </p14:xfrm>
            </p:contentPart>
          </mc:Choice>
          <mc:Fallback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64BA773B-FEBF-05FC-FC18-A705020028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86073" y="2565140"/>
                  <a:ext cx="23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58272281-572C-CC6B-7DC3-EFE1B564DED8}"/>
                    </a:ext>
                  </a:extLst>
                </p14:cNvPr>
                <p14:cNvContentPartPr/>
                <p14:nvPr/>
              </p14:nvContentPartPr>
              <p14:xfrm>
                <a:off x="3343513" y="2454980"/>
                <a:ext cx="486360" cy="477360"/>
              </p14:xfrm>
            </p:contentPart>
          </mc:Choice>
          <mc:Fallback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58272281-572C-CC6B-7DC3-EFE1B564DED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34873" y="2446340"/>
                  <a:ext cx="504000" cy="49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A97C4CD1-5A32-6828-958C-25BBC27DCF55}"/>
              </a:ext>
            </a:extLst>
          </p:cNvPr>
          <p:cNvGrpSpPr/>
          <p:nvPr/>
        </p:nvGrpSpPr>
        <p:grpSpPr>
          <a:xfrm>
            <a:off x="9855553" y="635672"/>
            <a:ext cx="2020320" cy="376920"/>
            <a:chOff x="9855553" y="635672"/>
            <a:chExt cx="202032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4DE01148-4A08-335E-7798-4F502B836AAF}"/>
                    </a:ext>
                  </a:extLst>
                </p14:cNvPr>
                <p14:cNvContentPartPr/>
                <p14:nvPr/>
              </p14:nvContentPartPr>
              <p14:xfrm>
                <a:off x="9958513" y="698672"/>
                <a:ext cx="114840" cy="203040"/>
              </p14:xfrm>
            </p:contentPart>
          </mc:Choice>
          <mc:Fallback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4DE01148-4A08-335E-7798-4F502B836A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49873" y="689672"/>
                  <a:ext cx="132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CF0106F9-1381-5D7A-FBBA-7AED104CCE21}"/>
                    </a:ext>
                  </a:extLst>
                </p14:cNvPr>
                <p14:cNvContentPartPr/>
                <p14:nvPr/>
              </p14:nvContentPartPr>
              <p14:xfrm>
                <a:off x="9855553" y="635672"/>
                <a:ext cx="343440" cy="350280"/>
              </p14:xfrm>
            </p:contentPart>
          </mc:Choice>
          <mc:Fallback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CF0106F9-1381-5D7A-FBBA-7AED104CCE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46913" y="627032"/>
                  <a:ext cx="3610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A5ADA7C8-1DC1-F983-FEBC-4F358B344A95}"/>
                    </a:ext>
                  </a:extLst>
                </p14:cNvPr>
                <p14:cNvContentPartPr/>
                <p14:nvPr/>
              </p14:nvContentPartPr>
              <p14:xfrm>
                <a:off x="10320673" y="772832"/>
                <a:ext cx="23760" cy="131760"/>
              </p14:xfrm>
            </p:contentPart>
          </mc:Choice>
          <mc:Fallback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A5ADA7C8-1DC1-F983-FEBC-4F358B344A9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12033" y="763832"/>
                  <a:ext cx="41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1A59FA78-A175-DC5D-307E-D66F0DC3C319}"/>
                    </a:ext>
                  </a:extLst>
                </p14:cNvPr>
                <p14:cNvContentPartPr/>
                <p14:nvPr/>
              </p14:nvContentPartPr>
              <p14:xfrm>
                <a:off x="10314193" y="744752"/>
                <a:ext cx="148680" cy="148320"/>
              </p14:xfrm>
            </p:contentPart>
          </mc:Choice>
          <mc:Fallback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1A59FA78-A175-DC5D-307E-D66F0DC3C3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05553" y="736112"/>
                  <a:ext cx="166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1AC76811-A4AF-8620-7175-56E510EA99B2}"/>
                    </a:ext>
                  </a:extLst>
                </p14:cNvPr>
                <p14:cNvContentPartPr/>
                <p14:nvPr/>
              </p14:nvContentPartPr>
              <p14:xfrm>
                <a:off x="10340473" y="867512"/>
                <a:ext cx="85320" cy="29160"/>
              </p14:xfrm>
            </p:contentPart>
          </mc:Choice>
          <mc:Fallback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1AC76811-A4AF-8620-7175-56E510EA99B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31833" y="858512"/>
                  <a:ext cx="102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08AA96B2-590F-B92E-C36C-E6D145019EE9}"/>
                    </a:ext>
                  </a:extLst>
                </p14:cNvPr>
                <p14:cNvContentPartPr/>
                <p14:nvPr/>
              </p14:nvContentPartPr>
              <p14:xfrm>
                <a:off x="10520113" y="758072"/>
                <a:ext cx="110520" cy="25200"/>
              </p14:xfrm>
            </p:contentPart>
          </mc:Choice>
          <mc:Fallback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08AA96B2-590F-B92E-C36C-E6D145019EE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11113" y="749432"/>
                  <a:ext cx="12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99A6516A-CB99-171B-AAA8-AC21FA741D0C}"/>
                    </a:ext>
                  </a:extLst>
                </p14:cNvPr>
                <p14:cNvContentPartPr/>
                <p14:nvPr/>
              </p14:nvContentPartPr>
              <p14:xfrm>
                <a:off x="10583473" y="699392"/>
                <a:ext cx="23400" cy="216000"/>
              </p14:xfrm>
            </p:contentPart>
          </mc:Choice>
          <mc:Fallback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99A6516A-CB99-171B-AAA8-AC21FA741D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74473" y="690752"/>
                  <a:ext cx="41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インク 49">
                  <a:extLst>
                    <a:ext uri="{FF2B5EF4-FFF2-40B4-BE49-F238E27FC236}">
                      <a16:creationId xmlns:a16="http://schemas.microsoft.com/office/drawing/2014/main" id="{C3BD8E12-590A-AE1C-677E-BC4B04EC9686}"/>
                    </a:ext>
                  </a:extLst>
                </p14:cNvPr>
                <p14:cNvContentPartPr/>
                <p14:nvPr/>
              </p14:nvContentPartPr>
              <p14:xfrm>
                <a:off x="10525873" y="847712"/>
                <a:ext cx="18720" cy="54360"/>
              </p14:xfrm>
            </p:contentPart>
          </mc:Choice>
          <mc:Fallback>
            <p:pic>
              <p:nvPicPr>
                <p:cNvPr id="50" name="インク 49">
                  <a:extLst>
                    <a:ext uri="{FF2B5EF4-FFF2-40B4-BE49-F238E27FC236}">
                      <a16:creationId xmlns:a16="http://schemas.microsoft.com/office/drawing/2014/main" id="{C3BD8E12-590A-AE1C-677E-BC4B04EC968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16873" y="839072"/>
                  <a:ext cx="36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DFC67D4F-EFB1-0587-7DA9-7D7B9BAF97E8}"/>
                    </a:ext>
                  </a:extLst>
                </p14:cNvPr>
                <p14:cNvContentPartPr/>
                <p14:nvPr/>
              </p14:nvContentPartPr>
              <p14:xfrm>
                <a:off x="10659073" y="865712"/>
                <a:ext cx="33120" cy="30960"/>
              </p14:xfrm>
            </p:contentPart>
          </mc:Choice>
          <mc:Fallback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DFC67D4F-EFB1-0587-7DA9-7D7B9BAF97E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50073" y="856712"/>
                  <a:ext cx="50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A0140D8B-DC40-80BD-6BA5-E45B75193CBF}"/>
                    </a:ext>
                  </a:extLst>
                </p14:cNvPr>
                <p14:cNvContentPartPr/>
                <p14:nvPr/>
              </p14:nvContentPartPr>
              <p14:xfrm>
                <a:off x="10676353" y="722432"/>
                <a:ext cx="39240" cy="9720"/>
              </p14:xfrm>
            </p:contentPart>
          </mc:Choice>
          <mc:Fallback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A0140D8B-DC40-80BD-6BA5-E45B75193C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67353" y="713792"/>
                  <a:ext cx="56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86D04767-D75D-A5B7-01CB-D4D06D4E3E83}"/>
                    </a:ext>
                  </a:extLst>
                </p14:cNvPr>
                <p14:cNvContentPartPr/>
                <p14:nvPr/>
              </p14:nvContentPartPr>
              <p14:xfrm>
                <a:off x="10741873" y="828632"/>
                <a:ext cx="40680" cy="27360"/>
              </p14:xfrm>
            </p:contentPart>
          </mc:Choice>
          <mc:Fallback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86D04767-D75D-A5B7-01CB-D4D06D4E3E8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33233" y="819992"/>
                  <a:ext cx="58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1938D70B-890B-4791-4E30-79153F429171}"/>
                    </a:ext>
                  </a:extLst>
                </p14:cNvPr>
                <p14:cNvContentPartPr/>
                <p14:nvPr/>
              </p14:nvContentPartPr>
              <p14:xfrm>
                <a:off x="10808113" y="815312"/>
                <a:ext cx="41400" cy="63360"/>
              </p14:xfrm>
            </p:contentPart>
          </mc:Choice>
          <mc:Fallback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1938D70B-890B-4791-4E30-79153F4291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99473" y="806312"/>
                  <a:ext cx="59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FB9069D5-ABBA-EAFC-3340-C06B11C778F8}"/>
                    </a:ext>
                  </a:extLst>
                </p14:cNvPr>
                <p14:cNvContentPartPr/>
                <p14:nvPr/>
              </p14:nvContentPartPr>
              <p14:xfrm>
                <a:off x="10789393" y="861032"/>
                <a:ext cx="140400" cy="127440"/>
              </p14:xfrm>
            </p:contentPart>
          </mc:Choice>
          <mc:Fallback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FB9069D5-ABBA-EAFC-3340-C06B11C778F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80393" y="852032"/>
                  <a:ext cx="158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414C0D5C-84AF-CA03-8B44-7F4708FA148A}"/>
                    </a:ext>
                  </a:extLst>
                </p14:cNvPr>
                <p14:cNvContentPartPr/>
                <p14:nvPr/>
              </p14:nvContentPartPr>
              <p14:xfrm>
                <a:off x="10974433" y="666632"/>
                <a:ext cx="52560" cy="345960"/>
              </p14:xfrm>
            </p:contentPart>
          </mc:Choice>
          <mc:Fallback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414C0D5C-84AF-CA03-8B44-7F4708FA148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65793" y="657992"/>
                  <a:ext cx="702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91BF9004-54B2-DF4C-FEAE-2AF04ECA7CA9}"/>
                    </a:ext>
                  </a:extLst>
                </p14:cNvPr>
                <p14:cNvContentPartPr/>
                <p14:nvPr/>
              </p14:nvContentPartPr>
              <p14:xfrm>
                <a:off x="11001793" y="837272"/>
                <a:ext cx="112320" cy="21960"/>
              </p14:xfrm>
            </p:contentPart>
          </mc:Choice>
          <mc:Fallback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91BF9004-54B2-DF4C-FEAE-2AF04ECA7C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93153" y="828272"/>
                  <a:ext cx="129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251E7391-1BC2-99D9-A108-D9E7B05FCCC5}"/>
                    </a:ext>
                  </a:extLst>
                </p14:cNvPr>
                <p14:cNvContentPartPr/>
                <p14:nvPr/>
              </p14:nvContentPartPr>
              <p14:xfrm>
                <a:off x="11160913" y="765992"/>
                <a:ext cx="118080" cy="116640"/>
              </p14:xfrm>
            </p:contentPart>
          </mc:Choice>
          <mc:Fallback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251E7391-1BC2-99D9-A108-D9E7B05FCCC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51913" y="756992"/>
                  <a:ext cx="1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F698E111-8CD2-FDEE-9FDD-5F2D52138BBB}"/>
                    </a:ext>
                  </a:extLst>
                </p14:cNvPr>
                <p14:cNvContentPartPr/>
                <p14:nvPr/>
              </p14:nvContentPartPr>
              <p14:xfrm>
                <a:off x="11302393" y="738992"/>
                <a:ext cx="43200" cy="29880"/>
              </p14:xfrm>
            </p:contentPart>
          </mc:Choice>
          <mc:Fallback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F698E111-8CD2-FDEE-9FDD-5F2D52138B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93753" y="729992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74A55738-F5D7-A874-000E-941B3DDAF313}"/>
                    </a:ext>
                  </a:extLst>
                </p14:cNvPr>
                <p14:cNvContentPartPr/>
                <p14:nvPr/>
              </p14:nvContentPartPr>
              <p14:xfrm>
                <a:off x="11410393" y="744032"/>
                <a:ext cx="98280" cy="18720"/>
              </p14:xfrm>
            </p:contentPart>
          </mc:Choice>
          <mc:Fallback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74A55738-F5D7-A874-000E-941B3DDAF31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01393" y="735032"/>
                  <a:ext cx="115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F2CF5D68-04FD-6827-21DE-1D7728C8AD58}"/>
                    </a:ext>
                  </a:extLst>
                </p14:cNvPr>
                <p14:cNvContentPartPr/>
                <p14:nvPr/>
              </p14:nvContentPartPr>
              <p14:xfrm>
                <a:off x="11408953" y="736112"/>
                <a:ext cx="147600" cy="239400"/>
              </p14:xfrm>
            </p:contentPart>
          </mc:Choice>
          <mc:Fallback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F2CF5D68-04FD-6827-21DE-1D7728C8AD5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399953" y="727472"/>
                  <a:ext cx="165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19C60C66-B314-7B15-4036-CE200743C679}"/>
                    </a:ext>
                  </a:extLst>
                </p14:cNvPr>
                <p14:cNvContentPartPr/>
                <p14:nvPr/>
              </p14:nvContentPartPr>
              <p14:xfrm>
                <a:off x="11616673" y="799472"/>
                <a:ext cx="150480" cy="105480"/>
              </p14:xfrm>
            </p:contentPart>
          </mc:Choice>
          <mc:Fallback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19C60C66-B314-7B15-4036-CE200743C6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08033" y="790472"/>
                  <a:ext cx="168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2CE25A1D-5ABC-60ED-D6A2-BC190FDB6CB6}"/>
                    </a:ext>
                  </a:extLst>
                </p14:cNvPr>
                <p14:cNvContentPartPr/>
                <p14:nvPr/>
              </p14:nvContentPartPr>
              <p14:xfrm>
                <a:off x="11869033" y="985232"/>
                <a:ext cx="6840" cy="10800"/>
              </p14:xfrm>
            </p:contentPart>
          </mc:Choice>
          <mc:Fallback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2CE25A1D-5ABC-60ED-D6A2-BC190FDB6CB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860393" y="976232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40ED1D29-5D53-EA78-0F2F-DDB9C6D8DEAE}"/>
              </a:ext>
            </a:extLst>
          </p:cNvPr>
          <p:cNvGrpSpPr/>
          <p:nvPr/>
        </p:nvGrpSpPr>
        <p:grpSpPr>
          <a:xfrm>
            <a:off x="8074993" y="4778201"/>
            <a:ext cx="1380240" cy="1138680"/>
            <a:chOff x="8074993" y="4778201"/>
            <a:chExt cx="1380240" cy="11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29FA30FB-06C4-C7AF-4E01-B7A15773C38A}"/>
                    </a:ext>
                  </a:extLst>
                </p14:cNvPr>
                <p14:cNvContentPartPr/>
                <p14:nvPr/>
              </p14:nvContentPartPr>
              <p14:xfrm>
                <a:off x="8230873" y="4843721"/>
                <a:ext cx="163080" cy="181080"/>
              </p14:xfrm>
            </p:contentPart>
          </mc:Choice>
          <mc:Fallback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29FA30FB-06C4-C7AF-4E01-B7A15773C38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22233" y="4835081"/>
                  <a:ext cx="180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A15C639B-DEE0-73B8-E20D-3BA5A57FA1E5}"/>
                    </a:ext>
                  </a:extLst>
                </p14:cNvPr>
                <p14:cNvContentPartPr/>
                <p14:nvPr/>
              </p14:nvContentPartPr>
              <p14:xfrm>
                <a:off x="8303593" y="4902041"/>
                <a:ext cx="36360" cy="198720"/>
              </p14:xfrm>
            </p:contentPart>
          </mc:Choice>
          <mc:Fallback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A15C639B-DEE0-73B8-E20D-3BA5A57FA1E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294593" y="4893041"/>
                  <a:ext cx="54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EF19ED3E-C53D-5DA3-4AA1-B74E9DD80293}"/>
                    </a:ext>
                  </a:extLst>
                </p14:cNvPr>
                <p14:cNvContentPartPr/>
                <p14:nvPr/>
              </p14:nvContentPartPr>
              <p14:xfrm>
                <a:off x="8122513" y="4778201"/>
                <a:ext cx="407520" cy="393840"/>
              </p14:xfrm>
            </p:contentPart>
          </mc:Choice>
          <mc:Fallback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EF19ED3E-C53D-5DA3-4AA1-B74E9DD802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113513" y="4769201"/>
                  <a:ext cx="4251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C491E384-E050-FB4B-F089-1F12CCAB715A}"/>
                    </a:ext>
                  </a:extLst>
                </p14:cNvPr>
                <p14:cNvContentPartPr/>
                <p14:nvPr/>
              </p14:nvContentPartPr>
              <p14:xfrm>
                <a:off x="8628313" y="5237201"/>
                <a:ext cx="533160" cy="57960"/>
              </p14:xfrm>
            </p:contentPart>
          </mc:Choice>
          <mc:Fallback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C491E384-E050-FB4B-F089-1F12CCAB71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19313" y="5228561"/>
                  <a:ext cx="550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5EB37EDC-69CD-2959-27B6-770C920F3083}"/>
                    </a:ext>
                  </a:extLst>
                </p14:cNvPr>
                <p14:cNvContentPartPr/>
                <p14:nvPr/>
              </p14:nvContentPartPr>
              <p14:xfrm>
                <a:off x="9059233" y="5136401"/>
                <a:ext cx="128160" cy="210960"/>
              </p14:xfrm>
            </p:contentPart>
          </mc:Choice>
          <mc:Fallback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5EB37EDC-69CD-2959-27B6-770C920F308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050233" y="5127761"/>
                  <a:ext cx="145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E7F8A8D3-4C5A-2A4F-B85F-4BE94E308968}"/>
                    </a:ext>
                  </a:extLst>
                </p14:cNvPr>
                <p14:cNvContentPartPr/>
                <p14:nvPr/>
              </p14:nvContentPartPr>
              <p14:xfrm>
                <a:off x="8074993" y="5432681"/>
                <a:ext cx="169560" cy="129960"/>
              </p14:xfrm>
            </p:contentPart>
          </mc:Choice>
          <mc:Fallback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E7F8A8D3-4C5A-2A4F-B85F-4BE94E30896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65993" y="5423681"/>
                  <a:ext cx="187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9920ACBB-B87F-7107-0547-6AB8D96F995F}"/>
                    </a:ext>
                  </a:extLst>
                </p14:cNvPr>
                <p14:cNvContentPartPr/>
                <p14:nvPr/>
              </p14:nvContentPartPr>
              <p14:xfrm>
                <a:off x="8317993" y="5278961"/>
                <a:ext cx="416160" cy="267480"/>
              </p14:xfrm>
            </p:contentPart>
          </mc:Choice>
          <mc:Fallback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9920ACBB-B87F-7107-0547-6AB8D96F995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308993" y="5270321"/>
                  <a:ext cx="433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F9FC321-E979-5FB4-A4C4-214AAC15DCD2}"/>
                    </a:ext>
                  </a:extLst>
                </p14:cNvPr>
                <p14:cNvContentPartPr/>
                <p14:nvPr/>
              </p14:nvContentPartPr>
              <p14:xfrm>
                <a:off x="8501593" y="5349161"/>
                <a:ext cx="57960" cy="33840"/>
              </p14:xfrm>
            </p:contentPart>
          </mc:Choice>
          <mc:Fallback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F9FC321-E979-5FB4-A4C4-214AAC15DCD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92593" y="5340521"/>
                  <a:ext cx="75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D4339A8B-9D54-62D2-58BA-C9C752D939A7}"/>
                    </a:ext>
                  </a:extLst>
                </p14:cNvPr>
                <p14:cNvContentPartPr/>
                <p14:nvPr/>
              </p14:nvContentPartPr>
              <p14:xfrm>
                <a:off x="8126833" y="5743721"/>
                <a:ext cx="9720" cy="98280"/>
              </p14:xfrm>
            </p:contentPart>
          </mc:Choice>
          <mc:Fallback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D4339A8B-9D54-62D2-58BA-C9C752D939A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17833" y="5734721"/>
                  <a:ext cx="27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69719C3F-CB16-A381-3402-E325923960ED}"/>
                    </a:ext>
                  </a:extLst>
                </p14:cNvPr>
                <p14:cNvContentPartPr/>
                <p14:nvPr/>
              </p14:nvContentPartPr>
              <p14:xfrm>
                <a:off x="8175433" y="5724281"/>
                <a:ext cx="97920" cy="20520"/>
              </p14:xfrm>
            </p:contentPart>
          </mc:Choice>
          <mc:Fallback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69719C3F-CB16-A381-3402-E325923960E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66793" y="5715641"/>
                  <a:ext cx="11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B273CA39-3B0A-C3C8-DB41-17EFC9AF1B9B}"/>
                    </a:ext>
                  </a:extLst>
                </p14:cNvPr>
                <p14:cNvContentPartPr/>
                <p14:nvPr/>
              </p14:nvContentPartPr>
              <p14:xfrm>
                <a:off x="8239153" y="5811761"/>
                <a:ext cx="79200" cy="19440"/>
              </p14:xfrm>
            </p:contentPart>
          </mc:Choice>
          <mc:Fallback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B273CA39-3B0A-C3C8-DB41-17EFC9AF1B9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30513" y="5802761"/>
                  <a:ext cx="96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D5AE6BE5-374F-FD49-9CDA-77C690AA0B33}"/>
                    </a:ext>
                  </a:extLst>
                </p14:cNvPr>
                <p14:cNvContentPartPr/>
                <p14:nvPr/>
              </p14:nvContentPartPr>
              <p14:xfrm>
                <a:off x="8482513" y="5641121"/>
                <a:ext cx="24840" cy="23040"/>
              </p14:xfrm>
            </p:contentPart>
          </mc:Choice>
          <mc:Fallback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D5AE6BE5-374F-FD49-9CDA-77C690AA0B3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73873" y="5632121"/>
                  <a:ext cx="42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655A646D-D218-FB64-6165-C9A9884C9184}"/>
                    </a:ext>
                  </a:extLst>
                </p14:cNvPr>
                <p14:cNvContentPartPr/>
                <p14:nvPr/>
              </p14:nvContentPartPr>
              <p14:xfrm>
                <a:off x="8547313" y="5608001"/>
                <a:ext cx="51840" cy="51480"/>
              </p14:xfrm>
            </p:contentPart>
          </mc:Choice>
          <mc:Fallback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655A646D-D218-FB64-6165-C9A9884C918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538673" y="5599001"/>
                  <a:ext cx="69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B8711F5A-5C3F-90AF-A22B-7D25ADE5A37E}"/>
                    </a:ext>
                  </a:extLst>
                </p14:cNvPr>
                <p14:cNvContentPartPr/>
                <p14:nvPr/>
              </p14:nvContentPartPr>
              <p14:xfrm>
                <a:off x="8485393" y="5691161"/>
                <a:ext cx="99000" cy="24840"/>
              </p14:xfrm>
            </p:contentPart>
          </mc:Choice>
          <mc:Fallback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B8711F5A-5C3F-90AF-A22B-7D25ADE5A37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76393" y="5682161"/>
                  <a:ext cx="116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25BC0E91-F95D-A419-2FFF-46B3811E61FF}"/>
                    </a:ext>
                  </a:extLst>
                </p14:cNvPr>
                <p14:cNvContentPartPr/>
                <p14:nvPr/>
              </p14:nvContentPartPr>
              <p14:xfrm>
                <a:off x="8486113" y="5745881"/>
                <a:ext cx="97200" cy="28800"/>
              </p14:xfrm>
            </p:contentPart>
          </mc:Choice>
          <mc:Fallback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25BC0E91-F95D-A419-2FFF-46B3811E61F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77113" y="5737241"/>
                  <a:ext cx="114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B29EE9B5-42B1-6C78-B287-BDD61F659A8A}"/>
                    </a:ext>
                  </a:extLst>
                </p14:cNvPr>
                <p14:cNvContentPartPr/>
                <p14:nvPr/>
              </p14:nvContentPartPr>
              <p14:xfrm>
                <a:off x="8508073" y="5736161"/>
                <a:ext cx="46080" cy="105840"/>
              </p14:xfrm>
            </p:contentPart>
          </mc:Choice>
          <mc:Fallback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B29EE9B5-42B1-6C78-B287-BDD61F659A8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99073" y="5727521"/>
                  <a:ext cx="63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4872A6C0-2A2C-1F9D-1378-4D971D1481D1}"/>
                    </a:ext>
                  </a:extLst>
                </p14:cNvPr>
                <p14:cNvContentPartPr/>
                <p14:nvPr/>
              </p14:nvContentPartPr>
              <p14:xfrm>
                <a:off x="8557753" y="5812121"/>
                <a:ext cx="61920" cy="23760"/>
              </p14:xfrm>
            </p:contentPart>
          </mc:Choice>
          <mc:Fallback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4872A6C0-2A2C-1F9D-1378-4D971D1481D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48753" y="5803481"/>
                  <a:ext cx="79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2" name="インク 81">
                  <a:extLst>
                    <a:ext uri="{FF2B5EF4-FFF2-40B4-BE49-F238E27FC236}">
                      <a16:creationId xmlns:a16="http://schemas.microsoft.com/office/drawing/2014/main" id="{C34C36B0-916A-C9BB-4C02-EB287C4CD265}"/>
                    </a:ext>
                  </a:extLst>
                </p14:cNvPr>
                <p14:cNvContentPartPr/>
                <p14:nvPr/>
              </p14:nvContentPartPr>
              <p14:xfrm>
                <a:off x="8399353" y="5788721"/>
                <a:ext cx="279360" cy="120960"/>
              </p14:xfrm>
            </p:contentPart>
          </mc:Choice>
          <mc:Fallback>
            <p:pic>
              <p:nvPicPr>
                <p:cNvPr id="82" name="インク 81">
                  <a:extLst>
                    <a:ext uri="{FF2B5EF4-FFF2-40B4-BE49-F238E27FC236}">
                      <a16:creationId xmlns:a16="http://schemas.microsoft.com/office/drawing/2014/main" id="{C34C36B0-916A-C9BB-4C02-EB287C4CD2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90353" y="5780081"/>
                  <a:ext cx="297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21F77F35-EBF5-1D72-1410-C6A72F56517E}"/>
                    </a:ext>
                  </a:extLst>
                </p14:cNvPr>
                <p14:cNvContentPartPr/>
                <p14:nvPr/>
              </p14:nvContentPartPr>
              <p14:xfrm>
                <a:off x="8976073" y="5660201"/>
                <a:ext cx="45000" cy="27360"/>
              </p14:xfrm>
            </p:contentPart>
          </mc:Choice>
          <mc:Fallback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21F77F35-EBF5-1D72-1410-C6A72F56517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67073" y="5651561"/>
                  <a:ext cx="62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71A1D38E-F96A-3BB9-7670-3D1127BFCFBA}"/>
                    </a:ext>
                  </a:extLst>
                </p14:cNvPr>
                <p14:cNvContentPartPr/>
                <p14:nvPr/>
              </p14:nvContentPartPr>
              <p14:xfrm>
                <a:off x="8955553" y="5762801"/>
                <a:ext cx="108000" cy="100440"/>
              </p14:xfrm>
            </p:contentPart>
          </mc:Choice>
          <mc:Fallback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71A1D38E-F96A-3BB9-7670-3D1127BFCFB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946553" y="5754161"/>
                  <a:ext cx="125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9AD682A1-C624-7EFA-4405-76306B8494A4}"/>
                    </a:ext>
                  </a:extLst>
                </p14:cNvPr>
                <p14:cNvContentPartPr/>
                <p14:nvPr/>
              </p14:nvContentPartPr>
              <p14:xfrm>
                <a:off x="9200713" y="5615201"/>
                <a:ext cx="19800" cy="258120"/>
              </p14:xfrm>
            </p:contentPart>
          </mc:Choice>
          <mc:Fallback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9AD682A1-C624-7EFA-4405-76306B8494A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92073" y="5606201"/>
                  <a:ext cx="37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0218C694-EE08-E6DE-5F65-17FE306BA572}"/>
                    </a:ext>
                  </a:extLst>
                </p14:cNvPr>
                <p14:cNvContentPartPr/>
                <p14:nvPr/>
              </p14:nvContentPartPr>
              <p14:xfrm>
                <a:off x="9157513" y="5716361"/>
                <a:ext cx="154080" cy="121320"/>
              </p14:xfrm>
            </p:contentPart>
          </mc:Choice>
          <mc:Fallback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0218C694-EE08-E6DE-5F65-17FE306BA57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148873" y="5707721"/>
                  <a:ext cx="171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23415ED1-5E6F-2C31-BF01-F7050ED59BB9}"/>
                    </a:ext>
                  </a:extLst>
                </p14:cNvPr>
                <p14:cNvContentPartPr/>
                <p14:nvPr/>
              </p14:nvContentPartPr>
              <p14:xfrm>
                <a:off x="9338233" y="5666321"/>
                <a:ext cx="117000" cy="250560"/>
              </p14:xfrm>
            </p:contentPart>
          </mc:Choice>
          <mc:Fallback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23415ED1-5E6F-2C31-BF01-F7050ED59BB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329233" y="5657681"/>
                  <a:ext cx="134640" cy="26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78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E79669E-8C5E-390E-C134-683433E99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3014"/>
            <a:ext cx="3497442" cy="3689498"/>
          </a:xfrm>
          <a:prstGeom prst="rect">
            <a:avLst/>
          </a:prstGeom>
        </p:spPr>
      </p:pic>
      <p:pic>
        <p:nvPicPr>
          <p:cNvPr id="5" name="図 4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391D80-9EA2-E21B-45A0-77C2B6D9F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442" y="0"/>
            <a:ext cx="6501008" cy="6858000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DBAF761-E704-8025-D2DD-E949E6A80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156" y="2567763"/>
            <a:ext cx="3935844" cy="41519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57D9B73D-B1FB-2B05-44C6-308B16B4F99D}"/>
                  </a:ext>
                </a:extLst>
              </p14:cNvPr>
              <p14:cNvContentPartPr/>
              <p14:nvPr/>
            </p14:nvContentPartPr>
            <p14:xfrm>
              <a:off x="2838214" y="840249"/>
              <a:ext cx="331200" cy="326160"/>
            </p14:xfrm>
          </p:contentPart>
        </mc:Choice>
        <mc:Fallback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57D9B73D-B1FB-2B05-44C6-308B16B4F9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9574" y="831609"/>
                <a:ext cx="34884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FDE8904-6765-795E-4051-0C9183CC03A5}"/>
              </a:ext>
            </a:extLst>
          </p:cNvPr>
          <p:cNvGrpSpPr/>
          <p:nvPr/>
        </p:nvGrpSpPr>
        <p:grpSpPr>
          <a:xfrm>
            <a:off x="1920574" y="2959569"/>
            <a:ext cx="307440" cy="187920"/>
            <a:chOff x="1920574" y="2959569"/>
            <a:chExt cx="30744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97DD8656-40EF-A576-F848-2C69FB1C646C}"/>
                    </a:ext>
                  </a:extLst>
                </p14:cNvPr>
                <p14:cNvContentPartPr/>
                <p14:nvPr/>
              </p14:nvContentPartPr>
              <p14:xfrm>
                <a:off x="1920574" y="3040209"/>
                <a:ext cx="292680" cy="35640"/>
              </p14:xfrm>
            </p:contentPart>
          </mc:Choice>
          <mc:Fallback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97DD8656-40EF-A576-F848-2C69FB1C646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1934" y="3031209"/>
                  <a:ext cx="310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340FAF66-5957-D3F6-5142-36D05E7CAA9A}"/>
                    </a:ext>
                  </a:extLst>
                </p14:cNvPr>
                <p14:cNvContentPartPr/>
                <p14:nvPr/>
              </p14:nvContentPartPr>
              <p14:xfrm>
                <a:off x="2080414" y="2959569"/>
                <a:ext cx="147600" cy="187920"/>
              </p14:xfrm>
            </p:contentPart>
          </mc:Choice>
          <mc:Fallback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340FAF66-5957-D3F6-5142-36D05E7CAA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1774" y="2950569"/>
                  <a:ext cx="16524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75C7A9B7-1F32-9822-50A2-17018DDF3455}"/>
                  </a:ext>
                </a:extLst>
              </p14:cNvPr>
              <p14:cNvContentPartPr/>
              <p14:nvPr/>
            </p14:nvContentPartPr>
            <p14:xfrm>
              <a:off x="3760174" y="4071249"/>
              <a:ext cx="1295640" cy="660240"/>
            </p14:xfrm>
          </p:contentPart>
        </mc:Choice>
        <mc:Fallback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75C7A9B7-1F32-9822-50A2-17018DDF34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51174" y="4062249"/>
                <a:ext cx="1313280" cy="67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E9837F7-6513-E822-496A-AD759A57A4A0}"/>
              </a:ext>
            </a:extLst>
          </p:cNvPr>
          <p:cNvGrpSpPr/>
          <p:nvPr/>
        </p:nvGrpSpPr>
        <p:grpSpPr>
          <a:xfrm>
            <a:off x="1640134" y="724329"/>
            <a:ext cx="435600" cy="406440"/>
            <a:chOff x="1640134" y="724329"/>
            <a:chExt cx="43560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DAFAF0FF-5FAA-11C2-56A7-0AAE18CF6A86}"/>
                    </a:ext>
                  </a:extLst>
                </p14:cNvPr>
                <p14:cNvContentPartPr/>
                <p14:nvPr/>
              </p14:nvContentPartPr>
              <p14:xfrm>
                <a:off x="1889254" y="822609"/>
                <a:ext cx="29520" cy="235440"/>
              </p14:xfrm>
            </p:contentPart>
          </mc:Choice>
          <mc:Fallback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DAFAF0FF-5FAA-11C2-56A7-0AAE18CF6A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0254" y="813969"/>
                  <a:ext cx="47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A04020A3-A4A9-3A1D-36F4-F6544D694F4F}"/>
                    </a:ext>
                  </a:extLst>
                </p14:cNvPr>
                <p14:cNvContentPartPr/>
                <p14:nvPr/>
              </p14:nvContentPartPr>
              <p14:xfrm>
                <a:off x="1640134" y="724329"/>
                <a:ext cx="435600" cy="406440"/>
              </p14:xfrm>
            </p:contentPart>
          </mc:Choice>
          <mc:Fallback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A04020A3-A4A9-3A1D-36F4-F6544D694F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31134" y="715329"/>
                  <a:ext cx="453240" cy="42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4771C16-D2E1-215E-2BAD-5854143D4831}"/>
              </a:ext>
            </a:extLst>
          </p:cNvPr>
          <p:cNvGrpSpPr/>
          <p:nvPr/>
        </p:nvGrpSpPr>
        <p:grpSpPr>
          <a:xfrm>
            <a:off x="3471454" y="3371409"/>
            <a:ext cx="436680" cy="389520"/>
            <a:chOff x="3471454" y="3371409"/>
            <a:chExt cx="43668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54855B2-BB6F-9A02-18EE-D3E0FFEF91FD}"/>
                    </a:ext>
                  </a:extLst>
                </p14:cNvPr>
                <p14:cNvContentPartPr/>
                <p14:nvPr/>
              </p14:nvContentPartPr>
              <p14:xfrm>
                <a:off x="3596374" y="3478689"/>
                <a:ext cx="196200" cy="174960"/>
              </p14:xfrm>
            </p:contentPart>
          </mc:Choice>
          <mc:Fallback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54855B2-BB6F-9A02-18EE-D3E0FFEF91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87734" y="3469689"/>
                  <a:ext cx="213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5FE9D87E-E957-2963-D5E0-E469CB5C1E6E}"/>
                    </a:ext>
                  </a:extLst>
                </p14:cNvPr>
                <p14:cNvContentPartPr/>
                <p14:nvPr/>
              </p14:nvContentPartPr>
              <p14:xfrm>
                <a:off x="3471454" y="3371409"/>
                <a:ext cx="436680" cy="389520"/>
              </p14:xfrm>
            </p:contentPart>
          </mc:Choice>
          <mc:Fallback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5FE9D87E-E957-2963-D5E0-E469CB5C1E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2454" y="3362409"/>
                  <a:ext cx="454320" cy="40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D636E86-876E-81D4-C845-FD13CAFBAC2D}"/>
              </a:ext>
            </a:extLst>
          </p:cNvPr>
          <p:cNvGrpSpPr/>
          <p:nvPr/>
        </p:nvGrpSpPr>
        <p:grpSpPr>
          <a:xfrm>
            <a:off x="7941934" y="1711809"/>
            <a:ext cx="744120" cy="441000"/>
            <a:chOff x="7941934" y="1711809"/>
            <a:chExt cx="74412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54F10161-85DA-BCC2-D5B9-CF4E3D9FE19F}"/>
                    </a:ext>
                  </a:extLst>
                </p14:cNvPr>
                <p14:cNvContentPartPr/>
                <p14:nvPr/>
              </p14:nvContentPartPr>
              <p14:xfrm>
                <a:off x="8450974" y="1932849"/>
                <a:ext cx="208080" cy="74880"/>
              </p14:xfrm>
            </p:contentPart>
          </mc:Choice>
          <mc:Fallback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54F10161-85DA-BCC2-D5B9-CF4E3D9FE1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41974" y="1923849"/>
                  <a:ext cx="22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C3643B40-B38A-E0AB-A498-5E76B2C16EBD}"/>
                    </a:ext>
                  </a:extLst>
                </p14:cNvPr>
                <p14:cNvContentPartPr/>
                <p14:nvPr/>
              </p14:nvContentPartPr>
              <p14:xfrm>
                <a:off x="8539174" y="1832049"/>
                <a:ext cx="146880" cy="186120"/>
              </p14:xfrm>
            </p:contentPart>
          </mc:Choice>
          <mc:Fallback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C3643B40-B38A-E0AB-A498-5E76B2C16E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30174" y="1823049"/>
                  <a:ext cx="164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F46F58C8-C98F-F2FD-53BE-820E9BB4E781}"/>
                    </a:ext>
                  </a:extLst>
                </p14:cNvPr>
                <p14:cNvContentPartPr/>
                <p14:nvPr/>
              </p14:nvContentPartPr>
              <p14:xfrm>
                <a:off x="8125174" y="1824129"/>
                <a:ext cx="114480" cy="209520"/>
              </p14:xfrm>
            </p:contentPart>
          </mc:Choice>
          <mc:Fallback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F46F58C8-C98F-F2FD-53BE-820E9BB4E7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16174" y="1815129"/>
                  <a:ext cx="132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98E50B57-B61B-6DEE-8528-36AF7B89F2DF}"/>
                    </a:ext>
                  </a:extLst>
                </p14:cNvPr>
                <p14:cNvContentPartPr/>
                <p14:nvPr/>
              </p14:nvContentPartPr>
              <p14:xfrm>
                <a:off x="7941934" y="1711809"/>
                <a:ext cx="405360" cy="441000"/>
              </p14:xfrm>
            </p:contentPart>
          </mc:Choice>
          <mc:Fallback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98E50B57-B61B-6DEE-8528-36AF7B89F2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32934" y="1703169"/>
                  <a:ext cx="42300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4AA3866-4027-FE77-F212-2C09F5F4F338}"/>
              </a:ext>
            </a:extLst>
          </p:cNvPr>
          <p:cNvGrpSpPr/>
          <p:nvPr/>
        </p:nvGrpSpPr>
        <p:grpSpPr>
          <a:xfrm>
            <a:off x="9189193" y="3777015"/>
            <a:ext cx="472320" cy="609120"/>
            <a:chOff x="9189193" y="3777015"/>
            <a:chExt cx="47232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DAE3CF14-B29B-CACB-4E96-FE760A1CC2E7}"/>
                    </a:ext>
                  </a:extLst>
                </p14:cNvPr>
                <p14:cNvContentPartPr/>
                <p14:nvPr/>
              </p14:nvContentPartPr>
              <p14:xfrm>
                <a:off x="9386113" y="3905175"/>
                <a:ext cx="163080" cy="162720"/>
              </p14:xfrm>
            </p:contentPart>
          </mc:Choice>
          <mc:Fallback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DAE3CF14-B29B-CACB-4E96-FE760A1CC2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77113" y="3896535"/>
                  <a:ext cx="180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78345D75-D2D4-9512-BA68-575050F9577A}"/>
                    </a:ext>
                  </a:extLst>
                </p14:cNvPr>
                <p14:cNvContentPartPr/>
                <p14:nvPr/>
              </p14:nvContentPartPr>
              <p14:xfrm>
                <a:off x="9434713" y="3913815"/>
                <a:ext cx="66960" cy="230760"/>
              </p14:xfrm>
            </p:contentPart>
          </mc:Choice>
          <mc:Fallback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78345D75-D2D4-9512-BA68-575050F957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6073" y="3904815"/>
                  <a:ext cx="84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79343C35-394A-9168-BE16-0158489D5C8E}"/>
                    </a:ext>
                  </a:extLst>
                </p14:cNvPr>
                <p14:cNvContentPartPr/>
                <p14:nvPr/>
              </p14:nvContentPartPr>
              <p14:xfrm>
                <a:off x="9189193" y="3777015"/>
                <a:ext cx="423720" cy="457920"/>
              </p14:xfrm>
            </p:contentPart>
          </mc:Choice>
          <mc:Fallback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79343C35-394A-9168-BE16-0158489D5C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80553" y="3768015"/>
                  <a:ext cx="4413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E447C71C-83B2-D42C-F718-F1144070BBEA}"/>
                    </a:ext>
                  </a:extLst>
                </p14:cNvPr>
                <p14:cNvContentPartPr/>
                <p14:nvPr/>
              </p14:nvContentPartPr>
              <p14:xfrm>
                <a:off x="9429673" y="4246455"/>
                <a:ext cx="205560" cy="139680"/>
              </p14:xfrm>
            </p:contentPart>
          </mc:Choice>
          <mc:Fallback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E447C71C-83B2-D42C-F718-F1144070BB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20673" y="4237455"/>
                  <a:ext cx="223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760F5861-61E0-50F0-B4F6-33D84DA8604F}"/>
                    </a:ext>
                  </a:extLst>
                </p14:cNvPr>
                <p14:cNvContentPartPr/>
                <p14:nvPr/>
              </p14:nvContentPartPr>
              <p14:xfrm>
                <a:off x="9557113" y="4198575"/>
                <a:ext cx="104400" cy="146520"/>
              </p14:xfrm>
            </p:contentPart>
          </mc:Choice>
          <mc:Fallback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760F5861-61E0-50F0-B4F6-33D84DA860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48473" y="4189935"/>
                  <a:ext cx="1220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5681AC0-EAEE-D495-B486-A84195B25E63}"/>
              </a:ext>
            </a:extLst>
          </p:cNvPr>
          <p:cNvGrpSpPr/>
          <p:nvPr/>
        </p:nvGrpSpPr>
        <p:grpSpPr>
          <a:xfrm>
            <a:off x="9463513" y="5074815"/>
            <a:ext cx="204120" cy="213480"/>
            <a:chOff x="9463513" y="5074815"/>
            <a:chExt cx="2041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1E3604C8-6375-B7F5-1AD4-47E73CDD29AA}"/>
                    </a:ext>
                  </a:extLst>
                </p14:cNvPr>
                <p14:cNvContentPartPr/>
                <p14:nvPr/>
              </p14:nvContentPartPr>
              <p14:xfrm>
                <a:off x="9463513" y="5145735"/>
                <a:ext cx="181080" cy="101520"/>
              </p14:xfrm>
            </p:contentPart>
          </mc:Choice>
          <mc:Fallback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1E3604C8-6375-B7F5-1AD4-47E73CDD29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54873" y="5137095"/>
                  <a:ext cx="198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4FA85689-1F43-B552-4043-DE49E7726F5E}"/>
                    </a:ext>
                  </a:extLst>
                </p14:cNvPr>
                <p14:cNvContentPartPr/>
                <p14:nvPr/>
              </p14:nvContentPartPr>
              <p14:xfrm>
                <a:off x="9554953" y="5074815"/>
                <a:ext cx="112680" cy="213480"/>
              </p14:xfrm>
            </p:contentPart>
          </mc:Choice>
          <mc:Fallback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4FA85689-1F43-B552-4043-DE49E7726F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45953" y="5065815"/>
                  <a:ext cx="13032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5695064-720D-57A0-303F-2549E864BB34}"/>
              </a:ext>
            </a:extLst>
          </p:cNvPr>
          <p:cNvGrpSpPr/>
          <p:nvPr/>
        </p:nvGrpSpPr>
        <p:grpSpPr>
          <a:xfrm>
            <a:off x="9410233" y="5750895"/>
            <a:ext cx="236880" cy="155880"/>
            <a:chOff x="9410233" y="5750895"/>
            <a:chExt cx="23688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BA0749DE-129F-5BB9-5B7D-2D90C4739580}"/>
                    </a:ext>
                  </a:extLst>
                </p14:cNvPr>
                <p14:cNvContentPartPr/>
                <p14:nvPr/>
              </p14:nvContentPartPr>
              <p14:xfrm>
                <a:off x="9410233" y="5795895"/>
                <a:ext cx="223560" cy="84240"/>
              </p14:xfrm>
            </p:contentPart>
          </mc:Choice>
          <mc:Fallback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BA0749DE-129F-5BB9-5B7D-2D90C47395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01233" y="5786895"/>
                  <a:ext cx="241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3B6FC7BF-6EFE-25BB-629A-C3A876D54297}"/>
                    </a:ext>
                  </a:extLst>
                </p14:cNvPr>
                <p14:cNvContentPartPr/>
                <p14:nvPr/>
              </p14:nvContentPartPr>
              <p14:xfrm>
                <a:off x="9535153" y="5750895"/>
                <a:ext cx="111960" cy="155880"/>
              </p14:xfrm>
            </p:contentPart>
          </mc:Choice>
          <mc:Fallback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3B6FC7BF-6EFE-25BB-629A-C3A876D542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26153" y="5742255"/>
                  <a:ext cx="12960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7881DABB-F260-05F1-C1F5-1686000E86AA}"/>
              </a:ext>
            </a:extLst>
          </p:cNvPr>
          <p:cNvGrpSpPr/>
          <p:nvPr/>
        </p:nvGrpSpPr>
        <p:grpSpPr>
          <a:xfrm>
            <a:off x="9202153" y="4286055"/>
            <a:ext cx="55440" cy="205200"/>
            <a:chOff x="9202153" y="4286055"/>
            <a:chExt cx="5544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BED3C451-2E42-75C6-05F1-9694CC4AF4CA}"/>
                    </a:ext>
                  </a:extLst>
                </p14:cNvPr>
                <p14:cNvContentPartPr/>
                <p14:nvPr/>
              </p14:nvContentPartPr>
              <p14:xfrm>
                <a:off x="9202153" y="4286055"/>
                <a:ext cx="37080" cy="40680"/>
              </p14:xfrm>
            </p:contentPart>
          </mc:Choice>
          <mc:Fallback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BED3C451-2E42-75C6-05F1-9694CC4AF4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93153" y="4277415"/>
                  <a:ext cx="54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C0046E37-F88B-E81A-ED3C-FAF36CD9F643}"/>
                    </a:ext>
                  </a:extLst>
                </p14:cNvPr>
                <p14:cNvContentPartPr/>
                <p14:nvPr/>
              </p14:nvContentPartPr>
              <p14:xfrm>
                <a:off x="9227353" y="4397295"/>
                <a:ext cx="30240" cy="93960"/>
              </p14:xfrm>
            </p:contentPart>
          </mc:Choice>
          <mc:Fallback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C0046E37-F88B-E81A-ED3C-FAF36CD9F6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18713" y="4388655"/>
                  <a:ext cx="478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B9E3EA6-D7F0-8B47-6A11-E8E2E8DDC0BF}"/>
              </a:ext>
            </a:extLst>
          </p:cNvPr>
          <p:cNvGrpSpPr/>
          <p:nvPr/>
        </p:nvGrpSpPr>
        <p:grpSpPr>
          <a:xfrm>
            <a:off x="9210793" y="5101455"/>
            <a:ext cx="105480" cy="190800"/>
            <a:chOff x="9210793" y="5101455"/>
            <a:chExt cx="10548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インク 35">
                  <a:extLst>
                    <a:ext uri="{FF2B5EF4-FFF2-40B4-BE49-F238E27FC236}">
                      <a16:creationId xmlns:a16="http://schemas.microsoft.com/office/drawing/2014/main" id="{54145474-A97E-41B4-6F16-FC12FE4ECFFF}"/>
                    </a:ext>
                  </a:extLst>
                </p14:cNvPr>
                <p14:cNvContentPartPr/>
                <p14:nvPr/>
              </p14:nvContentPartPr>
              <p14:xfrm>
                <a:off x="9210793" y="5101455"/>
                <a:ext cx="27720" cy="23760"/>
              </p14:xfrm>
            </p:contentPart>
          </mc:Choice>
          <mc:Fallback>
            <p:pic>
              <p:nvPicPr>
                <p:cNvPr id="36" name="インク 35">
                  <a:extLst>
                    <a:ext uri="{FF2B5EF4-FFF2-40B4-BE49-F238E27FC236}">
                      <a16:creationId xmlns:a16="http://schemas.microsoft.com/office/drawing/2014/main" id="{54145474-A97E-41B4-6F16-FC12FE4ECF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01793" y="5092815"/>
                  <a:ext cx="4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9F3A4D32-CEA1-12C3-7311-8EC522A6B3C8}"/>
                    </a:ext>
                  </a:extLst>
                </p14:cNvPr>
                <p14:cNvContentPartPr/>
                <p14:nvPr/>
              </p14:nvContentPartPr>
              <p14:xfrm>
                <a:off x="9211513" y="5222775"/>
                <a:ext cx="15840" cy="69480"/>
              </p14:xfrm>
            </p:contentPart>
          </mc:Choice>
          <mc:Fallback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9F3A4D32-CEA1-12C3-7311-8EC522A6B3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02873" y="5214135"/>
                  <a:ext cx="33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インク 37">
                  <a:extLst>
                    <a:ext uri="{FF2B5EF4-FFF2-40B4-BE49-F238E27FC236}">
                      <a16:creationId xmlns:a16="http://schemas.microsoft.com/office/drawing/2014/main" id="{F96CDB02-8834-11DC-D49E-1B068FACB2F9}"/>
                    </a:ext>
                  </a:extLst>
                </p14:cNvPr>
                <p14:cNvContentPartPr/>
                <p14:nvPr/>
              </p14:nvContentPartPr>
              <p14:xfrm>
                <a:off x="9286033" y="5108655"/>
                <a:ext cx="30240" cy="18000"/>
              </p14:xfrm>
            </p:contentPart>
          </mc:Choice>
          <mc:Fallback>
            <p:pic>
              <p:nvPicPr>
                <p:cNvPr id="38" name="インク 37">
                  <a:extLst>
                    <a:ext uri="{FF2B5EF4-FFF2-40B4-BE49-F238E27FC236}">
                      <a16:creationId xmlns:a16="http://schemas.microsoft.com/office/drawing/2014/main" id="{F96CDB02-8834-11DC-D49E-1B068FACB2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77393" y="5099655"/>
                  <a:ext cx="47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2D5F4139-7F63-49A1-068A-FEE5D1CE3F85}"/>
                    </a:ext>
                  </a:extLst>
                </p14:cNvPr>
                <p14:cNvContentPartPr/>
                <p14:nvPr/>
              </p14:nvContentPartPr>
              <p14:xfrm>
                <a:off x="9282793" y="5214135"/>
                <a:ext cx="19080" cy="66240"/>
              </p14:xfrm>
            </p:contentPart>
          </mc:Choice>
          <mc:Fallback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2D5F4139-7F63-49A1-068A-FEE5D1CE3F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74153" y="5205135"/>
                  <a:ext cx="3672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0FD0481-455A-979C-B9BE-48E169123F25}"/>
              </a:ext>
            </a:extLst>
          </p:cNvPr>
          <p:cNvGrpSpPr/>
          <p:nvPr/>
        </p:nvGrpSpPr>
        <p:grpSpPr>
          <a:xfrm>
            <a:off x="9106753" y="5668815"/>
            <a:ext cx="184320" cy="256320"/>
            <a:chOff x="9106753" y="5668815"/>
            <a:chExt cx="18432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A771E4EB-4D0C-38D1-3232-D599911D8224}"/>
                    </a:ext>
                  </a:extLst>
                </p14:cNvPr>
                <p14:cNvContentPartPr/>
                <p14:nvPr/>
              </p14:nvContentPartPr>
              <p14:xfrm>
                <a:off x="9106753" y="5750895"/>
                <a:ext cx="56880" cy="10440"/>
              </p14:xfrm>
            </p:contentPart>
          </mc:Choice>
          <mc:Fallback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A771E4EB-4D0C-38D1-3232-D599911D82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8113" y="5741895"/>
                  <a:ext cx="74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5D05571D-1590-8DCD-174B-F81FFFAC9F80}"/>
                    </a:ext>
                  </a:extLst>
                </p14:cNvPr>
                <p14:cNvContentPartPr/>
                <p14:nvPr/>
              </p14:nvContentPartPr>
              <p14:xfrm>
                <a:off x="9115033" y="5837295"/>
                <a:ext cx="17640" cy="87840"/>
              </p14:xfrm>
            </p:contentPart>
          </mc:Choice>
          <mc:Fallback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5D05571D-1590-8DCD-174B-F81FFFAC9F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06033" y="5828655"/>
                  <a:ext cx="35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A9C91479-38AB-26F9-790A-4103B3067657}"/>
                    </a:ext>
                  </a:extLst>
                </p14:cNvPr>
                <p14:cNvContentPartPr/>
                <p14:nvPr/>
              </p14:nvContentPartPr>
              <p14:xfrm>
                <a:off x="9208633" y="5757735"/>
                <a:ext cx="21960" cy="4680"/>
              </p14:xfrm>
            </p:contentPart>
          </mc:Choice>
          <mc:Fallback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A9C91479-38AB-26F9-790A-4103B30676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99993" y="5748735"/>
                  <a:ext cx="39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383E6989-7386-F8C3-3CC3-B967BC6CA59A}"/>
                    </a:ext>
                  </a:extLst>
                </p14:cNvPr>
                <p14:cNvContentPartPr/>
                <p14:nvPr/>
              </p14:nvContentPartPr>
              <p14:xfrm>
                <a:off x="9211153" y="5849175"/>
                <a:ext cx="14400" cy="67680"/>
              </p14:xfrm>
            </p:contentPart>
          </mc:Choice>
          <mc:Fallback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383E6989-7386-F8C3-3CC3-B967BC6CA5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02153" y="5840175"/>
                  <a:ext cx="32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1563BFE6-27EB-A575-E9D6-B88A784EB67D}"/>
                    </a:ext>
                  </a:extLst>
                </p14:cNvPr>
                <p14:cNvContentPartPr/>
                <p14:nvPr/>
              </p14:nvContentPartPr>
              <p14:xfrm>
                <a:off x="9275953" y="5742975"/>
                <a:ext cx="15120" cy="150480"/>
              </p14:xfrm>
            </p:contentPart>
          </mc:Choice>
          <mc:Fallback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1563BFE6-27EB-A575-E9D6-B88A784EB6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66953" y="5734335"/>
                  <a:ext cx="32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76383788-0FBB-882B-80C4-54C88EC1B201}"/>
                    </a:ext>
                  </a:extLst>
                </p14:cNvPr>
                <p14:cNvContentPartPr/>
                <p14:nvPr/>
              </p14:nvContentPartPr>
              <p14:xfrm>
                <a:off x="9268753" y="5668815"/>
                <a:ext cx="20160" cy="26280"/>
              </p14:xfrm>
            </p:contentPart>
          </mc:Choice>
          <mc:Fallback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76383788-0FBB-882B-80C4-54C88EC1B2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9753" y="5660175"/>
                  <a:ext cx="37800" cy="4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146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</Words>
  <Application>Microsoft Office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西谷　滋人</dc:creator>
  <cp:lastModifiedBy>西谷　滋人</cp:lastModifiedBy>
  <cp:revision>9</cp:revision>
  <dcterms:created xsi:type="dcterms:W3CDTF">2025-04-11T05:15:24Z</dcterms:created>
  <dcterms:modified xsi:type="dcterms:W3CDTF">2025-04-26T04:38:38Z</dcterms:modified>
</cp:coreProperties>
</file>