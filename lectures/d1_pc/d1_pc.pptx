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notesSlides/notesSlide1.xml" ContentType="application/vnd.openxmlformats-officedocument.presentationml.notesSlide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6"/>
  </p:normalViewPr>
  <p:slideViewPr>
    <p:cSldViewPr snapToGrid="0">
      <p:cViewPr varScale="1">
        <p:scale>
          <a:sx n="99" d="100"/>
          <a:sy n="99" d="100"/>
        </p:scale>
        <p:origin x="22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1T05:27:09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24575,'61'236'0,"-41"-143"0,46 124 0,-44-160 0,82 195 0,-82-207 0,2 0 0,1-2 0,44 55 0,-45-71 0,1 0 0,1-1 0,2-2 0,39 28 0,131 72 0,-148-94 0,375 197 0,-405-218 0,-11-5 0,-1 0 0,1 0 0,-1 1 0,1 0 0,-1 0 0,14 13 0,-20-14 0,-7-4 0,-8-5 0,-35-23 66,-18-8-1497,43 26-5395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37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52 117 5617 0 0,'3'-1'55'0'0,"-1"0"0"0"0,1 0 0 0 0,-1 0 0 0 0,1 0 0 0 0,-1-1-1 0 0,0 1 1 0 0,0-1 0 0 0,1 0 0 0 0,-1 1 0 0 0,0-1 0 0 0,0 0 0 0 0,0 0-1 0 0,-1 0 1 0 0,1 0 0 0 0,0-1 0 0 0,-1 1 0 0 0,3-5 0 0 0,-1 2 197 0 0,4-6 526 0 0,-4 8-376 0 0,0-1 0 0 0,-1 0 0 0 0,1 0 0 0 0,-1-1 0 0 0,2-4 0 0 0,0-10 2097 0 0,-4 18-2416 0 0,0 0-1 0 0,0 0 1 0 0,0 1-1 0 0,1-1 1 0 0,-1 0-1 0 0,0 0 1 0 0,-1 0-1 0 0,1 1 1 0 0,0-1-1 0 0,0 0 1 0 0,0 0-1 0 0,0 0 1 0 0,-1 1-1 0 0,1-1 1 0 0,0 0 0 0 0,-1 1-1 0 0,1-1 1 0 0,0 0-1 0 0,-1 1 1 0 0,1-1-1 0 0,-1-1 1 0 0,-1 3 11 0 0,1-1 0 0 0,0 1 0 0 0,0 0 0 0 0,0-1 0 0 0,0 1 0 0 0,0 0 0 0 0,0-1 0 0 0,0 1 0 0 0,0 0 0 0 0,0 0 0 0 0,0 0 0 0 0,1 0 1 0 0,-2 2-1 0 0,-3 2 309 0 0,-3 1-136 0 0,1 1-1 0 0,0-1 1 0 0,1 2-1 0 0,-1-1 1 0 0,1 1-1 0 0,-7 12 1 0 0,6-8-195 0 0,1-1 0 0 0,0 1 0 0 0,1 0 0 0 0,1 1 0 0 0,0-1 0 0 0,0 1 0 0 0,1 0 0 0 0,1 0 0 0 0,0 0 0 0 0,1 0 0 0 0,1 19 0 0 0,0-21 2 0 0,1 1-1 0 0,1 0 1 0 0,0 0 0 0 0,5 18 0 0 0,-6-27-51 0 0,0 0 1 0 0,0 0 0 0 0,0 0-1 0 0,1 0 1 0 0,-1 0-1 0 0,1-1 1 0 0,0 1 0 0 0,-1 0-1 0 0,1-1 1 0 0,0 0 0 0 0,1 1-1 0 0,-1-1 1 0 0,0 0 0 0 0,1 0-1 0 0,-1 0 1 0 0,1 0-1 0 0,-1 0 1 0 0,1-1 0 0 0,0 0-1 0 0,0 1 1 0 0,0-1 0 0 0,5 2-1 0 0,-5-3 1 0 0,0 0-1 0 0,1 0 1 0 0,-1 0 0 0 0,0 0-1 0 0,1 0 1 0 0,-1-1-1 0 0,0 1 1 0 0,0-1 0 0 0,1 0-1 0 0,-1 0 1 0 0,0 0 0 0 0,0 0-1 0 0,0-1 1 0 0,0 1-1 0 0,0-1 1 0 0,-1 1 0 0 0,1-1-1 0 0,0 0 1 0 0,-1-1-1 0 0,1 1 1 0 0,-1 0 0 0 0,0-1-1 0 0,0 1 1 0 0,4-6-1 0 0,2-4-41 0 0,-1 0-1 0 0,0 0 0 0 0,-1-1 0 0 0,6-18 0 0 0,-4 11-25 0 0,-2 1 0 0 0,6-32 0 0 0,-10 41 29 0 0,-1 0-1 0 0,-1-1 1 0 0,1 1 0 0 0,-2 0-1 0 0,1 0 1 0 0,-5-20-1 0 0,-3 12 16 0 0,0 2 0 0 0,5 8 1 0 0,2 4-1 0 0,0 1 1 0 0,0-1-1 0 0,0 1 0 0 0,-1-1 1 0 0,-2-3-1 0 0,4 6 0 0 0,-1 0-1 0 0,1 1 1 0 0,-1-1-1 0 0,0 0 1 0 0,1 1-1 0 0,-1-1 1 0 0,1 1-1 0 0,-1-1 1 0 0,0 1-1 0 0,1 0 1 0 0,-1-1-1 0 0,0 1 1 0 0,0-1-1 0 0,1 1 1 0 0,-1 0-1 0 0,0 0 1 0 0,0-1-1 0 0,1 1 1 0 0,-1 0 0 0 0,0 0-1 0 0,0 0 1 0 0,0 0-1 0 0,1 0 1 0 0,-1 0-1 0 0,0 0 1 0 0,0 0-1 0 0,0 0 1 0 0,1 1-1 0 0,-1-1 1 0 0,-1 1-1 0 0,0-1-2 0 0,0 1 0 0 0,1-1-1 0 0,-1 0 1 0 0,0 1 0 0 0,0-1-1 0 0,1 0 1 0 0,-1 0 0 0 0,0 0-1 0 0,0 0 1 0 0,1 0 0 0 0,-1-1-1 0 0,0 1 1 0 0,1 0 0 0 0,-1-1-1 0 0,0 1 1 0 0,1-1 0 0 0,-3-1-1 0 0,3 2-2 0 0,0-1-1 0 0,0 1 0 0 0,0 0 0 0 0,0 0 1 0 0,0 0-1 0 0,0-1 0 0 0,0 1 0 0 0,0 0 1 0 0,0 1-1 0 0,0-1 0 0 0,0 0 0 0 0,0 0 1 0 0,0 0-1 0 0,0 0 0 0 0,0 1 0 0 0,0-1 1 0 0,0 0-1 0 0,0 1 0 0 0,-1 0 1 0 0,-16 14-181 0 0,15-13 143 0 0,1 1-1 0 0,0-1 0 0 0,-1 0 1 0 0,1 0-1 0 0,-1-1 0 0 0,-4 3 1 0 0,6-3 27 0 0,0-1 0 0 0,0 1 0 0 0,0-1 0 0 0,0 1 0 0 0,0 0 0 0 0,0-1 1 0 0,1 1-1 0 0,-1 0 0 0 0,0-1 0 0 0,0 1 0 0 0,1 0 0 0 0,-2 2 0 0 0,2-3-25 0 0,-1 1 1 0 0,1 0-1 0 0,-1-1 0 0 0,1 1 0 0 0,-1 0 1 0 0,0-1-1 0 0,1 1 0 0 0,-1-1 1 0 0,1 1-1 0 0,-1-1 0 0 0,0 1 0 0 0,1-1 1 0 0,-1 1-1 0 0,0-1 0 0 0,0 0 0 0 0,1 1 1 0 0,-3-1-1 0 0,3 1-58 0 0,-1-1 0 0 0,1 0-1 0 0,-1 0 1 0 0,1 1 0 0 0,0-1 0 0 0,-1 0-1 0 0,1 1 1 0 0,-1-1 0 0 0,1 0 0 0 0,0 1 0 0 0,-1-1-1 0 0,1 1 1 0 0,0-1 0 0 0,-1 1 0 0 0,1-1 0 0 0,0 1-1 0 0,0-1 1 0 0,0 1 0 0 0,-1-1 0 0 0,1 1 0 0 0,0 0-1 0 0,-2 7-5764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37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3369 0 0,'0'0'-7'0'0,"1"0"1"0"0,-1 1-1 0 0,0-1 1 0 0,0 0-1 0 0,0 0 1 0 0,1 1-1 0 0,-1-1 0 0 0,0 0 1 0 0,0 0-1 0 0,1 1 1 0 0,-1-1-1 0 0,0 0 1 0 0,1 0-1 0 0,-1 0 1 0 0,0 1-1 0 0,1-1 1 0 0,-1 0-1 0 0,0 0 1 0 0,1 0-1 0 0,-1 0 1 0 0,0 0-1 0 0,1 0 1 0 0,-1 0-1 0 0,0 0 0 0 0,1 0 1 0 0,0 0-1 0 0,5-1 7001 0 0,-7 5-6327 0 0,-3 11-241 0 0,0 0 0 0 0,2 0-1 0 0,0 1 1 0 0,0-1 0 0 0,2 22 0 0 0,1-15-31 0 0,0-1-1 0 0,2 1 1 0 0,8 32 0 0 0,-5-37-190 0 0,0 0 1 0 0,2 0-1 0 0,0-1 0 0 0,1 0 0 0 0,0 0 1 0 0,1-1-1 0 0,1 0 0 0 0,19 20 0 0 0,-26-31-71 0 0,0 1-1 0 0,1-1 0 0 0,0-1 1 0 0,0 1-1 0 0,0-1 1 0 0,0 1-1 0 0,6 1 0 0 0,-9-4-91 0 0,-1 0 0 0 0,1 0 0 0 0,0-1 0 0 0,-1 1 1 0 0,1-1-1 0 0,0 1 0 0 0,0-1 0 0 0,0 0 0 0 0,-1 0 0 0 0,1 0 0 0 0,0 0 0 0 0,0 0 0 0 0,0 0 0 0 0,0 0 0 0 0,-1-1 0 0 0,1 1 0 0 0,0 0 0 0 0,0-1 0 0 0,-1 0 0 0 0,1 1 0 0 0,0-1 0 0 0,-1 0 1 0 0,1 0-1 0 0,0 0 0 0 0,-1 0 0 0 0,1 0 0 0 0,0-2 0 0 0,4-3-65 0 0,-1 0 1 0 0,1-1-1 0 0,-2 0 1 0 0,1 0-1 0 0,-1 0 1 0 0,0 0-1 0 0,0-1 1 0 0,2-7-1 0 0,2-10-1014 0 0,6-32 1 0 0,-10 38 187 0 0,-1-3-23 0 0,0-2-7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38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0 2304 0 0,'-3'13'2397'0'0,"-11"22"0"0"0,11-28-2160 0 0,0-1 0 0 0,0 0 0 0 0,1 1 1 0 0,-1-1-1 0 0,2 1 0 0 0,-1 0 0 0 0,1 0 1 0 0,0 0-1 0 0,-1 7 0 0 0,2 8 276 0 0,1 1-1 0 0,1-1 1 0 0,1 0 0 0 0,0 0-1 0 0,14 41 1 0 0,-1-18 1268 0 0,36 73 1 0 0,-52-118-1773 0 0,1 1 0 0 0,-1 0 0 0 0,0-1 0 0 0,0 1 0 0 0,1-1 0 0 0,-1 1 0 0 0,0-1 0 0 0,0 1 0 0 0,1-1 0 0 0,-1 1 0 0 0,1-1 0 0 0,-1 1 0 0 0,1-1 0 0 0,-1 1 0 0 0,0-1 0 0 0,1 0 0 0 0,-1 1 0 0 0,1-1 0 0 0,0 0 0 0 0,-1 1 0 0 0,1-1 0 0 0,-1 0 0 0 0,1 0 1 0 0,-1 1-1 0 0,2-1 0 0 0,-1 0 1 0 0,-1-1-1 0 0,1 1 1 0 0,-1 0 0 0 0,1-1 0 0 0,-1 1 0 0 0,1-1 0 0 0,-1 1 0 0 0,1 0 0 0 0,-1-1 0 0 0,1 0 0 0 0,-1 1 0 0 0,1-1 0 0 0,-1 1 0 0 0,0-1 0 0 0,0 1 0 0 0,1-1 0 0 0,-1 0 0 0 0,0 1 0 0 0,1-2 0 0 0,0-3-206 0 0,1 0 0 0 0,-1-1 0 0 0,0 1 0 0 0,1-11 0 0 0,-2 8-1143 0 0,0 0-3819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38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83 8002 0 0,'-1'-9'808'0'0,"1"7"-346"0"0,0 0 1 0 0,-1 0-1 0 0,1 0 0 0 0,0 1 0 0 0,0-1 0 0 0,1 0 0 0 0,-1 0 1 0 0,0 0-1 0 0,1 0 0 0 0,-1 0 0 0 0,1-2 0 0 0,0 3-384 0 0,0-2 168 0 0,-1 1 0 0 0,1 0 0 0 0,1 0 1 0 0,-1-1-1 0 0,0 1 0 0 0,0 0 0 0 0,3-3 0 0 0,-3 5-200 0 0,0-1 0 0 0,-1 1 0 0 0,1-1 0 0 0,0 1 0 0 0,0-1 0 0 0,0 1 0 0 0,0 0 0 0 0,-1-1 0 0 0,1 1 0 0 0,0 0 0 0 0,0 0 0 0 0,0 0 0 0 0,0 0 0 0 0,0 0 0 0 0,0 0 0 0 0,0 0 1 0 0,0 0-1 0 0,-1 0 0 0 0,1 0 0 0 0,0 0 0 0 0,0 1 0 0 0,0-1 0 0 0,1 1 0 0 0,6 0 77 0 0,-1 0 0 0 0,1 0 0 0 0,-1-1 0 0 0,1 0 0 0 0,-1-1 0 0 0,1 1 0 0 0,12-4 0 0 0,12 0 57 0 0,-17 2-146 0 0,0-1 0 0 0,20-5 1 0 0,-23 5-30 0 0,-7 2-182 0 0,1 0 1 0 0,0 1-1 0 0,0-1 0 0 0,-1 1 1 0 0,1 1-1 0 0,0-1 0 0 0,8 2 1 0 0,19 2-1032 0 0,-29-4-116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39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6 5065 0 0,'6'-3'-348'0'0,"-1"1"3819"0"0,-5 10 240 0 0,-20 88 105 0 0,14-59-3434 0 0,-2 73 1 0 0,14 15-53 0 0,-4-106-466 0 0,1 0 0 0 0,1 0 0 0 0,0-1 0 0 0,11 27 0 0 0,-14-43-11 0 0,0 0 0 0 0,-1-1 0 0 0,1 1 0 0 0,0 0 0 0 0,0-1 0 0 0,1 1 0 0 0,-1-1 0 0 0,3 3 0 0 0,0 0-1057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39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2761 0 0,'13'-23'1134'0'0,"-4"5"2973"0"0,-6 25 937 0 0,3 36-3544 0 0,27 253 1622 0 0,2 130-3298 0 0,-33-388-1324 0 0,-3-34 886 0 0,1-5-31 0 0,-4-20-612 0 0,2 11 301 0 0,0 2-162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39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1 202 3225 0 0,'4'-13'171'0'0,"0"1"321"0"0,1 1-1 0 0,0-1 1 0 0,9-14-1 0 0,-10 18 34 0 0,0 0 0 0 0,0 0-1 0 0,0-1 1 0 0,1-9-1 0 0,-3 12-187 0 0,0 0 0 0 0,0 0-1 0 0,0 0 1 0 0,0 1 0 0 0,1-1-1 0 0,0 0 1 0 0,0 1 0 0 0,1 0-1 0 0,-1 0 1 0 0,1 0 0 0 0,5-4-1 0 0,-8 8-281 0 0,0 0-1 0 0,0 0 0 0 0,1 1 1 0 0,-1-1-1 0 0,0 1 0 0 0,1-1 1 0 0,-1 1-1 0 0,0 0 0 0 0,1-1 1 0 0,-1 1-1 0 0,0 0 0 0 0,1 0 1 0 0,-1 0-1 0 0,2 0 0 0 0,23 4 451 0 0,-7-1 70 0 0,-17-3-485 0 0,1 0 0 0 0,-1 0 0 0 0,1 1 0 0 0,0 0 0 0 0,-1-1 0 0 0,1 1 0 0 0,-1 0-1 0 0,0 0 1 0 0,1 1 0 0 0,-1-1 0 0 0,0 0 0 0 0,1 1 0 0 0,-1-1 0 0 0,0 1 0 0 0,3 3 0 0 0,-2-2-16 0 0,0 1 1 0 0,0 0-1 0 0,-1 0 1 0 0,1 0-1 0 0,-1 1 1 0 0,0-1-1 0 0,3 10 1 0 0,-1-4 88 0 0,-2 1 0 0 0,0 0 1 0 0,0 0-1 0 0,-1 0 1 0 0,0 0-1 0 0,-2 21 0 0 0,1-27-129 0 0,-1-1-1 0 0,0 1 0 0 0,0-1 0 0 0,-1 1 1 0 0,1-1-1 0 0,-1 0 0 0 0,0 0 0 0 0,0 0 0 0 0,-1 0 1 0 0,1 0-1 0 0,-1 0 0 0 0,0 0 0 0 0,0-1 1 0 0,0 0-1 0 0,0 1 0 0 0,0-1 0 0 0,-1 0 1 0 0,0-1-1 0 0,1 1 0 0 0,-1 0 0 0 0,0-1 1 0 0,0 0-1 0 0,-1 0 0 0 0,1 0 0 0 0,0-1 1 0 0,-6 2-1 0 0,6-3-33 0 0,1 0 0 0 0,0 1-1 0 0,-1-2 1 0 0,1 1 0 0 0,0 0 0 0 0,-1-1 0 0 0,1 1 0 0 0,0-1 0 0 0,0 0-1 0 0,-5-2 1 0 0,-3-1-17 0 0,1 4-120 0 0,9 0 109 0 0,0 0 0 0 0,1 0 0 0 0,-1 0 1 0 0,1 0-1 0 0,-1 0 0 0 0,0 0 0 0 0,1 0 0 0 0,-1 0 0 0 0,1 0 1 0 0,-1 0-1 0 0,1 0 0 0 0,-1 0 0 0 0,0 0 0 0 0,1-1 1 0 0,-1 1-1 0 0,1 0 0 0 0,-1 0 0 0 0,1-1 0 0 0,-1 1 1 0 0,0-1-1 0 0,1 1 4 0 0,0 0 0 0 0,0 0 0 0 0,0 0-1 0 0,0 0 1 0 0,0 0 0 0 0,0-1 0 0 0,0 1 0 0 0,0 0 0 0 0,0 0 0 0 0,0 0 0 0 0,0 0 0 0 0,-1 0 0 0 0,1 0 0 0 0,0 0 0 0 0,0 0 0 0 0,0 0 0 0 0,0 0 0 0 0,0 0 0 0 0,0 0 0 0 0,-1 0 0 0 0,1-1 0 0 0,0 1-1 0 0,0 0 1 0 0,0 0 0 0 0,0 0 0 0 0,0 0 0 0 0,0 0 0 0 0,-1 0 0 0 0,1 0 0 0 0,0 0 0 0 0,0 0 0 0 0,0 1 0 0 0,0-1 0 0 0,0 0 0 0 0,0 0 0 0 0,-1 0 0 0 0,1 0 0 0 0,0 0 0 0 0,0 0 0 0 0,0 0 0 0 0,0 0 0 0 0,0 0-1 0 0,0 0 1 0 0,0 0 0 0 0,-1 0 0 0 0,0 2-975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40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10 6337 0 0,'2'-9'5803'0'0,"-6"21"-5422"0"0,1 1-1 0 0,0 0 1 0 0,2 1 0 0 0,-1-1 0 0 0,1 0 0 0 0,1 1-1 0 0,3 25 1 0 0,1-5 401 0 0,2-1 0 0 0,10 36 0 0 0,-14-65-683 0 0,7 24 250 0 0,-9-27-317 0 0,1 0 0 0 0,-1 1 0 0 0,1-1 0 0 0,-1 0 0 0 0,1 1 0 0 0,0-1 0 0 0,0 0 0 0 0,0 0 0 0 0,0 0 0 0 0,-1 0 0 0 0,1 0 0 0 0,1 0 0 0 0,-1 0 0 0 0,0 0 0 0 0,2 1 0 0 0,-2-2-2 0 0,0 0 1 0 0,0 0-1 0 0,1 0 1 0 0,-1 0-1 0 0,0-1 0 0 0,0 1 1 0 0,0 0-1 0 0,0-1 1 0 0,0 1-1 0 0,0 0 0 0 0,0-1 1 0 0,0 0-1 0 0,0 1 1 0 0,0-1-1 0 0,0 1 1 0 0,0-1-1 0 0,0 0 0 0 0,0 0 1 0 0,1-1-1 0 0,1-1 27 0 0,0 0 0 0 0,-1 0 0 0 0,1 0 1 0 0,-1 0-1 0 0,2-4 0 0 0,17-40-254 0 0,21-69 1 0 0,-20 49-810 0 0,-21 64 924 0 0,0 0 1 0 0,0 0-1 0 0,1 0 0 0 0,-1 1 1 0 0,1-1-1 0 0,-1 0 1 0 0,1 1-1 0 0,0-1 0 0 0,3-3 1 0 0,-3 6 59 0 0,-1 1-1 0 0,1-1 1 0 0,-1 0 0 0 0,1 1 0 0 0,-1 0 0 0 0,1-1 0 0 0,-1 1 0 0 0,0 0 0 0 0,1 0-1 0 0,-1 0 1 0 0,0 0 0 0 0,0 0 0 0 0,0 0 0 0 0,0 0 0 0 0,0 0 0 0 0,1 2 0 0 0,34 87 214 0 0,2 7 24 0 0,-22-64-606 0 0,16 33-1265 0 0,-30-58-96 0 0,0-2-3247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40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3681 0 0,'1'6'307'0'0,"0"0"0"0"0,0 0 0 0 0,3 11 0 0 0,1 10 619 0 0,12 218 4092 0 0,-5-43-3718 0 0,-4-106-715 0 0,34 316 1432 0 0,-40-400-1949 0 0,1 5-30 0 0,0 25-1 0 0,-7-66-1027 0 0,0-1-3245 0 0,1 8 67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40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10 230 456 0 0,'-1'-4'333'0'0,"-1"0"0"0"0,1 0 1 0 0,-1 0-1 0 0,1 0 0 0 0,0 0 0 0 0,1-1 0 0 0,-1 1 0 0 0,1 0 0 0 0,0-1 1 0 0,0 1-1 0 0,0 0 0 0 0,1-1 0 0 0,-1 1 0 0 0,1 0 0 0 0,0 0 1 0 0,1-1-1 0 0,-1 1 0 0 0,0 0 0 0 0,5-7 0 0 0,-1 3 455 0 0,0 0 0 0 0,0 0 1 0 0,0 1-1 0 0,1-1 0 0 0,0 2 0 0 0,1-1 0 0 0,0 1 0 0 0,11-9 0 0 0,-9 10-524 0 0,0 0 0 0 0,0 1 0 0 0,1 0 0 0 0,-1 1 0 0 0,1 0 0 0 0,0 0 0 0 0,0 1 0 0 0,12-1 0 0 0,16-4 253 0 0,-21 3-325 0 0,-6 1-69 0 0,-1 0 0 0 0,1 1 1 0 0,0 0-1 0 0,0 1 0 0 0,-1 0 0 0 0,1 1 0 0 0,15 1 1 0 0,-5 3-24 0 0,-13-2-89 0 0,-1-1 0 0 0,1 0-1 0 0,0 0 1 0 0,-1 0 0 0 0,10-1 0 0 0,34-10 41 0 0,-36 6-258 0 0,28-2 0 0 0,-29 5-407 0 0,1 0-1 0 0,0 2 1 0 0,18 2 0 0 0,-21-1-1169 0 0,0 1 0 0 0,14 4 0 0 0,-3 3-1930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47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 3225 0 0,'2'-3'288'0'0,"-1"0"-288"0"0,-1 2 0 0 0,2-1 0 0 0,-2 1 1200 0 0,1-1 184 0 0,4-2 41 0 0,1-2 7 0 0,5-2-64 0 0,-1 1-16 0 0,2-1 1 0 0,-1 2-1 0 0,0 0-904 0 0,-2 1-176 0 0,0 4-40 0 0,-1 1-4289 0 0,-1 3-856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46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 6913 0 0,'13'-4'1897'0'0,"-1"-1"-1"0"0,0-1 1 0 0,0 1-1 0 0,13-10 1 0 0,-23 14-1819 0 0,0-1 0 0 0,-1 0 0 0 0,1 1 0 0 0,-1-1 0 0 0,0 0 0 0 0,0 0 0 0 0,0 0 1 0 0,0 0-1 0 0,0 0 0 0 0,0 0 0 0 0,0 0 0 0 0,0-2 0 0 0,0 2-36 0 0,-1 1 0 0 0,0 0 0 0 0,1-1 0 0 0,-1 1 0 0 0,1 0 0 0 0,-1-1-1 0 0,1 1 1 0 0,0 0 0 0 0,0-1 0 0 0,-1 1 0 0 0,1 0 0 0 0,0 0 0 0 0,0 0 0 0 0,0 0 0 0 0,0 0-1 0 0,0 0 1 0 0,3-1 0 0 0,5-5 186 0 0,-9 7-219 0 0,0-1 1 0 0,1 1-1 0 0,-1 0 0 0 0,1-1 1 0 0,-1 1-1 0 0,0-1 0 0 0,1 1 0 0 0,-1 0 1 0 0,1 0-1 0 0,-1-1 0 0 0,1 1 0 0 0,-1 0 1 0 0,1 0-1 0 0,-1-1 0 0 0,1 1 1 0 0,-1 0-1 0 0,1 0 0 0 0,-1 0 0 0 0,1 0 1 0 0,1 0-1 0 0,7-2-30 0 0,-8 2 19 0 0,0 0-1 0 0,-1 0 1 0 0,1 0 0 0 0,0 0-1 0 0,-1 0 1 0 0,1 0-1 0 0,0 0 1 0 0,0 0-1 0 0,-1 0 1 0 0,1 0-1 0 0,0 0 1 0 0,-1 0 0 0 0,1 0-1 0 0,0 1 1 0 0,-1-1-1 0 0,1 0 1 0 0,0 1-1 0 0,-1-1 1 0 0,1 0-1 0 0,0 1 1 0 0,10 2 2 0 0,-10-3 0 0 0,0 0 0 0 0,0 0 0 0 0,0 0 0 0 0,-1 0 0 0 0,1 0 0 0 0,0 1 0 0 0,0-1 0 0 0,0 0 0 0 0,-1 0 0 0 0,1 1 0 0 0,0-1 0 0 0,0 0 0 0 0,-1 1 0 0 0,1-1 0 0 0,0 1 0 0 0,4 4 58 0 0,0 1 0 0 0,-1-1 0 0 0,0 0 0 0 0,0 1 1 0 0,0 0-1 0 0,3 8 0 0 0,16 39 364 0 0,-13-23-329 0 0,-1-1 1 0 0,-2 1-1 0 0,7 60 0 0 0,-14-84-75 0 0,1 0 1 0 0,-1 0 0 0 0,0-1 0 0 0,-1 1 0 0 0,1 0 0 0 0,-1 0-1 0 0,-3 9 1 0 0,1-39-480 0 0,4-8-385 0 0,5-46 1 0 0,-4 66 623 0 0,0 0 0 0 0,1 0 1 0 0,0 1-1 0 0,1-1 0 0 0,0 1 1 0 0,1 0-1 0 0,7-12 0 0 0,-9 18 81 0 0,1-1-1 0 0,-1 1 0 0 0,1 0 1 0 0,6-6-1 0 0,-9 11 144 0 0,-1-1 0 0 0,1 0-1 0 0,0 1 1 0 0,-1-1 0 0 0,1 0-1 0 0,0 1 1 0 0,-1-1 0 0 0,1 1-1 0 0,0-1 1 0 0,0 1 0 0 0,0 0-1 0 0,-1-1 1 0 0,1 1 0 0 0,0 0-1 0 0,0-1 1 0 0,0 1 0 0 0,0 0-1 0 0,0 0 1 0 0,0 0-1 0 0,-1 0 1 0 0,1 0 0 0 0,0 0-1 0 0,0 0 1 0 0,0 0 0 0 0,0 0-1 0 0,0 0 1 0 0,0 0 0 0 0,0 1-1 0 0,-1-1 1 0 0,1 0 0 0 0,0 0-1 0 0,0 1 1 0 0,0-1 0 0 0,-1 1-1 0 0,1-1 1 0 0,0 1 0 0 0,0-1-1 0 0,-1 1 1 0 0,2 1 0 0 0,-2-2 15 0 0,1 1 1 0 0,-1-1 0 0 0,1 0-1 0 0,-1 1 1 0 0,1-1 0 0 0,-1 1-1 0 0,1-1 1 0 0,0 0 0 0 0,-1 0 0 0 0,1 1-1 0 0,-1-1 1 0 0,1 0 0 0 0,0 0-1 0 0,-1 0 1 0 0,2 0 0 0 0,-2 0 7 0 0,1 1-1 0 0,-1-1 1 0 0,0 0 0 0 0,1 0-1 0 0,-1 0 1 0 0,1 0 0 0 0,-1 0 0 0 0,1 1-1 0 0,-1-1 1 0 0,1 0 0 0 0,-1 0 0 0 0,1 1-1 0 0,-1-1 1 0 0,0 0 0 0 0,1 1-1 0 0,-1-1 1 0 0,0 0 0 0 0,1 1 0 0 0,-1-1-1 0 0,0 0 1 0 0,1 1 0 0 0,-1-1 0 0 0,0 1-1 0 0,0-1 1 0 0,1 1 0 0 0,-1 0-1 0 0,7 20 396 0 0,10 23 207 0 0,-14-36-457 0 0,0 0 0 0 0,-1 0-1 0 0,3 17 1 0 0,1 4 284 0 0,1-5-246 0 0,-5-15-105 0 0,0 1 1 0 0,1-1-1 0 0,5 10 0 0 0,-8-20-103 0 0,0 1 1 0 0,0 0-1 0 0,0 0 1 0 0,0 0-1 0 0,0 0 1 0 0,0 0-1 0 0,0 0 0 0 0,1 0 1 0 0,-1 0-1 0 0,0-1 1 0 0,0 1-1 0 0,0 0 0 0 0,0 0 1 0 0,0 0-1 0 0,0 0 1 0 0,0 0-1 0 0,0 0 0 0 0,0 0 1 0 0,1 0-1 0 0,-1 0 1 0 0,0 0-1 0 0,0 0 0 0 0,0 0 1 0 0,0 0-1 0 0,0 0 1 0 0,0 0-1 0 0,1 0 1 0 0,-1 0-1 0 0,0 0 0 0 0,0 0 1 0 0,0 0-1 0 0,0 0 1 0 0,0 0-1 0 0,0 0 0 0 0,1 0 1 0 0,-1 0-1 0 0,0 0 1 0 0,0 0-1 0 0,0 0 0 0 0,0 0 1 0 0,0 0-1 0 0,0 0 1 0 0,0 0-1 0 0,1 0 1 0 0,-1 0-1 0 0,0 0 0 0 0,0 0 1 0 0,0 1-1 0 0,0-1 1 0 0,0 0-1 0 0,0 0 0 0 0,0 0 1 0 0,0 0-1 0 0,0 0 1 0 0,0 0-1 0 0,0 0 0 0 0,0 1 1 0 0,0-1-1 0 0,0 0 1 0 0,1 0-1 0 0,-1 0 0 0 0,0 0 1 0 0,0 0-1 0 0,0 0 1 0 0,0 1-1 0 0,0-1 1 0 0,0 0-1 0 0,0 0 0 0 0,-1 0 1 0 0,3-8 39 0 0,-1 7-37 0 0,-1-20-436 0 0,6-38 1 0 0,-3 42 257 0 0,0 1 0 0 0,1-1 0 0 0,1 1 0 0 0,1 0 0 0 0,0 0 0 0 0,1 0 0 0 0,12-18 1 0 0,-14 25 169 0 0,-5 8 7 0 0,0 0 1 0 0,1 0 0 0 0,-1 0 0 0 0,0 0 0 0 0,1 1-1 0 0,-1-1 1 0 0,1 0 0 0 0,-1 0 0 0 0,1 1 0 0 0,0-1 0 0 0,-1 0-1 0 0,1 1 1 0 0,0-1 0 0 0,-1 1 0 0 0,2-1 0 0 0,-1 1 16 0 0,0 0 1 0 0,0 0-1 0 0,-1 1 1 0 0,1-1 0 0 0,0 0-1 0 0,0 1 1 0 0,0-1-1 0 0,-1 1 1 0 0,1-1 0 0 0,0 1-1 0 0,0 0 1 0 0,-1-1-1 0 0,1 1 1 0 0,0-1 0 0 0,-1 1-1 0 0,1 0 1 0 0,-1 0 0 0 0,1-1-1 0 0,0 2 1 0 0,2 2 80 0 0,-2-2 7 0 0,0 0 0 0 0,1 0 0 0 0,-1 0 0 0 0,0-1 0 0 0,1 1 0 0 0,-1-1 0 0 0,1 1 0 0 0,0-1 0 0 0,0 1 0 0 0,-1-1 0 0 0,1 0 0 0 0,0 0 0 0 0,0 0 0 0 0,0 0 0 0 0,4 1 0 0 0,-6-2-81 0 0,1 0-1 0 0,0 1 1 0 0,-1-1 0 0 0,1 1-1 0 0,-1-1 1 0 0,1 0 0 0 0,0 1-1 0 0,-1-1 1 0 0,1 1 0 0 0,-1-1-1 0 0,0 1 1 0 0,1 0 0 0 0,-1-1-1 0 0,1 1 1 0 0,-1-1 0 0 0,0 1-1 0 0,1 0 1 0 0,-1-1 0 0 0,0 1-1 0 0,0 0 1 0 0,1 0-1 0 0,3 18 144 0 0,-3-14-82 0 0,2 5-6 0 0,2 9 238 0 0,13 33 1 0 0,-14-41-351 0 0,-1-1 0 0 0,4 18 0 0 0,4 15-270 0 0,-7-32-1932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47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82 176 1840 0 0,'3'0'399'0'0,"1"0"-1"0"0,-1 0 0 0 0,1-1 1 0 0,-1 1-1 0 0,0-1 0 0 0,1 0 0 0 0,-1 0 1 0 0,0 0-1 0 0,1 0 0 0 0,-1-1 1 0 0,0 1-1 0 0,0-1 0 0 0,0 0 0 0 0,0 0 1 0 0,0 0-1 0 0,-1 0 0 0 0,1 0 1 0 0,4-5-1 0 0,-6 5-154 0 0,1-1 0 0 0,-1 1 1 0 0,1-1-1 0 0,-1 0 0 0 0,0 1 0 0 0,0-1 1 0 0,0 0-1 0 0,0 0 0 0 0,0 0 1 0 0,0 0-1 0 0,-1 0 0 0 0,0 0 0 0 0,0 0 1 0 0,0 0-1 0 0,0 0 0 0 0,0 0 0 0 0,0 0 1 0 0,-1 0-1 0 0,1 0 0 0 0,-1 1 1 0 0,-2-7-1 0 0,1 4-14 0 0,0 0 0 0 0,0 0 0 0 0,0 0 1 0 0,-1 0-1 0 0,-5-8 0 0 0,7 12-192 0 0,0 0 1 0 0,-1-1-1 0 0,1 1 0 0 0,0 0 0 0 0,-1 0 0 0 0,1 0 1 0 0,0 0-1 0 0,-1 0 0 0 0,0 0 0 0 0,1 0 0 0 0,-1 0 1 0 0,1 1-1 0 0,-1-1 0 0 0,0 0 0 0 0,1 1 0 0 0,-1 0 1 0 0,0-1-1 0 0,0 1 0 0 0,1 0 0 0 0,-1 0 0 0 0,-3 0 1 0 0,-7 0 156 0 0,-11 1 64 0 0,22-1-247 0 0,0 0 1 0 0,0 1-1 0 0,-1-1 0 0 0,1 0 1 0 0,0 0-1 0 0,0 1 1 0 0,0-1-1 0 0,0 1 1 0 0,0-1-1 0 0,0 1 1 0 0,1-1-1 0 0,-1 1 0 0 0,0-1 1 0 0,0 1-1 0 0,0 0 1 0 0,0 0-1 0 0,-19 33 299 0 0,17-29-271 0 0,1 1 0 0 0,-1-1 1 0 0,1 1-1 0 0,0-1 0 0 0,1 1 1 0 0,0 0-1 0 0,0 0 0 0 0,-1 8 0 0 0,0 1 86 0 0,-4 37 231 0 0,6-47-270 0 0,0-1 1 0 0,0 1-1 0 0,1 0 1 0 0,-1 0-1 0 0,1 0 1 0 0,0-1-1 0 0,0 1 1 0 0,4 8-1 0 0,2 4 208 0 0,-6-14-247 0 0,0 0 0 0 0,0 0 0 0 0,0 0 0 0 0,1 0 0 0 0,-1 0 1 0 0,1 0-1 0 0,0 0 0 0 0,0-1 0 0 0,0 1 0 0 0,0 0 0 0 0,3 2 0 0 0,-4-5-48 0 0,0 0 0 0 0,-1 1 0 0 0,1-1 0 0 0,0 0 0 0 0,-1 0 0 0 0,1 0 0 0 0,0 0 0 0 0,0-1 0 0 0,-1 1 0 0 0,1 0 0 0 0,0 0 0 0 0,-1 0 0 0 0,1 0 0 0 0,0-1 0 0 0,-1 1 0 0 0,1 0 0 0 0,0-1 0 0 0,-1 1 0 0 0,1-1 0 0 0,-1 1 0 0 0,1-1 0 0 0,14-10 0 0 0,-14 11 0 0 0,6-7-10 0 0,-1 0-1 0 0,1 0 0 0 0,-1-1 1 0 0,0 0-1 0 0,-1 0 0 0 0,0 0 1 0 0,0-1-1 0 0,5-12 0 0 0,-1-2-250 0 0,-1-1 0 0 0,6-26-1 0 0,-12 40 132 0 0,3-18-177 0 0,-4 44 251 0 0,0 0 0 0 0,0 0 0 0 0,2-1 0 0 0,0 1 0 0 0,1-1 0 0 0,10 28 0 0 0,-13-41 75 0 0,1 0 1 0 0,-1 0-1 0 0,0 0 1 0 0,0 0-1 0 0,1-1 1 0 0,-1 1-1 0 0,1 0 1 0 0,-1-1-1 0 0,1 1 0 0 0,0-1 1 0 0,0 0-1 0 0,-1 1 1 0 0,1-1-1 0 0,0 0 1 0 0,0 0-1 0 0,0 0 1 0 0,1-1-1 0 0,-1 1 1 0 0,0 0-1 0 0,0-1 1 0 0,0 1-1 0 0,0-1 1 0 0,1 0-1 0 0,-1 0 1 0 0,0 0-1 0 0,0 0 1 0 0,0 0-1 0 0,1 0 1 0 0,1-1-1 0 0,2 0 66 0 0,-1 0 0 0 0,0 0-1 0 0,0 0 1 0 0,0-1 0 0 0,0 0 0 0 0,0 0-1 0 0,0 0 1 0 0,0-1 0 0 0,-1 0 0 0 0,1 0 0 0 0,4-4-1 0 0,-3 2-23 0 0,-1-1 0 0 0,0 0 0 0 0,0 0 0 0 0,-1 0 0 0 0,1-1 0 0 0,-2 0 0 0 0,1 1 0 0 0,-1-1 0 0 0,5-13 0 0 0,-3 4-45 0 0,-1 0 0 0 0,-1 0 0 0 0,2-26 0 0 0,-8 10-811 0 0,4 39 796 0 0,1 0 0 0 0,-1 0 0 0 0,5 10 0 0 0,-3-9-132 0 0,1 6 183 0 0,1 0 0 0 0,0-1 0 0 0,1 0 0 0 0,0 0-1 0 0,1 0 1 0 0,10 13 0 0 0,-12-20-30 0 0,0 1-1 0 0,0-1 1 0 0,1 0 0 0 0,0-1-1 0 0,0 1 1 0 0,1-1 0 0 0,-1 0-1 0 0,1-1 1 0 0,0 1 0 0 0,0-1-1 0 0,14 5 1 0 0,-17-8-5 0 0,1 0 0 0 0,-1 0 0 0 0,1 0 0 0 0,0 0-1 0 0,-1-1 1 0 0,1 0 0 0 0,0 0 0 0 0,-1 0 0 0 0,1 0 0 0 0,0-1 0 0 0,0 1-1 0 0,-1-1 1 0 0,1-1 0 0 0,-1 1 0 0 0,1-1 0 0 0,-1 1 0 0 0,0-1 0 0 0,1-1-1 0 0,-1 1 1 0 0,0 0 0 0 0,0-1 0 0 0,5-5 0 0 0,0 0 27 0 0,0-1 0 0 0,-1 0 0 0 0,0 0-1 0 0,0-1 1 0 0,-1 0 0 0 0,0-1 0 0 0,7-15 0 0 0,-4 5-28 0 0,-5 9-15 0 0,1 1-1 0 0,0 0 0 0 0,0 0 1 0 0,1 0-1 0 0,13-14 1 0 0,-20 24-1 0 0,1 1 0 0 0,-1-1 0 0 0,1 0 0 0 0,-1 1 0 0 0,1-1 0 0 0,0 1 0 0 0,-1-1 0 0 0,1 1 0 0 0,0-1 0 0 0,-1 1 0 0 0,1-1 0 0 0,0 1 0 0 0,0 0 0 0 0,-1 0 0 0 0,1-1 0 0 0,0 1 0 0 0,0 0 0 0 0,0 0 0 0 0,-1 0 0 0 0,1 0 0 0 0,0-1 0 0 0,0 1 0 0 0,0 1 0 0 0,0-1 0 0 0,-1 0 0 0 0,1 0 0 0 0,0 0 0 0 0,0 0 0 0 0,0 0 0 0 0,0 1 0 0 0,-1-1 0 0 0,1 0 0 0 0,0 1 0 0 0,1 0 0 0 0,1 2 0 0 0,-1-1 0 0 0,0 1 0 0 0,1-1 0 0 0,-1 1 0 0 0,0 0 0 0 0,-1 0 0 0 0,3 5 0 0 0,2 3 39 0 0,-2 0 0 0 0,7 22 0 0 0,-9-25-11 0 0,0 1-1 0 0,1-1 1 0 0,0 0 0 0 0,1 0-1 0 0,-1 0 1 0 0,1-1 0 0 0,9 13-1 0 0,-12-19-25 0 0,-1 0-1 0 0,1-1 0 0 0,0 1 1 0 0,-1 0-1 0 0,1-1 1 0 0,0 1-1 0 0,-1 0 0 0 0,1-1 1 0 0,0 1-1 0 0,0-1 0 0 0,0 1 1 0 0,0-1-1 0 0,-1 0 0 0 0,1 1 1 0 0,0-1-1 0 0,0 0 1 0 0,0 1-1 0 0,0-1 0 0 0,0 0 1 0 0,0 0-1 0 0,0 0 0 0 0,0 0 1 0 0,0 0-1 0 0,0 0 1 0 0,0 0-1 0 0,0 0 0 0 0,-1-1 1 0 0,1 1-1 0 0,0 0 0 0 0,0 0 1 0 0,0-1-1 0 0,0 1 0 0 0,0-1 1 0 0,0 1-1 0 0,-1-1 1 0 0,1 1-1 0 0,0-1 0 0 0,0 1 1 0 0,-1-1-1 0 0,2-1 0 0 0,3-3 19 0 0,0 0-1 0 0,-1 0 1 0 0,0-1-1 0 0,6-10 1 0 0,-3 5-38 0 0,0 1-8 0 0,0 1-1 0 0,0 0 0 0 0,1 1 1 0 0,0 0-1 0 0,0 0 0 0 0,16-11 0 0 0,-20 17 21 0 0,0-1 0 0 0,1 1-1 0 0,-1 0 1 0 0,0 0 0 0 0,1 0 0 0 0,0 0-1 0 0,-1 1 1 0 0,1 0 0 0 0,0 0-1 0 0,0 0 1 0 0,0 1 0 0 0,-1-1-1 0 0,1 1 1 0 0,0 0 0 0 0,0 1 0 0 0,0-1-1 0 0,0 1 1 0 0,4 1 0 0 0,3 2-8 0 0,-1 0 0 0 0,0 1 1 0 0,0 1-1 0 0,10 7 1 0 0,-7-5 80 0 0,22 9 0 0 0,-36-16-69 0 0,0-1 0 0 0,0 0 0 0 0,1 0-1 0 0,-1 0 1 0 0,0 0 0 0 0,0 0 0 0 0,1 1-1 0 0,-1-1 1 0 0,0 0 0 0 0,1 0 0 0 0,-1 0-1 0 0,0 0 1 0 0,0 0 0 0 0,1 0 0 0 0,-1 0-1 0 0,0 0 1 0 0,1 0 0 0 0,-1 0 0 0 0,0 0-1 0 0,1 0 1 0 0,-1-1 0 0 0,0 1 0 0 0,0 0-1 0 0,1 0 1 0 0,-1 0 0 0 0,0 0 0 0 0,0 0-1 0 0,1-1 1 0 0,-1 1 0 0 0,0 0 0 0 0,1 0-1 0 0,-1-10-317 0 0,0 7 38 0 0,-1 0-1 0 0,0 1 1 0 0,0-1-1 0 0,0 1 1 0 0,0-1-1 0 0,-2-2 0 0 0,-8-7-3039 0 0,3 5-2647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49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1 320 7834 0 0,'1'-2'419'0'0,"1"0"1"0"0,-1 0-1 0 0,1 0 1 0 0,-1-1 0 0 0,0 1-1 0 0,0 0 1 0 0,1-1 0 0 0,-2 1-1 0 0,1-1 1 0 0,1-2-1 0 0,3-31 3557 0 0,-2 13-2837 0 0,4-21 1340 0 0,-6 34-2217 0 0,0 0-1 0 0,0 0 1 0 0,1 0-1 0 0,1 1 1 0 0,7-20 0 0 0,-9 29-243 0 0,-1-1 0 0 0,1 0 1 0 0,0 0-1 0 0,0 1 0 0 0,0-1 0 0 0,0 1 1 0 0,0-1-1 0 0,0 1 0 0 0,0-1 1 0 0,0 1-1 0 0,0-1 0 0 0,0 1 1 0 0,0 0-1 0 0,0 0 0 0 0,0-1 1 0 0,0 1-1 0 0,0 0 0 0 0,0 0 0 0 0,2 0 1 0 0,13-4 146 0 0,-5-5-50 0 0,2-3-30 0 0,-13 12-84 0 0,0 0 1 0 0,1-1-1 0 0,-1 1 1 0 0,1 0-1 0 0,-1 0 1 0 0,0 0-1 0 0,1 0 1 0 0,-1-1-1 0 0,1 1 0 0 0,-1 0 1 0 0,0 0-1 0 0,1 0 1 0 0,-1 0-1 0 0,1 0 1 0 0,-1 0-1 0 0,1 0 0 0 0,-1 0 1 0 0,0 1-1 0 0,1-1 1 0 0,-1 0-1 0 0,1 0 1 0 0,-1 0-1 0 0,0 0 1 0 0,1 0-1 0 0,-1 1 0 0 0,1-1 1 0 0,-1 0-1 0 0,0 0 1 0 0,1 1-1 0 0,-1-1 1 0 0,0 0-1 0 0,1 1 0 0 0,17 18 80 0 0,-10-11-80 0 0,0 0 0 0 0,0 1-1 0 0,-1 0 1 0 0,0 1 0 0 0,-1 0-1 0 0,6 11 1 0 0,1 12-68 0 0,-2 0 1 0 0,-2 1-1 0 0,-1 0 0 0 0,8 69 1 0 0,-14-95 65 0 0,-2-7 0 0 0,1 1 0 0 0,-1-1 0 0 0,1 0 0 0 0,-1 1 0 0 0,1-1 0 0 0,-1 0 0 0 0,0 1 0 0 0,0-1 0 0 0,0 1 0 0 0,0-1 0 0 0,0 0 0 0 0,0 1 0 0 0,0-1 0 0 0,0 1 0 0 0,-1 1 0 0 0,0-4 0 0 0,0 0 0 0 0,0 0 0 0 0,0 0 0 0 0,0-1 0 0 0,1 1 0 0 0,-1 0 0 0 0,0 0 0 0 0,1 0 0 0 0,-1-1 0 0 0,0-1 0 0 0,-1-11-67 0 0,1 0 1 0 0,0 0-1 0 0,1 0 1 0 0,1 0-1 0 0,0 0 1 0 0,1 0-1 0 0,0 0 1 0 0,1 0-1 0 0,0 1 1 0 0,2-1 0 0 0,-1 1-1 0 0,10-17 1 0 0,-10 22 48 0 0,0 1 1 0 0,11-15 0 0 0,-14 20 15 0 0,0 1 1 0 0,0-1 0 0 0,0 1-1 0 0,1 0 1 0 0,-1-1 0 0 0,0 1-1 0 0,1 0 1 0 0,-1 0 0 0 0,1 0-1 0 0,0 0 1 0 0,-1 0 0 0 0,1 0-1 0 0,0 0 1 0 0,-1 0 0 0 0,1 1-1 0 0,0-1 1 0 0,0 1 0 0 0,0-1-1 0 0,-1 1 1 0 0,4 0 0 0 0,-4 0 5 0 0,0 0 1 0 0,0 1-1 0 0,1-1 1 0 0,-1 1 0 0 0,0-1-1 0 0,0 1 1 0 0,0 0-1 0 0,0-1 1 0 0,0 1 0 0 0,0 0-1 0 0,-1 0 1 0 0,1 0-1 0 0,0-1 1 0 0,0 1 0 0 0,0 0-1 0 0,-1 0 1 0 0,1 0-1 0 0,-1 0 1 0 0,2 2-1 0 0,8 24 142 0 0,-8-21-125 0 0,6 23 99 0 0,0 1-1 0 0,-3 0 0 0 0,4 39 1 0 0,-9-52-131 0 0,0-17-52 0 0,0-18-134 0 0,0 0 124 0 0,1 1 1 0 0,1 0-1 0 0,0-1 0 0 0,2 1 1 0 0,0 0-1 0 0,0 0 1 0 0,2 1-1 0 0,0 0 0 0 0,0 0 1 0 0,15-25-1 0 0,-19 39 61 0 0,0 0 0 0 0,0-1-1 0 0,0 1 1 0 0,0 0 0 0 0,0 0 0 0 0,0 0 0 0 0,0 0-1 0 0,1 0 1 0 0,-1 0 0 0 0,1 1 0 0 0,-1-1-1 0 0,1 1 1 0 0,5-2 0 0 0,-7 3 8 0 0,0-1 0 0 0,0 1 0 0 0,0 0 0 0 0,1 0 0 0 0,-1 0 0 0 0,0 0 0 0 0,0 0 0 0 0,0 0 0 0 0,0 1 0 0 0,1-1 1 0 0,-1 0-1 0 0,0 0 0 0 0,0 1 0 0 0,0-1 0 0 0,0 1 0 0 0,0-1 0 0 0,0 1 0 0 0,0 0 0 0 0,0-1 0 0 0,0 1 0 0 0,0 0 0 0 0,0 0 0 0 0,0-1 0 0 0,0 1 0 0 0,-1 0 0 0 0,1 0 0 0 0,0 0 0 0 0,-1 0 0 0 0,1 0 0 0 0,0 0 0 0 0,-1 0 0 0 0,1 0 1 0 0,-1 0-1 0 0,0 1 0 0 0,1-1 0 0 0,-1 2 0 0 0,4 7-34 0 0,5 17-37 0 0,20 44 1 0 0,-25-62 76 0 0,1-1 0 0 0,0 0 0 0 0,1 0 0 0 0,0 0 0 0 0,0-1 0 0 0,1 0 1 0 0,0 0-1 0 0,15 12 0 0 0,-1-3 50 0 0,-12-8 19 0 0,0-1 0 0 0,1-1-1 0 0,12 7 1 0 0,-19-11-48 0 0,-1-1 0 0 0,1 0 0 0 0,0 0 0 0 0,0 0 0 0 0,0 0-1 0 0,0-1 1 0 0,0 1 0 0 0,0-1 0 0 0,0 0 0 0 0,0 1 0 0 0,0-2-1 0 0,0 1 1 0 0,0 0 0 0 0,0 0 0 0 0,0-1 0 0 0,0 0 0 0 0,3-1 0 0 0,-5 2-17 0 0,19-7 228 0 0,21-12-1 0 0,-34 15-197 0 0,0 0 0 0 0,0 0-1 0 0,-1-1 1 0 0,1-1 0 0 0,-1 1 0 0 0,6-7 0 0 0,-1-2-22 0 0,0 1 1 0 0,0-2-1 0 0,-2 1 0 0 0,0-1 1 0 0,13-30-1 0 0,-18 35-50 0 0,0-1-1 0 0,-1 0 0 0 0,0 0 0 0 0,0 0 0 0 0,-1-1 0 0 0,-1 1 0 0 0,0 0 1 0 0,0-1-1 0 0,-1 1 0 0 0,-2-12 0 0 0,1 16-86 0 0,-1 0-1 0 0,0 0 1 0 0,0 0 0 0 0,0 0-1 0 0,-6-10 1 0 0,6 14 23 0 0,1-1 0 0 0,-1 1 0 0 0,0 0 1 0 0,-1 0-1 0 0,1 0 0 0 0,0 1 0 0 0,-1-1 0 0 0,1 0 0 0 0,-1 1 1 0 0,0 0-1 0 0,0-1 0 0 0,-6-2 0 0 0,8 5 71 0 0,-1-1 0 0 0,0 1 0 0 0,1 0 0 0 0,-1-1 0 0 0,0 1 0 0 0,0 0 0 0 0,1 0 0 0 0,-1 0 0 0 0,0 0 0 0 0,0 0 0 0 0,0 1 0 0 0,1-1 0 0 0,-1 1 0 0 0,0-1 0 0 0,1 1 0 0 0,-1-1 0 0 0,0 1 0 0 0,1 0 0 0 0,-1 0 0 0 0,1 0 0 0 0,-1 0 0 0 0,1 0-1 0 0,0 0 1 0 0,-1 0 0 0 0,-1 3 0 0 0,-1 0-3 0 0,0 0-1 0 0,0 0 0 0 0,1 1 0 0 0,-1 0 1 0 0,1 0-1 0 0,-4 8 0 0 0,2-1 83 0 0,1 0-1 0 0,0 1 1 0 0,0-1 0 0 0,1 1-1 0 0,1 0 1 0 0,0 0 0 0 0,0 27-1 0 0,2-33 64 0 0,1-1 0 0 0,-1 1 0 0 0,1 0 0 0 0,0 0 0 0 0,1-1 0 0 0,0 1 0 0 0,0-1 0 0 0,0 0 0 0 0,1 1 0 0 0,0-1 0 0 0,0 0 0 0 0,0 0 0 0 0,1-1 0 0 0,0 1 0 0 0,0-1 0 0 0,0 1 0 0 0,8 5 0 0 0,-8-8-59 0 0,0 0 0 0 0,0 0 0 0 0,0-1 0 0 0,0 1 0 0 0,1-1 0 0 0,-1 0 0 0 0,1-1 0 0 0,0 1 0 0 0,-1-1 0 0 0,1 0 0 0 0,0 0 0 0 0,0 0 0 0 0,0 0-1 0 0,0-1 1 0 0,-1 0 0 0 0,1 0 0 0 0,0-1 0 0 0,0 1 0 0 0,0-1 0 0 0,0 0 0 0 0,0 0 0 0 0,8-4 0 0 0,-2 1-41 0 0,0-1 1 0 0,0-1-1 0 0,0 0 1 0 0,-1-1-1 0 0,0 0 1 0 0,0 0-1 0 0,0-1 0 0 0,8-9 1 0 0,-14 13-325 0 0,0-1 1 0 0,-1 0 0 0 0,0 1-1 0 0,0-1 1 0 0,0-1-1 0 0,0 1 1 0 0,-1 0 0 0 0,1-1-1 0 0,-1 1 1 0 0,-1-1-1 0 0,1 0 1 0 0,-1 0 0 0 0,0 1-1 0 0,-1-1 1 0 0,1-7-1 0 0,-1 4-6117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0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3225 0 0,'5'-11'55'0'0,"-1"3"751"0"0,0 0-1 0 0,0 1 0 0 0,0-1 1 0 0,1 1-1 0 0,9-11 0 0 0,-13 17-589 0 0,0 0 0 0 0,1 0 0 0 0,-1 0-1 0 0,0 0 1 0 0,0 0 0 0 0,1 0 0 0 0,-1 0-1 0 0,1 1 1 0 0,-1-1 0 0 0,0 0-1 0 0,1 1 1 0 0,-1 0 0 0 0,1-1 0 0 0,0 1-1 0 0,2-1 1 0 0,-3 2-54 0 0,1-1 1 0 0,0 0-1 0 0,0 1 0 0 0,0-1 1 0 0,-1 1-1 0 0,1-1 0 0 0,0 1 0 0 0,0 0 1 0 0,-1 0-1 0 0,1 0 0 0 0,-1 0 1 0 0,1 0-1 0 0,-1 0 0 0 0,1 0 0 0 0,-1 0 1 0 0,2 3-1 0 0,0-1 20 0 0,0 1-1 0 0,0 0 1 0 0,-1 0 0 0 0,1 0-1 0 0,-1 0 1 0 0,0 0-1 0 0,0 1 1 0 0,1 5 0 0 0,10 40 429 0 0,-12-44-534 0 0,1 2-70 0 0,12 67 47 0 0,-13-63-49 0 0,0 0 0 0 0,0 1 0 0 0,-2-1 0 0 0,-1 15 0 0 0,2-24-11 0 0,-1-1 1 0 0,0 1 0 0 0,1-1-1 0 0,-1 0 1 0 0,0 1 0 0 0,0-1-1 0 0,-1 0 1 0 0,0 2 0 0 0,1-3 3 0 0,1-1 1 0 0,0 0-1 0 0,0 0 0 0 0,0 1 1 0 0,0-1-1 0 0,-1 0 0 0 0,1 0 1 0 0,0 0-1 0 0,0 1 0 0 0,-1-1 0 0 0,1 0 1 0 0,0 0-1 0 0,0 0 0 0 0,-1 0 1 0 0,1 1-1 0 0,0-1 0 0 0,0 0 1 0 0,-1 0-1 0 0,1 0 0 0 0,0 0 1 0 0,0 0-1 0 0,-1 0 0 0 0,1 0 1 0 0,0 0-1 0 0,-1 0 0 0 0,1 0 1 0 0,-1 0-1 0 0,1-1-1 0 0,-1 1 0 0 0,1 0 1 0 0,0-1-1 0 0,-1 1 0 0 0,1-1 0 0 0,-1 0 0 0 0,1 1 0 0 0,0-1 1 0 0,-1 1-1 0 0,1-1 0 0 0,0 1 0 0 0,-1-1 0 0 0,1 0 1 0 0,0 1-1 0 0,0-1 0 0 0,0 0 0 0 0,0-1 0 0 0,-3-9-194 0 0,2-1 0 0 0,-1 0-1 0 0,2 0 1 0 0,0 0 0 0 0,0 0-1 0 0,4-22 1 0 0,-3 26 105 0 0,1 0-1 0 0,0 0 0 0 0,0 0 1 0 0,1 0-1 0 0,0 1 1 0 0,1-1-1 0 0,0 1 1 0 0,0 0-1 0 0,0 0 1 0 0,10-11-1 0 0,-14 16 99 0 0,1 1 0 0 0,0 0 0 0 0,0 0 0 0 0,1 0 0 0 0,-1 0 0 0 0,0 0 0 0 0,0 0 1 0 0,0 0-1 0 0,1 0 0 0 0,-1 0 0 0 0,1 1 0 0 0,-1-1 0 0 0,0 0 0 0 0,1 1 0 0 0,-1-1 0 0 0,1 1 0 0 0,-1 0 0 0 0,1-1 0 0 0,-1 1 0 0 0,1 0 0 0 0,0 0 0 0 0,-1 0 1 0 0,1 0-1 0 0,-1 0 0 0 0,4 1 0 0 0,-4 0 58 0 0,1 0 0 0 0,0 0 0 0 0,0 0 0 0 0,0 0 0 0 0,0 1 1 0 0,-1-1-1 0 0,1 1 0 0 0,-1-1 0 0 0,1 1 0 0 0,-1 0 0 0 0,1-1 0 0 0,-1 1 1 0 0,0 0-1 0 0,0 0 0 0 0,0 0 0 0 0,0 0 0 0 0,1 3 0 0 0,12 36 1155 0 0,13 61 0 0 0,-17-60-600 0 0,-8-37-351 0 0,0-5-95 0 0,0-10-34 0 0,0-18-143 0 0,-1 14-144 0 0,0 0 0 0 0,0 1 0 0 0,2-1 0 0 0,0 0 0 0 0,0 1 0 0 0,1 0 0 0 0,1 0 0 0 0,0 0 0 0 0,1 1 0 0 0,14-23 0 0 0,-18 32 132 0 0,0 0 0 0 0,0 0 0 0 0,1 0 1 0 0,0 0-1 0 0,-1 0 0 0 0,1 1 0 0 0,0 0 0 0 0,0-1 0 0 0,5-1 1 0 0,-7 3 15 0 0,0 1 1 0 0,0-1 0 0 0,0 1-1 0 0,0 0 1 0 0,0 0 0 0 0,1-1-1 0 0,-1 1 1 0 0,0 0 0 0 0,0 0 0 0 0,0 0-1 0 0,0 0 1 0 0,1 0 0 0 0,-1 1-1 0 0,0-1 1 0 0,0 0 0 0 0,0 0-1 0 0,0 1 1 0 0,0-1 0 0 0,0 1-1 0 0,0-1 1 0 0,0 1 0 0 0,0-1-1 0 0,0 1 1 0 0,0 0 0 0 0,0-1 0 0 0,0 1-1 0 0,0 0 1 0 0,0 0 0 0 0,0 0-1 0 0,-1 0 1 0 0,1 0 0 0 0,0-1-1 0 0,0 3 1 0 0,5 8 165 0 0,-1-1 0 0 0,0 1-1 0 0,-1 0 1 0 0,0 0 0 0 0,0 1 0 0 0,1 12 0 0 0,4 11-132 0 0,-2-3-2379 0 0,-6-27-3544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1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31 189 2761 0 0,'1'-1'245'0'0,"0"0"1"0"0,0-1 0 0 0,0 1-1 0 0,0-1 1 0 0,0 1 0 0 0,0-1 0 0 0,0 1-1 0 0,-1-1 1 0 0,1 0 0 0 0,-1 1-1 0 0,1-1 1 0 0,-1 0 0 0 0,1 1-1 0 0,-1-4 1 0 0,1 2 197 0 0,-1 2-343 0 0,0 1-1 0 0,1-1 1 0 0,-1 1-1 0 0,0-1 1 0 0,0 1-1 0 0,0-1 1 0 0,0 0-1 0 0,0 1 0 0 0,0-1 1 0 0,0 1-1 0 0,0-1 1 0 0,0 1-1 0 0,0-1 1 0 0,0 1-1 0 0,0-1 1 0 0,0 1-1 0 0,0-1 0 0 0,0 1 1 0 0,0-1-1 0 0,-1 1 1 0 0,1-1-1 0 0,0 1 1 0 0,0-1-1 0 0,-1 1 0 0 0,1-1 1 0 0,0 1-1 0 0,-1-1 1 0 0,1 1-1 0 0,0 0 1 0 0,-1-1-1 0 0,1 1 1 0 0,-1 0-1 0 0,1-1 0 0 0,-1 1 1 0 0,0-1-1 0 0,1 1 5 0 0,-1 0 0 0 0,0 0 0 0 0,1 0 0 0 0,-1 1 0 0 0,0-1 0 0 0,1 0 0 0 0,-1 0 0 0 0,0 0 0 0 0,1 0 0 0 0,-1 1 0 0 0,0-1 0 0 0,1 0 0 0 0,-1 1 0 0 0,1-1 0 0 0,-1 0 0 0 0,1 1 0 0 0,-1-1 0 0 0,1 1 0 0 0,-1-1 0 0 0,1 1 0 0 0,-1-1 0 0 0,1 1 0 0 0,-1-1 0 0 0,1 1 1 0 0,0-1-1 0 0,-1 1 0 0 0,1 0 0 0 0,0 0 0 0 0,-4 8 127 0 0,0 1 1 0 0,1 0 0 0 0,0 0-1 0 0,1 0 1 0 0,0 0 0 0 0,0 0 0 0 0,1 0-1 0 0,0 1 1 0 0,1-1 0 0 0,1 0-1 0 0,-1 1 1 0 0,2-1 0 0 0,-1 0 0 0 0,6 16-1 0 0,-4-16-127 0 0,0 0 1 0 0,0 0-1 0 0,2-1 0 0 0,-1 1 0 0 0,1-1 0 0 0,0 0 0 0 0,1 0 1 0 0,0-1-1 0 0,1 1 0 0 0,0-1 0 0 0,0-1 0 0 0,0 1 1 0 0,1-1-1 0 0,12 8 0 0 0,-19-14-90 0 0,1 0 1 0 0,-1 0 0 0 0,1 0-1 0 0,0 0 1 0 0,-1 0-1 0 0,1 0 1 0 0,0 0-1 0 0,0-1 1 0 0,-1 1-1 0 0,1-1 1 0 0,0 1-1 0 0,0-1 1 0 0,0 0-1 0 0,0 1 1 0 0,0-1-1 0 0,0 0 1 0 0,0 0-1 0 0,0-1 1 0 0,0 1-1 0 0,0 0 1 0 0,-1-1-1 0 0,1 1 1 0 0,0-1-1 0 0,0 1 1 0 0,0-1-1 0 0,0 0 1 0 0,-1 0-1 0 0,1 0 1 0 0,0 0-1 0 0,-1 0 1 0 0,1 0-1 0 0,-1 0 1 0 0,1-1-1 0 0,-1 1 1 0 0,0 0 0 0 0,1-1-1 0 0,-1 0 1 0 0,0 1-1 0 0,0-1 1 0 0,0 1-1 0 0,0-1 1 0 0,1-3-1 0 0,2-6-52 0 0,1 0-1 0 0,-2-1 1 0 0,1 1-1 0 0,-2-1 1 0 0,1 0 0 0 0,-2 0-1 0 0,1-13 1 0 0,-1 3-180 0 0,-2 0 1 0 0,0 0-1 0 0,-4-22 1 0 0,1 26-185 0 0,0 0 0 0 0,-9-25 0 0 0,11 37 148 0 0,0 1 1 0 0,0 0-1 0 0,-1-1 1 0 0,0 1-1 0 0,0 0 0 0 0,0 1 1 0 0,-1-1-1 0 0,1 0 0 0 0,-1 1 1 0 0,0 0-1 0 0,-9-7 1 0 0,12 10 207 0 0,0 0 0 0 0,-1 1 0 0 0,1-1 0 0 0,-1 0 0 0 0,1 1 0 0 0,0-1 0 0 0,-1 1-1 0 0,1 0 1 0 0,-1-1 0 0 0,1 1 0 0 0,-1 0 0 0 0,1 0 0 0 0,-1 0 0 0 0,1 0 0 0 0,-1 0 0 0 0,0 0 0 0 0,1 0 0 0 0,-3 1 0 0 0,1 0 0 0 0,0 0 0 0 0,1 1-1 0 0,-1-1 1 0 0,1 0 0 0 0,-1 1-1 0 0,1-1 1 0 0,0 1-1 0 0,0 0 1 0 0,-4 4 0 0 0,3-3 126 0 0,-1 2 1 0 0,1-1-1 0 0,0 0 1 0 0,0 1-1 0 0,0-1 1 0 0,1 1-1 0 0,0 0 1 0 0,0 0-1 0 0,0 0 1 0 0,-2 9 0 0 0,4-13 32 0 0,0 1 1 0 0,0 0 0 0 0,0-1 0 0 0,0 1 0 0 0,1 0 0 0 0,-1-1-1 0 0,0 1 1 0 0,1 0 0 0 0,0-1 0 0 0,-1 1 0 0 0,1-1 0 0 0,0 1 0 0 0,0-1-1 0 0,-1 1 1 0 0,1-1 0 0 0,0 0 0 0 0,0 1 0 0 0,1-1 0 0 0,-1 0-1 0 0,0 0 1 0 0,0 0 0 0 0,1 0 0 0 0,-1 0 0 0 0,0 0 0 0 0,1 0 0 0 0,-1 0-1 0 0,3 0 1 0 0,3 2 212 0 0,0 0-1 0 0,0 0 0 0 0,0-1 1 0 0,13 3-1 0 0,61 6 524 0 0,-70-10-768 0 0,0-1 0 0 0,1 0 0 0 0,-1-1 0 0 0,0 0 0 0 0,14-3 0 0 0,-15 1-42 0 0,-1-1 1 0 0,0 0-1 0 0,-1 0 0 0 0,1-1 1 0 0,-1 0-1 0 0,0 0 0 0 0,11-9 1 0 0,3-5 19 0 0,23-25 0 0 0,-15 7-178 0 0,-25 29-104 0 0,2 0 0 0 0,-1 0 0 0 0,1 0 0 0 0,0 1 0 0 0,1 0 0 0 0,12-9 0 0 0,-19 16 185 0 0,0-1-1 0 0,0 0 1 0 0,0 1 0 0 0,0-1 0 0 0,1 1 0 0 0,-1-1-1 0 0,0 1 1 0 0,0 0 0 0 0,1-1 0 0 0,-1 1 0 0 0,0 0-1 0 0,1 0 1 0 0,-1 0 0 0 0,0 0 0 0 0,0 0-1 0 0,1 0 1 0 0,-1 0 0 0 0,0 1 0 0 0,1-1 0 0 0,1 1-1 0 0,-1 0 24 0 0,0 0-1 0 0,0 1 1 0 0,0-1-1 0 0,0 1 0 0 0,0-1 1 0 0,0 1-1 0 0,-1-1 1 0 0,1 1-1 0 0,-1 0 0 0 0,3 4 1 0 0,2 3 94 0 0,-1 1 1 0 0,-1 0 0 0 0,7 20-1 0 0,-10-27-71 0 0,12 38 255 0 0,-7-18-69 0 0,2 0 1 0 0,1-1 0 0 0,0 0-1 0 0,15 24 1 0 0,-22-42-108 0 0,1 0 0 0 0,-1 0 0 0 0,1-1-1 0 0,0 0 1 0 0,1 1 0 0 0,-1-1 0 0 0,0-1 0 0 0,1 1 0 0 0,7 4 0 0 0,-9-6-59 0 0,0 0 0 0 0,-1 0 0 0 0,1-1 0 0 0,0 1 0 0 0,0-1 0 0 0,-1 1 0 0 0,1-1 0 0 0,0 0 0 0 0,0 0 0 0 0,0 0 0 0 0,0 0 0 0 0,0 0 0 0 0,-1 0 0 0 0,1 0 0 0 0,0-1 0 0 0,0 1 0 0 0,0 0 0 0 0,-1-1 0 0 0,1 0 0 0 0,0 1 0 0 0,-1-1 0 0 0,1 0 1 0 0,0 0-1 0 0,-1 0 0 0 0,1 0 0 0 0,1-2 0 0 0,6-5 0 0 0,-2 0 1 0 0,1 0 0 0 0,-1-1 0 0 0,0 0-1 0 0,7-12 1 0 0,24-53-149 0 0,-30 55-177 0 0,1 1-1 0 0,1 0 1 0 0,0 1-1 0 0,24-30 1 0 0,-33 46 276 0 0,-1 0 0 0 0,1 0 0 0 0,0 1 1 0 0,-1-1-1 0 0,1 0 0 0 0,0 0 0 0 0,0 1 1 0 0,0-1-1 0 0,0 0 0 0 0,0 1 0 0 0,0-1 1 0 0,0 1-1 0 0,0-1 0 0 0,0 1 0 0 0,0 0 1 0 0,0-1-1 0 0,0 1 0 0 0,0 0 0 0 0,0 0 1 0 0,0 0-1 0 0,0 0 0 0 0,0 0 0 0 0,0 0 0 0 0,0 0 1 0 0,0 0-1 0 0,0 0 0 0 0,1 0 0 0 0,0 1 1 0 0,0 0 8 0 0,-1 0 1 0 0,1 0-1 0 0,-1 0 0 0 0,1 1 1 0 0,-1-1-1 0 0,0 0 1 0 0,1 1-1 0 0,-1-1 0 0 0,0 1 1 0 0,0 0-1 0 0,0-1 1 0 0,0 1-1 0 0,-1 0 1 0 0,1-1-1 0 0,0 1 0 0 0,0 2 1 0 0,26 101-39 0 0,-3-12 188 0 0,-20-77-92 0 0,9 24 115 0 0,-12-38-155 0 0,0 0 1 0 0,0 1 0 0 0,0-1-1 0 0,1 0 1 0 0,-1 0 0 0 0,0 0-1 0 0,1 0 1 0 0,0-1 0 0 0,-1 1-1 0 0,1 0 1 0 0,0-1 0 0 0,0 1-1 0 0,3 2 1 0 0,-4-4-7 0 0,0 0 0 0 0,-1 0 0 0 0,1 0 0 0 0,-1 0 0 0 0,1 0 0 0 0,0 0 0 0 0,-1 0 0 0 0,1 0 0 0 0,-1 0 0 0 0,1 0 0 0 0,0 0 0 0 0,-1 0 0 0 0,1 0 0 0 0,-1-1 0 0 0,1 1 0 0 0,0 0 0 0 0,-1 0 0 0 0,1-1 0 0 0,-1 1 0 0 0,1 0 0 0 0,-1-1 0 0 0,1 1 0 0 0,-1 0 0 0 0,1-1 0 0 0,-1 1 0 0 0,0-1 0 0 0,1 1 0 0 0,-1-1 0 0 0,1 1 0 0 0,-1-1 0 0 0,0 1 0 0 0,0-1 0 0 0,1 0 0 0 0,10-23 0 0 0,-8 18 0 0 0,2-5-42 0 0,0 2-132 0 0,0-1 0 0 0,8-12 0 0 0,-12 20 151 0 0,0 1 1 0 0,0-1-1 0 0,1 1 1 0 0,-1-1-1 0 0,0 1 1 0 0,1-1-1 0 0,-1 1 1 0 0,1 0-1 0 0,-1 0 0 0 0,1 0 1 0 0,0 0-1 0 0,0 0 1 0 0,-1 0-1 0 0,1 0 1 0 0,0 0-1 0 0,0 1 1 0 0,0-1-1 0 0,0 1 1 0 0,3-1-1 0 0,-3 1-16 0 0,0 1 0 0 0,0-1 0 0 0,0 1 0 0 0,-1 0 0 0 0,1-1 0 0 0,0 1 0 0 0,0 0 0 0 0,0 0 1 0 0,0 0-1 0 0,-1 1 0 0 0,1-1 0 0 0,-1 0 0 0 0,1 1 0 0 0,-1-1 0 0 0,1 1 0 0 0,-1-1 0 0 0,0 1 0 0 0,0 0 0 0 0,0-1 0 0 0,0 1 0 0 0,0 0 0 0 0,1 2 0 0 0,4 8-239 0 0,-1 0 0 0 0,4 15 0 0 0,-8-23 221 0 0,20 67-333 0 0,-4 0-1 0 0,-2 2 1 0 0,8 133-1 0 0,-23-188 398 0 0,0-1-1 0 0,-1 1 1 0 0,-1 0-1 0 0,-1-1 1 0 0,-1 0-1 0 0,0 0 1 0 0,-1 0 0 0 0,-8 18-1 0 0,8-24-17 0 0,0 0-1 0 0,-1 0 1 0 0,0 0-1 0 0,-1-1 1 0 0,0 0-1 0 0,0-1 1 0 0,-1 1-1 0 0,-1-1 1 0 0,1-1-1 0 0,-1 0 1 0 0,-1 0-1 0 0,-14 9 1 0 0,15-12-105 0 0,0-1 1 0 0,0 0-1 0 0,0-1 0 0 0,-1 0 1 0 0,1 0-1 0 0,-1-1 1 0 0,0 0-1 0 0,0-1 1 0 0,1 0-1 0 0,-1-1 1 0 0,-15 0-1 0 0,17-1 39 0 0,0 0 0 0 0,0 0-1 0 0,0 0 1 0 0,1-1 0 0 0,-1 0 0 0 0,0-1 0 0 0,1 0-1 0 0,-1 0 1 0 0,1 0 0 0 0,0-1 0 0 0,0 0 0 0 0,1-1 0 0 0,-1 1-1 0 0,-9-11 1 0 0,12 10 162 0 0,0 1 0 0 0,1-1 1 0 0,-1-1-1 0 0,2 1 0 0 0,-1 0 0 0 0,0-1 0 0 0,1 0 1 0 0,0 1-1 0 0,0-1 0 0 0,1 0 0 0 0,0 0 0 0 0,0 0 1 0 0,0 0-1 0 0,0 0 0 0 0,1 0 0 0 0,1-6 0 0 0,-1 2 167 0 0,1 0 0 0 0,1 0 0 0 0,-1 0-1 0 0,2 1 1 0 0,-1-1 0 0 0,1 1 0 0 0,1-1 0 0 0,0 1 0 0 0,5-9-1 0 0,-4 10-7 0 0,1 0-1 0 0,0 1 0 0 0,0-1 1 0 0,0 1-1 0 0,1 1 0 0 0,9-8 1 0 0,50-31 772 0 0,-29 21-623 0 0,32-26-1768 0 0,-56 39-4820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4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229 104 11979 0 0,'0'0'146'0'0,"1"-1"0"0"0,-1 1 0 0 0,0 0 0 0 0,1-1 0 0 0,-1 1 0 0 0,0 0 0 0 0,0-1 1 0 0,1 1-1 0 0,-1-1 0 0 0,0 1 0 0 0,0 0 0 0 0,0-1 0 0 0,0 1 0 0 0,0-1 0 0 0,1 1 1 0 0,-1 0-1 0 0,0-1 0 0 0,0 1 0 0 0,0-1 0 0 0,0 1 0 0 0,0-1 0 0 0,0 1 0 0 0,0-1 1 0 0,-1 1-1 0 0,1 0 0 0 0,0-1 0 0 0,0 1 0 0 0,0-1 0 0 0,0 1 0 0 0,0 0 1 0 0,-1-1-1 0 0,1 1 0 0 0,0-1 0 0 0,0 1 0 0 0,-1 0 0 0 0,1-1 0 0 0,0 1 0 0 0,-1 0 1 0 0,1 0-1 0 0,0-1 0 0 0,-1 1 0 0 0,1 0 0 0 0,0-1 0 0 0,-1 1 0 0 0,1 0 0 0 0,-1 0 1 0 0,0 0-1 0 0,-25-12-41 0 0,21 11 144 0 0,-1-1-192 0 0,1 0-1 0 0,-1 0 1 0 0,0 1 0 0 0,0 0-1 0 0,0 0 1 0 0,0 1 0 0 0,0 0-1 0 0,0 0 1 0 0,0 0 0 0 0,0 1-1 0 0,0-1 1 0 0,1 2 0 0 0,-1-1 0 0 0,0 0-1 0 0,0 1 1 0 0,1 0 0 0 0,-1 1-1 0 0,1-1 1 0 0,0 1 0 0 0,-1 0-1 0 0,1 0 1 0 0,0 1 0 0 0,1 0 0 0 0,-1-1-1 0 0,1 1 1 0 0,0 1 0 0 0,0-1-1 0 0,0 1 1 0 0,0 0 0 0 0,1-1-1 0 0,0 2 1 0 0,0-1 0 0 0,0 0 0 0 0,1 1-1 0 0,-1-1 1 0 0,-2 11 0 0 0,2-3-35 0 0,0-1 1 0 0,1 0-1 0 0,0 1 1 0 0,1-1-1 0 0,1 1 1 0 0,0-1-1 0 0,0 1 1 0 0,1 0 0 0 0,1-1-1 0 0,3 14 1 0 0,-4-22 22 0 0,1-1 0 0 0,-1 1 0 0 0,1-1 0 0 0,0 0 0 0 0,0 1 0 0 0,0-1 0 0 0,0 0 0 0 0,0 0 0 0 0,1-1 0 0 0,0 1 1 0 0,-1 0-1 0 0,1-1 0 0 0,0 0 0 0 0,0 1 0 0 0,0-1 0 0 0,0 0 0 0 0,1-1 0 0 0,6 4 0 0 0,-6-4-36 0 0,1 1 0 0 0,-1-1 0 0 0,1 0 0 0 0,0 0 0 0 0,-1-1-1 0 0,1 1 1 0 0,0-1 0 0 0,-1 0 0 0 0,1 0 0 0 0,0-1 0 0 0,0 1 0 0 0,-1-1-1 0 0,1 0 1 0 0,6-3 0 0 0,7-3 11 0 0,0-1-1 0 0,-1 0 0 0 0,1-2 1 0 0,-2 0-1 0 0,0 0 0 0 0,0-2 1 0 0,17-15-1 0 0,-11 6-96 0 0,0-1 1 0 0,-1 0-1 0 0,-1-2 1 0 0,-1 0-1 0 0,-1-1 0 0 0,16-32 1 0 0,-32 53 11 0 0,0-1 1 0 0,-1 1 0 0 0,0-1-1 0 0,1 1 1 0 0,-2-1 0 0 0,1 0-1 0 0,0-4 1 0 0,-1 7 28 0 0,0 1-1 0 0,0-1 1 0 0,0 0 0 0 0,-1 1 0 0 0,1-1-1 0 0,0 1 1 0 0,-1-1 0 0 0,1 0-1 0 0,-1 1 1 0 0,-1-3 0 0 0,2 3 11 0 0,-1 0 1 0 0,1 1-1 0 0,-1-1 1 0 0,1 0-1 0 0,-1 1 1 0 0,0-1-1 0 0,1 1 0 0 0,-1-1 1 0 0,0 1-1 0 0,1-1 1 0 0,-1 1-1 0 0,0 0 1 0 0,0-1-1 0 0,1 1 0 0 0,-1 0 1 0 0,0-1-1 0 0,0 1 1 0 0,0 0-1 0 0,1 0 0 0 0,-1 0 1 0 0,0 0-1 0 0,-1 0 1 0 0,0 0-12 0 0,0 1 0 0 0,0-1 0 0 0,0 1 0 0 0,0-1 0 0 0,0 1 0 0 0,0 0 0 0 0,0 0 0 0 0,0 0 0 0 0,1 0-1 0 0,-1 0 1 0 0,-3 2 0 0 0,-16 17-318 0 0,19-18 329 0 0,-7 7-50 0 0,1 1 1 0 0,0 0 0 0 0,-11 19 0 0 0,17-26 79 0 0,1 0 0 0 0,-1 1 0 0 0,1-1 1 0 0,0 1-1 0 0,0-1 0 0 0,0 1 0 0 0,0-1 1 0 0,1 1-1 0 0,0-1 0 0 0,-1 1 0 0 0,1 0 1 0 0,0-1-1 0 0,1 1 0 0 0,-1 0 0 0 0,1-1 0 0 0,-1 1 1 0 0,3 6-1 0 0,0-5 105 0 0,-1 1 0 0 0,1 0 0 0 0,0-1 1 0 0,1 0-1 0 0,-1 1 0 0 0,1-1 0 0 0,0-1 0 0 0,0 1 0 0 0,1-1 1 0 0,-1 1-1 0 0,7 4 0 0 0,-7-7-54 0 0,0 1-1 0 0,0 0 1 0 0,0-1 0 0 0,1 0 0 0 0,-1 0-1 0 0,0 0 1 0 0,1-1 0 0 0,-1 1 0 0 0,1-1-1 0 0,0 0 1 0 0,-1 0 0 0 0,1-1-1 0 0,0 0 1 0 0,0 1 0 0 0,6-2 0 0 0,0 0-32 0 0,-1-1 1 0 0,1-1 0 0 0,-1 0-1 0 0,0 0 1 0 0,1-1-1 0 0,-2 0 1 0 0,1-1 0 0 0,0 0-1 0 0,-1 0 1 0 0,0-1-1 0 0,0-1 1 0 0,-1 1 0 0 0,1-1-1 0 0,-2-1 1 0 0,1 1-1 0 0,-1-1 1 0 0,0-1 0 0 0,-1 1-1 0 0,6-11 1 0 0,3-6-290 0 0,11-30 0 0 0,-4 7-329 0 0,-22 47 571 0 0,0 0 1 0 0,1-1 0 0 0,0 1-1 0 0,-1 0 1 0 0,1 0 0 0 0,0 0 0 0 0,-1 0-1 0 0,1 0 1 0 0,0 0 0 0 0,0 1 0 0 0,0-1-1 0 0,0 0 1 0 0,0 0 0 0 0,0 0-1 0 0,0 1 1 0 0,0-1 0 0 0,1 0 0 0 0,-1 1 22 0 0,0 0 0 0 0,-1 0 0 0 0,1 0 1 0 0,0 1-1 0 0,-1-1 0 0 0,1 0 0 0 0,-1 0 1 0 0,1 1-1 0 0,0-1 0 0 0,-1 0 0 0 0,1 1 0 0 0,-1-1 1 0 0,1 1-1 0 0,-1-1 0 0 0,1 0 0 0 0,-1 1 1 0 0,0-1-1 0 0,1 1 0 0 0,-1 0 0 0 0,1-1 1 0 0,-1 1-1 0 0,0-1 0 0 0,0 1 0 0 0,1-1 0 0 0,-1 1 1 0 0,0 0-1 0 0,0-1 0 0 0,0 1 0 0 0,1 0 1 0 0,-1-1-1 0 0,0 2 0 0 0,7 27 208 0 0,5 45 1 0 0,-1-9-56 0 0,-8-45-51 0 0,4 19 89 0 0,-6-36-151 0 0,0 0-1 0 0,0 0 1 0 0,0 0-1 0 0,1 0 0 0 0,-1 0 1 0 0,1 0-1 0 0,0-1 1 0 0,-1 1-1 0 0,4 3 1 0 0,-4-6-37 0 0,-1 1 1 0 0,0-1-1 0 0,0 0 1 0 0,1 0-1 0 0,-1 1 1 0 0,0-1-1 0 0,0 0 0 0 0,1 0 1 0 0,-1 0-1 0 0,0 0 1 0 0,1 0-1 0 0,-1 1 1 0 0,0-1-1 0 0,1 0 1 0 0,-1 0-1 0 0,0 0 1 0 0,1 0-1 0 0,-1 0 1 0 0,0 0-1 0 0,1 0 0 0 0,-1 0 1 0 0,0 0-1 0 0,1 0 1 0 0,-1 0-1 0 0,0 0 1 0 0,1 0-1 0 0,-1 0 1 0 0,0-1-1 0 0,1 1 1 0 0,-1 0-1 0 0,0 0 1 0 0,0 0-1 0 0,1 0 0 0 0,-1-1 1 0 0,0 1-1 0 0,1 0 1 0 0,-1 0-1 0 0,0-1 1 0 0,0 1-1 0 0,1 0 1 0 0,-1 0-1 0 0,0-1 1 0 0,0 1-1 0 0,0 0 1 0 0,0 0-1 0 0,1-1 0 0 0,-1 1 1 0 0,0 0-1 0 0,0-1 1 0 0,0 1-1 0 0,8-22 186 0 0,-7 17-170 0 0,6-17-71 0 0,2 0 0 0 0,12-24 0 0 0,-17 39 38 0 0,0 0-1 0 0,1 0 1 0 0,-1 1 0 0 0,1 0 0 0 0,1 0 0 0 0,-1 0 0 0 0,1 0-1 0 0,0 1 1 0 0,0 0 0 0 0,8-5 0 0 0,-12 9 22 0 0,0 0 0 0 0,0 0 0 0 0,1 0 0 0 0,-1 0 0 0 0,1 0 0 0 0,-1 1 0 0 0,0-1 0 0 0,1 1 0 0 0,0 0 0 0 0,-1-1 0 0 0,1 1 0 0 0,-1 0 0 0 0,1 1 0 0 0,-1-1 0 0 0,1 0 1 0 0,-1 1-1 0 0,1-1 0 0 0,-1 1 0 0 0,0 0 0 0 0,1 0 0 0 0,-1 0 0 0 0,0 0 0 0 0,1 0 0 0 0,-1 0 0 0 0,0 1 0 0 0,0-1 0 0 0,2 3 0 0 0,6 5 55 0 0,0 0-1 0 0,-1 0 1 0 0,0 1 0 0 0,8 12-1 0 0,-4-5-32 0 0,3 0-44 0 0,-10-11-1198 0 0,-1 0-1 0 0,9 12 0 0 0,-11-12-5825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4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59 110 3225 0 0,'-2'-4'534'0'0,"0"1"0"0"0,-1-1 0 0 0,0 0 1 0 0,0 1-1 0 0,0-1 0 0 0,0 1 0 0 0,0 0 0 0 0,-1 0 1 0 0,1 0-1 0 0,-7-3 0 0 0,0-1 1407 0 0,9 6-1798 0 0,1 1-1 0 0,-1 0 0 0 0,0 0 1 0 0,1-1-1 0 0,-1 1 1 0 0,1-1-1 0 0,-1 1 0 0 0,1 0 1 0 0,0-1-1 0 0,-1 1 0 0 0,1-1 1 0 0,-1 1-1 0 0,1-1 1 0 0,0 1-1 0 0,-1-1 0 0 0,1 1 1 0 0,0-1-1 0 0,-1 1 0 0 0,1-1 1 0 0,0 1-1 0 0,0-1 1 0 0,0 0-1 0 0,0 1 0 0 0,0-1 1 0 0,-1 0-1 0 0,1 1 0 0 0,0-1 1 0 0,0 1-1 0 0,0-1 1 0 0,1 0-1 0 0,-1 1 0 0 0,0-1 1 0 0,0 1-1 0 0,0-1 0 0 0,0 0 1 0 0,1 1-1 0 0,-1-1 0 0 0,0 1 1 0 0,0-1-1 0 0,1 1 1 0 0,-1-1-1 0 0,0 1 0 0 0,1-1 1 0 0,0 0-1 0 0,1-1 28 0 0,0-1 1 0 0,0 1-1 0 0,0 0 0 0 0,0 0 1 0 0,0 0-1 0 0,0 0 0 0 0,1 0 0 0 0,-1 0 1 0 0,1 1-1 0 0,0-1 0 0 0,-1 1 1 0 0,1 0-1 0 0,0 0 0 0 0,0 0 0 0 0,0 0 1 0 0,0 0-1 0 0,0 1 0 0 0,0-1 1 0 0,0 1-1 0 0,0 0 0 0 0,0 0 0 0 0,0 0 1 0 0,0 0-1 0 0,0 0 0 0 0,4 2 1 0 0,22-2 50 0 0,-24-1-250 0 0,1 1 0 0 0,-1 0 0 0 0,0 0 0 0 0,0 0 0 0 0,10 3-1 0 0,-10-3 6 0 0,0 1 0 0 0,0 0 0 0 0,0-1 0 0 0,0 0 0 0 0,0 0 0 0 0,0 0 0 0 0,0-1 0 0 0,0 1 0 0 0,-1-1 0 0 0,1-1-1 0 0,0 1 1 0 0,6-3 0 0 0,6-1-810 0 0,-12 4-1050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4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24 4145 0 0,'7'-22'1114'0'0,"-5"20"1215"0"0,-4 16-20 0 0,-12 77 3450 0 0,8 48-2579 0 0,7-110-2936 0 0,3 29 0 0 0,-2-46-598 0 0,0 1 1 0 0,1-1 0 0 0,0-1-1 0 0,10 23 1 0 0,-7-21-913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5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14 456 0 0,'7'-14'1404'0'0,"-5"15"1027"0"0,2-1-1222 0 0,2 5 2821 0 0,-2 0-3705 0 0,0 2 0 0 0,0-1 0 0 0,-1 0 0 0 0,0 1 0 0 0,0 0 0 0 0,0-1 1 0 0,1 10-1 0 0,14 43 1186 0 0,-10-36-703 0 0,-1 0 1 0 0,-1 0-1 0 0,-1 0 0 0 0,3 46 1 0 0,-8-69-767 0 0,0 1 0 0 0,0 0 0 0 0,0 0 0 0 0,0 0 0 0 0,0 0 0 0 0,0 0 0 0 0,0-1 0 0 0,0 1 0 0 0,0 0 0 0 0,-1 0 0 0 0,1 0-1 0 0,0-1 1 0 0,-1 3 0 0 0,0-3-32 0 0,1 0 0 0 0,0 0-1 0 0,0 0 1 0 0,0 0 0 0 0,-1 0 0 0 0,1 0-1 0 0,0 0 1 0 0,0 0 0 0 0,0 0-1 0 0,-1 0 1 0 0,1 0 0 0 0,0 0-1 0 0,0 0 1 0 0,0-1 0 0 0,-1 1-1 0 0,1 0 1 0 0,0 0 0 0 0,0 0-1 0 0,0 0 1 0 0,0 0 0 0 0,-1 0-1 0 0,1 0 1 0 0,0 0 0 0 0,0-1-1 0 0,0 1 1 0 0,0 0 0 0 0,0 0-1 0 0,0 0 1 0 0,-1 0 0 0 0,1-1-1 0 0,0 1 1 0 0,0 0 0 0 0,0 0-1 0 0,0 0 1 0 0,-2-3 10 0 0,0 0 0 0 0,1 0 0 0 0,0 0 0 0 0,-1-1-1 0 0,0-4 1 0 0,0 1 2 0 0,1 1 0 0 0,-1-1-1 0 0,2 0 1 0 0,-1 0 0 0 0,1 0-1 0 0,0 1 1 0 0,1-1 0 0 0,-1 0 0 0 0,1 0-1 0 0,1 0 1 0 0,-1 1 0 0 0,1-1-1 0 0,0 1 1 0 0,1-1 0 0 0,-1 1-1 0 0,1 0 1 0 0,1 0 0 0 0,-1 0-1 0 0,1 0 1 0 0,0 1 0 0 0,0-1-1 0 0,10-8 1 0 0,2 0-54 0 0,1 1 0 0 0,0 1 0 0 0,0 1 0 0 0,1 0 0 0 0,35-14 0 0 0,-34 16-174 0 0,-14 6-206 0 0,2 0 0 0 0,-1 1 0 0 0,0-1 0 0 0,0 1 0 0 0,1 0 0 0 0,6 0 0 0 0,1 0-5420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5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153 516 3225 0 0,'1'1'50'0'0,"-1"0"-40"0"0,1-1-1 0 0,-1 0 1 0 0,0 1 0 0 0,1-1 0 0 0,-1 0-1 0 0,1 1 1 0 0,-1-1 0 0 0,0 0-1 0 0,1 1 1 0 0,-1-1 0 0 0,1 0-1 0 0,-1 0 1 0 0,1 1 0 0 0,-1-1 0 0 0,1 0-1 0 0,-1 0 1 0 0,1 0 0 0 0,-1 0-1 0 0,1 0 1 0 0,-1 0 0 0 0,1 0-1 0 0,-1 0 1 0 0,1 0 0 0 0,0 0-1 0 0,-1 0 1 0 0,1 0 0 0 0,-1 0 0 0 0,1 0-1 0 0,-1 0 1 0 0,1 0 0 0 0,-1-1-1 0 0,1 1 1 0 0,0 0 0 0 0,-1-2 423 0 0,0 1 1 0 0,0-1 0 0 0,0 1 0 0 0,0-1-1 0 0,0 1 1 0 0,0-1 0 0 0,0 1-1 0 0,-1-1 1 0 0,1 1 0 0 0,-1-2-1 0 0,1 2-318 0 0,0 0 0 0 0,-1 0 0 0 0,1-1-1 0 0,0 1 1 0 0,-1 0 0 0 0,1 0 0 0 0,-1 0-1 0 0,1 0 1 0 0,-1 0 0 0 0,1 1 0 0 0,-1-1-1 0 0,0 0 1 0 0,1 0 0 0 0,-1 0 0 0 0,0 0-1 0 0,0 1 1 0 0,0-1 0 0 0,1 0-1 0 0,-1 1 1 0 0,-1-1 0 0 0,-9-4 307 0 0,10 4-390 0 0,0 1 1 0 0,0-1-1 0 0,0 1 0 0 0,0-1 0 0 0,0 1 0 0 0,0 0 1 0 0,0-1-1 0 0,0 1 0 0 0,0 0 0 0 0,0 0 0 0 0,0 0 1 0 0,0 0-1 0 0,0 0 0 0 0,0 0 0 0 0,-1 0 0 0 0,-1 0 1 0 0,-56 13 1407 0 0,55-12-1344 0 0,0 0 0 0 0,-1 1 0 0 0,1 0 0 0 0,0 0 1 0 0,0 0-1 0 0,0 0 0 0 0,-5 5 0 0 0,6-6-42 0 0,1 1-1 0 0,0 0 1 0 0,0 0 0 0 0,0 0-1 0 0,0 0 1 0 0,0 0 0 0 0,1 1-1 0 0,-1-1 1 0 0,1 0 0 0 0,-1 1-1 0 0,1-1 1 0 0,0 1-1 0 0,-1 3 1 0 0,1-2 66 0 0,0 1 0 0 0,1 0 0 0 0,0 0 0 0 0,0 0-1 0 0,0 0 1 0 0,0 0 0 0 0,1 0 0 0 0,0 0 0 0 0,0 0 0 0 0,0 0 0 0 0,4 9-1 0 0,-4-13-79 0 0,0 1 0 0 0,0 0-1 0 0,-1 0 1 0 0,1-1-1 0 0,0 1 1 0 0,0 0 0 0 0,1-1-1 0 0,-1 1 1 0 0,0-1-1 0 0,1 0 1 0 0,-1 1 0 0 0,0-1-1 0 0,1 0 1 0 0,0 0-1 0 0,-1 0 1 0 0,1 0 0 0 0,0 0-1 0 0,-1 0 1 0 0,1 0-1 0 0,0 0 1 0 0,0-1 0 0 0,0 1-1 0 0,-1-1 1 0 0,1 0-1 0 0,0 1 1 0 0,0-1 0 0 0,0 0-1 0 0,0 0 1 0 0,0 0-1 0 0,0 0 1 0 0,0-1 0 0 0,0 1-1 0 0,2-1 1 0 0,0 0-77 0 0,1-1 0 0 0,-1 1 0 0 0,0-1 0 0 0,0 0 0 0 0,0 0 0 0 0,0-1 0 0 0,0 1 0 0 0,0-1 0 0 0,-1 0 0 0 0,1 0 0 0 0,-1 0 0 0 0,0 0 0 0 0,0-1 0 0 0,0 1 0 0 0,0-1 0 0 0,2-5 0 0 0,2-4-239 0 0,-1-1 0 0 0,0 0 0 0 0,6-23 0 0 0,2-6-109 0 0,-14 42 326 0 0,0 1-1 0 0,0-1 1 0 0,1 1-1 0 0,-1-1 1 0 0,0 1 0 0 0,0-1-1 0 0,1 1 1 0 0,-1-1 0 0 0,1 1-1 0 0,-1 0 1 0 0,0-1-1 0 0,1 1 1 0 0,-1 0 0 0 0,1-1-1 0 0,-1 1 1 0 0,1 0 0 0 0,-1-1-1 0 0,1 1 1 0 0,7-7-616 0 0,-8 7 665 0 0,0 0 0 0 0,0 0 0 0 0,0-1 0 0 0,1 1 0 0 0,-1 0 0 0 0,0 0 0 0 0,0 0 0 0 0,0 0 1 0 0,0-1-1 0 0,0 1 0 0 0,1 0 0 0 0,-1 0 0 0 0,0 0 0 0 0,0 0 0 0 0,0 0 0 0 0,0-1 0 0 0,1 1 0 0 0,-1 0 0 0 0,0 0 0 0 0,0 0 0 0 0,0 0 0 0 0,1 0 1 0 0,-1 0-1 0 0,0 0 0 0 0,0 0 0 0 0,1 0 0 0 0,-1 0 0 0 0,0 0 0 0 0,0 0 0 0 0,0 0 0 0 0,1 0 0 0 0,-1 0 0 0 0,0 0 0 0 0,0 0 0 0 0,0 0 1 0 0,1 0-1 0 0,-1 0 0 0 0,0 0 0 0 0,0 1 0 0 0,0-1 0 0 0,1 0 0 0 0,-1 0 0 0 0,0 0 0 0 0,0 0 0 0 0,0 0 0 0 0,0 1 0 0 0,1-1 0 0 0,-1 0 0 0 0,0 0 1 0 0,0 0-1 0 0,0 0 0 0 0,0 1 0 0 0,0-1 0 0 0,0 0 0 0 0,1 0 0 0 0,-1 0 0 0 0,0 1 0 0 0,0-1 0 0 0,0 0 0 0 0,0 1 0 0 0,9 17 61 0 0,-6-11 73 0 0,28 60 1796 0 0,-23-47-1409 0 0,1-1 0 0 0,16 25 0 0 0,-21-38-440 0 0,0-1-1 0 0,0 0 1 0 0,0 1 0 0 0,1-1 0 0 0,0-1 0 0 0,0 1-1 0 0,0-1 1 0 0,1 0 0 0 0,-1 0 0 0 0,1-1 0 0 0,10 5-1 0 0,-1-2-10 0 0,-1-1-1 0 0,1-1 0 0 0,0-1 0 0 0,0 0 0 0 0,1-1 0 0 0,-1 0 0 0 0,1-1 1 0 0,-1-1-1 0 0,1-1 0 0 0,-1 0 0 0 0,0-1 0 0 0,1 0 0 0 0,-1-1 0 0 0,0-1 1 0 0,-1-1-1 0 0,1 0 0 0 0,-1 0 0 0 0,0-2 0 0 0,0 0 0 0 0,0 0 0 0 0,-1-2 0 0 0,0 1 1 0 0,-1-2-1 0 0,0 1 0 0 0,12-14 0 0 0,-7 5-114 0 0,-1 0 0 0 0,-1-1 0 0 0,0-1 1 0 0,-1-1-1 0 0,-1 0 0 0 0,10-24 0 0 0,58-167-3020 0 0,-77 196 2488 0 0,1-1 0 0 0,-2 0-1 0 0,0 0 1 0 0,0-23 0 0 0,-3 33 431 0 0,0 1-1 0 0,0 0 0 0 0,0 0 1 0 0,-1-1-1 0 0,0 1 1 0 0,-1 0-1 0 0,1 0 0 0 0,-1 0 1 0 0,0 0-1 0 0,-1 0 1 0 0,1 1-1 0 0,-1-1 0 0 0,0 1 1 0 0,-1-1-1 0 0,-4-5 0 0 0,6 9 121 0 0,0 0 0 0 0,0 0 0 0 0,0 0 0 0 0,0 0 0 0 0,0 1 0 0 0,-1-1-1 0 0,1 1 1 0 0,-1-1 0 0 0,1 1 0 0 0,-1 0 0 0 0,1 0 0 0 0,-1 0-1 0 0,0 0 1 0 0,1 1 0 0 0,-1-1 0 0 0,0 1 0 0 0,0-1 0 0 0,1 1-1 0 0,-6 0 1 0 0,5 1 40 0 0,-1-1-1 0 0,1 1 1 0 0,0 0-1 0 0,-1 0 1 0 0,1 1-1 0 0,0-1 1 0 0,0 1-1 0 0,0-1 1 0 0,0 1 0 0 0,0 0-1 0 0,0 0 1 0 0,0 0-1 0 0,1 1 1 0 0,-1-1-1 0 0,-3 5 1 0 0,-12 15 481 0 0,0 0 0 0 0,1 1 1 0 0,2 1-1 0 0,-23 48 0 0 0,31-56-225 0 0,0 1 0 0 0,2 0-1 0 0,0 0 1 0 0,1 0 0 0 0,1 0 0 0 0,1 1-1 0 0,0-1 1 0 0,1 1 0 0 0,1 18-1 0 0,2-16 108 0 0,1-1 0 0 0,0-1 0 0 0,2 1 0 0 0,0 0 0 0 0,1-1 0 0 0,1 0 0 0 0,15 30 0 0 0,-15-35-308 0 0,1-1 0 0 0,0 0 0 0 0,0 0 1 0 0,1 0-1 0 0,1-1 0 0 0,0-1 0 0 0,1 0 0 0 0,0 0 0 0 0,0-1 0 0 0,23 14 1 0 0,-32-21-368 0 0,1-1 1 0 0,-1 0-1 0 0,1 0 1 0 0,0 1 0 0 0,0-2-1 0 0,0 1 1 0 0,-1 0 0 0 0,1-1-1 0 0,0 1 1 0 0,0-1 0 0 0,0 0-1 0 0,0 0 1 0 0,0 0 0 0 0,5-1-1 0 0,3-1-157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6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9674 0 0,'1'0'285'0'0,"1"1"0"0"0,-1-1-1 0 0,0 1 1 0 0,1-1 0 0 0,-1 1 0 0 0,0-1-1 0 0,0 1 1 0 0,0 0 0 0 0,0 0 0 0 0,1 0-1 0 0,-1-1 1 0 0,0 1 0 0 0,-1 0 0 0 0,1 0-1 0 0,0 0 1 0 0,0 1 0 0 0,1 0 0 0 0,12 23 1879 0 0,-10-13-1775 0 0,0 1 0 0 0,0 0 0 0 0,-2-1 0 0 0,2 15 0 0 0,2 56-21 0 0,-3-27-201 0 0,1-13-149 0 0,7 131 23 0 0,-11-167-165 0 0,0 3-338 0 0,0-1 1 0 0,-3 17 0 0 0,3-26 399 0 0,0 0 1 0 0,0 0 0 0 0,0 0 0 0 0,0 0 0 0 0,0 0 0 0 0,0 0 0 0 0,0 1 0 0 0,0-1 0 0 0,0 0-1 0 0,0 0 1 0 0,0 0 0 0 0,0 0 0 0 0,0 0 0 0 0,0 0 0 0 0,0 0 0 0 0,0 0 0 0 0,0 0 0 0 0,0 0 0 0 0,0 1-1 0 0,0-1 1 0 0,0 0 0 0 0,0 0 0 0 0,0 0 0 0 0,0 0 0 0 0,0 0 0 0 0,0 0 0 0 0,-1 0 0 0 0,1 0-1 0 0,0 0 1 0 0,0 0 0 0 0,0 0 0 0 0,0 0 0 0 0,0 0 0 0 0,0 0 0 0 0,0 0 0 0 0,0 0 0 0 0,0 0-1 0 0,0 0 1 0 0,-1 0 0 0 0,1 0 0 0 0,0 0 0 0 0,0 0 0 0 0,0 0 0 0 0,0 0 0 0 0,0 0 0 0 0,0 0 0 0 0,0 0-1 0 0,0 0 1 0 0,-1 0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6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0 108 456 0 0,'4'-8'754'0'0,"-1"1"0"0"0,1 0-1 0 0,0 0 1 0 0,0 1 0 0 0,1-1 0 0 0,0 1-1 0 0,0 0 1 0 0,1 1 0 0 0,0-1 0 0 0,0 1-1 0 0,0 0 1 0 0,0 0 0 0 0,1 1 0 0 0,10-6 0 0 0,-13 8-493 0 0,0 0 0 0 0,-1 0 0 0 0,1 1 1 0 0,0-1-1 0 0,0 1 0 0 0,1 0 1 0 0,-1 0-1 0 0,0 1 0 0 0,0-1 0 0 0,0 1 1 0 0,1 0-1 0 0,-1 0 0 0 0,0 0 0 0 0,0 0 1 0 0,1 1-1 0 0,-1 0 0 0 0,0 0 1 0 0,0 0-1 0 0,5 2 0 0 0,-4 0-91 0 0,-1-1-1 0 0,0 1 1 0 0,1 0 0 0 0,-1 0-1 0 0,0 0 1 0 0,0 1-1 0 0,-1 0 1 0 0,1-1-1 0 0,-1 1 1 0 0,0 0 0 0 0,0 1-1 0 0,0-1 1 0 0,0 0-1 0 0,-1 1 1 0 0,3 6 0 0 0,-1 0-37 0 0,0-1 1 0 0,-1 1 0 0 0,0 0 0 0 0,-1 1 0 0 0,1 18-1 0 0,-2-25-104 0 0,-1-1-1 0 0,0 1 1 0 0,0 0 0 0 0,0 0-1 0 0,-1 0 1 0 0,0 0-1 0 0,0-1 1 0 0,0 1 0 0 0,0 0-1 0 0,-1-1 1 0 0,0 1-1 0 0,0-1 1 0 0,0 1 0 0 0,-1-1-1 0 0,-4 7 1 0 0,4-8-29 0 0,0 0 0 0 0,-1-1 0 0 0,1 1 0 0 0,-1-1 1 0 0,0 0-1 0 0,1 0 0 0 0,-1 0 0 0 0,0 0 0 0 0,0-1 0 0 0,0 1 1 0 0,0-1-1 0 0,-1 0 0 0 0,1-1 0 0 0,0 1 0 0 0,-7 0 0 0 0,5-1-354 0 0,0 0-1 0 0,0 0 1 0 0,0-1-1 0 0,0 0 1 0 0,0 0-1 0 0,0 0 1 0 0,1 0-1 0 0,-1-1 1 0 0,0 0-1 0 0,-8-5 1 0 0,9 3-956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6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2761 0 0,'23'0'924'0'0,"-20"0"-256"0"0,0 0-1 0 0,-1 1 0 0 0,1 0 1 0 0,0 0-1 0 0,0 0 0 0 0,0 0 1 0 0,-1 0-1 0 0,1 1 0 0 0,0-1 0 0 0,-1 1 1 0 0,1 0-1 0 0,-1 0 0 0 0,3 2 1 0 0,9 10-386 0 0,-7-4 131 0 0,0-1 0 0 0,0 1 1 0 0,-1 1-1 0 0,-1-1 0 0 0,0 1 1 0 0,0 0-1 0 0,-1 0 0 0 0,5 20 1 0 0,-5-14-215 0 0,-1 1 1 0 0,0-1 0 0 0,-2 1-1 0 0,0-1 1 0 0,-1 23 0 0 0,-2-36-177 0 0,0-4 2 0 0,-3-9 25 0 0,-5-19 4 0 0,8 19-36 0 0,1 0 0 0 0,0 0 0 0 0,0 0 0 0 0,1 0 0 0 0,0 0 0 0 0,1 0 0 0 0,-1 0 0 0 0,2 0 0 0 0,-1 0 0 0 0,2 0 0 0 0,-1 0 0 0 0,1 0 0 0 0,0 1 0 0 0,1-1 0 0 0,0 1 0 0 0,0 0 0 0 0,1 0 0 0 0,0 1 0 0 0,0-1 1 0 0,1 1-1 0 0,0 0 0 0 0,0 0 0 0 0,0 1 0 0 0,1 0 0 0 0,0 0 0 0 0,11-6 0 0 0,-3 3-37 0 0,-1 2 1 0 0,1 0 0 0 0,25-8-1 0 0,-1 7-5821 0 0,-25 8 257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7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149 100 5529 0 0,'0'0'133'0'0,"1"-1"-1"0"0,0 1 0 0 0,0 0 1 0 0,0 0-1 0 0,0-1 0 0 0,0 1 1 0 0,-1-1-1 0 0,1 1 0 0 0,0-1 1 0 0,0 1-1 0 0,-1-1 0 0 0,1 0 1 0 0,0 1-1 0 0,-1-1 0 0 0,1 0 1 0 0,-1 1-1 0 0,1-1 0 0 0,-1 0 1 0 0,1 0-1 0 0,-1 0 1 0 0,1-1-1 0 0,-1 1 64 0 0,0 0-1 0 0,0 0 1 0 0,-1 0 0 0 0,1 0-1 0 0,0 0 1 0 0,-1 1 0 0 0,1-1 0 0 0,0 0-1 0 0,-1 0 1 0 0,1 0 0 0 0,-1 0 0 0 0,1 0-1 0 0,-1 1 1 0 0,0-1 0 0 0,1 0-1 0 0,-1 1 1 0 0,0-1 0 0 0,0 0 0 0 0,1 1-1 0 0,-1-1 1 0 0,-2 0 0 0 0,1-1-95 0 0,-1 1 1 0 0,1 0-1 0 0,-1 0 1 0 0,1 0-1 0 0,-1 0 1 0 0,0 0-1 0 0,0 0 1 0 0,1 1 0 0 0,-1-1-1 0 0,0 1 1 0 0,0 0-1 0 0,0 0 1 0 0,0 0-1 0 0,0 0 1 0 0,1 0-1 0 0,-1 1 1 0 0,0-1-1 0 0,0 1 1 0 0,0 0-1 0 0,1 0 1 0 0,-1 0 0 0 0,0 0-1 0 0,1 0 1 0 0,-1 0-1 0 0,-3 3 1 0 0,0 0 142 0 0,0 0 0 0 0,0 1 0 0 0,1 0 0 0 0,0 0 0 0 0,-1 0 0 0 0,2 0 0 0 0,-1 1 1 0 0,1-1-1 0 0,-5 8 0 0 0,6-7 16 0 0,0 0-1 0 0,0 0 1 0 0,1 0 0 0 0,0 0 0 0 0,0 0 0 0 0,0 0 0 0 0,1 1-1 0 0,0-1 1 0 0,0 0 0 0 0,1 14 0 0 0,0-16-216 0 0,0-1 1 0 0,1 1-1 0 0,-1 0 1 0 0,1-1-1 0 0,0 1 1 0 0,0 0-1 0 0,1-1 1 0 0,-1 1-1 0 0,1-1 1 0 0,0 0 0 0 0,0 0-1 0 0,0 1 1 0 0,0-1-1 0 0,0 0 1 0 0,1-1-1 0 0,-1 1 1 0 0,1 0-1 0 0,0-1 1 0 0,0 1-1 0 0,4 2 1 0 0,-1-1-37 0 0,-1-1 9 0 0,0 0-1 0 0,0 0 1 0 0,1 0-1 0 0,10 4 1 0 0,-14-6-15 0 0,0-1 0 0 0,-1 0 1 0 0,1 1-1 0 0,0-1 0 0 0,0 0 1 0 0,-1 0-1 0 0,1 0 0 0 0,0 0 0 0 0,0 0 1 0 0,0-1-1 0 0,-1 1 0 0 0,1 0 1 0 0,0-1-1 0 0,-1 0 0 0 0,1 1 1 0 0,0-1-1 0 0,-1 0 0 0 0,1 0 0 0 0,-1 1 1 0 0,1-1-1 0 0,-1-1 0 0 0,2 0 1 0 0,4-5-43 0 0,0 0 1 0 0,-1 0 0 0 0,0 0-1 0 0,0-1 1 0 0,0 0-1 0 0,-1-1 1 0 0,-1 1 0 0 0,1-1-1 0 0,-1 0 1 0 0,3-11 0 0 0,-3 8-25 0 0,-1 0 1 0 0,0-1-1 0 0,-1 1 1 0 0,0-1 0 0 0,-1 1-1 0 0,-1-1 1 0 0,-1-17-1 0 0,0 23-2 0 0,0-1 0 0 0,0 1 0 0 0,-1 0 0 0 0,-4-10-1 0 0,6 15 53 0 0,-1 0-1 0 0,0 1 0 0 0,1-1 0 0 0,-1 1 0 0 0,0-1 0 0 0,0 1 1 0 0,0-1-1 0 0,0 1 0 0 0,0-1 0 0 0,0 1 0 0 0,0 0 1 0 0,0 0-1 0 0,0-1 0 0 0,-1 1 0 0 0,1 0 0 0 0,0 0 0 0 0,-1 0 1 0 0,1 1-1 0 0,-1-1 0 0 0,1 0 0 0 0,-1 0 0 0 0,0 1 1 0 0,1-1-1 0 0,-4 0 0 0 0,3 2-41 0 0,0-1 0 0 0,1 0-1 0 0,-1 1 1 0 0,0 0 0 0 0,1-1 0 0 0,-1 1 0 0 0,0 0 0 0 0,1 0 0 0 0,-1 0-1 0 0,1 0 1 0 0,-1 0 0 0 0,1 0 0 0 0,0 0 0 0 0,-1 1 0 0 0,1-1-1 0 0,0 0 1 0 0,-2 3 0 0 0,-15 25-1938 0 0,9-10-721 0 0,6-9-2614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7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97 920 0 0,'7'-3'727'0'0,"0"0"-1"0"0,-1-1 1 0 0,1 0 0 0 0,-1 0-1 0 0,0 0 1 0 0,-1 0-1 0 0,1-1 1 0 0,-1 0 0 0 0,0 0-1 0 0,0-1 1 0 0,6-8-1 0 0,-10 14-636 0 0,-1-1 0 0 0,0 0 0 0 0,1 1 0 0 0,-1-1 0 0 0,0 1 0 0 0,1-1 0 0 0,-1 0 0 0 0,0 1 1 0 0,0-1-1 0 0,0 0 0 0 0,0 1 0 0 0,1-1 0 0 0,-1 0 0 0 0,0 1 0 0 0,0-1 0 0 0,0 0 0 0 0,-1-1 0 0 0,1 2-22 0 0,0 0 1 0 0,0-1 0 0 0,0 1-1 0 0,-1 0 1 0 0,1-1 0 0 0,0 1 0 0 0,0 0-1 0 0,-1-1 1 0 0,1 1 0 0 0,0 0-1 0 0,-1 0 1 0 0,1-1 0 0 0,0 1-1 0 0,-1 0 1 0 0,1 0 0 0 0,0-1 0 0 0,-1 1-1 0 0,1 0 1 0 0,-1 0 0 0 0,1 0-1 0 0,-1 0 1 0 0,-1-1 67 0 0,0 1-1 0 0,0 0 0 0 0,0 0 1 0 0,1 0-1 0 0,-1 0 1 0 0,0 1-1 0 0,0-1 1 0 0,0 0-1 0 0,0 1 1 0 0,1-1-1 0 0,-4 2 0 0 0,-3 2 153 0 0,-1 1 0 0 0,1 0-1 0 0,0 1 1 0 0,0-1 0 0 0,0 2 0 0 0,1-1-1 0 0,0 1 1 0 0,0 0 0 0 0,1 0-1 0 0,-11 16 1 0 0,14-18-175 0 0,0-1 1 0 0,1 2-1 0 0,-1-1 0 0 0,1 0 1 0 0,0 0-1 0 0,0 1 1 0 0,0-1-1 0 0,1 1 0 0 0,0-1 1 0 0,0 1-1 0 0,0 0 0 0 0,1-1 1 0 0,0 1-1 0 0,0 0 0 0 0,1 0 1 0 0,-1-1-1 0 0,1 1 1 0 0,0-1-1 0 0,4 10 0 0 0,-5-12-56 0 0,1 0 0 0 0,0-1 1 0 0,0 1-1 0 0,0 0 0 0 0,1-1 0 0 0,-1 1 0 0 0,1-1 0 0 0,-1 1 0 0 0,1-1 0 0 0,0 0 0 0 0,0 0 0 0 0,0 0 1 0 0,0 0-1 0 0,0 0 0 0 0,1 0 0 0 0,-1-1 0 0 0,1 1 0 0 0,-1-1 0 0 0,1 1 0 0 0,-1-1 0 0 0,6 2 1 0 0,-2-1 20 0 0,1 0 1 0 0,-1 1-1 0 0,0 0 1 0 0,8 5 0 0 0,-9-5-42 0 0,1 1-1 0 0,0-1 1 0 0,0-1 0 0 0,12 5 0 0 0,-11-5-42 0 0,1-1-1 0 0,-1 0 1 0 0,1 0 0 0 0,-1 0-1 0 0,1-1 1 0 0,-1 0 0 0 0,1-1-1 0 0,-1 0 1 0 0,1 0 0 0 0,-1 0-1 0 0,0-1 1 0 0,0 0 0 0 0,1 0-1 0 0,-1-1 1 0 0,-1 0 0 0 0,1 0-1 0 0,0-1 1 0 0,-1 0 0 0 0,1 0-1 0 0,-1 0 1 0 0,0-1 0 0 0,6-7-1 0 0,1-1-96 0 0,-1-1 0 0 0,-1-1-1 0 0,0 0 1 0 0,-1-1 0 0 0,-1 0-1 0 0,-1-1 1 0 0,0 1 0 0 0,-1-2-1 0 0,0 1 1 0 0,5-28 0 0 0,-11 41 32 0 0,-1 1 0 0 0,0-1 0 0 0,0 0 1 0 0,0 1-1 0 0,-1-1 0 0 0,1 1 0 0 0,-1-1 1 0 0,0 1-1 0 0,0-1 0 0 0,0 1 0 0 0,-1-4 1 0 0,1 7 38 0 0,1-1 1 0 0,0 0-1 0 0,-1 0 0 0 0,1 1 1 0 0,-1-1-1 0 0,1 0 1 0 0,-1 0-1 0 0,0 1 1 0 0,1-1-1 0 0,-1 1 1 0 0,0-1-1 0 0,1 1 1 0 0,-1-1-1 0 0,0 1 0 0 0,0-1 1 0 0,1 1-1 0 0,-1-1 1 0 0,0 1-1 0 0,-1-1 1 0 0,1 1-4 0 0,0 1-1 0 0,0-1 1 0 0,0 0 0 0 0,0 0 0 0 0,0 0 0 0 0,-1 0 0 0 0,1 1 0 0 0,0-1 0 0 0,0 1 0 0 0,0-1 0 0 0,0 1 0 0 0,0-1 0 0 0,0 1-1 0 0,0-1 1 0 0,1 1 0 0 0,-1 0 0 0 0,0-1 0 0 0,0 1 0 0 0,-1 2 0 0 0,-6 4-6 0 0,1 1 0 0 0,0 1 0 0 0,0 0 0 0 0,1 0 0 0 0,0 0 0 0 0,1 0 0 0 0,0 1-1 0 0,0 0 1 0 0,1 0 0 0 0,-4 14 0 0 0,6-19 168 0 0,1 0 0 0 0,1 1-1 0 0,-1-1 1 0 0,1 1-1 0 0,-1-1 1 0 0,2 0 0 0 0,-1 1-1 0 0,0-1 1 0 0,1 1 0 0 0,0-1-1 0 0,1 0 1 0 0,-1 0 0 0 0,1 1-1 0 0,0-1 1 0 0,0 0 0 0 0,0-1-1 0 0,1 1 1 0 0,0 0 0 0 0,0-1-1 0 0,0 1 1 0 0,0-1-1 0 0,7 6 1 0 0,-5-5-36 0 0,-1 0-1 0 0,2-1 1 0 0,-1 1 0 0 0,0-1 0 0 0,1-1-1 0 0,0 1 1 0 0,0-1 0 0 0,0 0-1 0 0,9 3 1 0 0,-12-5-116 0 0,1 0-1 0 0,-1-1 1 0 0,1 1-1 0 0,-1-1 1 0 0,1 0 0 0 0,0 0-1 0 0,-1 0 1 0 0,1 0 0 0 0,0-1-1 0 0,-1 1 1 0 0,1-1-1 0 0,-1 0 1 0 0,1 0 0 0 0,-1 0-1 0 0,0-1 1 0 0,1 1 0 0 0,-1-1-1 0 0,0 0 1 0 0,4-2 0 0 0,24-21-1686 0 0,-20 15 519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8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 15 4609 0 0,'6'-8'1660'0'0,"-6"8"-1599"0"0,0-1-1 0 0,0 1 0 0 0,0 0 1 0 0,0 0-1 0 0,0-1 0 0 0,0 1 1 0 0,0 0-1 0 0,0 0 0 0 0,0-1 1 0 0,0 1-1 0 0,0 0 0 0 0,0 0 1 0 0,0 0-1 0 0,-1-1 0 0 0,1 1 1 0 0,0 0-1 0 0,0 0 0 0 0,0 0 1 0 0,0-1-1 0 0,0 1 0 0 0,0 0 1 0 0,-1 0-1 0 0,1 0 0 0 0,0-1 1 0 0,0 1-1 0 0,0 0 0 0 0,-1 0 1 0 0,1 0-1 0 0,0 0 0 0 0,0 0 1 0 0,0 0-1 0 0,-1 0 0 0 0,1-1 1 0 0,0 1-1 0 0,0 0 0 0 0,0 0 1 0 0,-1 0-1 0 0,1 0 0 0 0,0 0 1 0 0,0 0-1 0 0,-1 0 0 0 0,1 0 1 0 0,0 0-1 0 0,0 0 0 0 0,-1 0 1 0 0,1 0-1 0 0,0 0 0 0 0,0 0 1 0 0,-1 1-1 0 0,-17-1 2872 0 0,-2 2-2696 0 0,-2 0 127 0 0,11 0-278 0 0,1 0 0 0 0,-1 0 0 0 0,1 1 0 0 0,0 0 0 0 0,-14 7 0 0 0,-46 27-57 0 0,67-35-2 0 0,0 0 0 0 0,-1 0 0 0 0,1 0 0 0 0,0 0 0 0 0,0 0 0 0 0,0 1 0 0 0,0-1 0 0 0,1 1 0 0 0,-1 0 0 0 0,1 0 0 0 0,0 0 1 0 0,-3 4-1 0 0,5-6 6 0 0,0 0 0 0 0,0-1 0 0 0,0 1 0 0 0,0 0 0 0 0,0 0 0 0 0,0-1 0 0 0,0 1 0 0 0,0 0 0 0 0,0 0 1 0 0,0-1-1 0 0,1 1 0 0 0,-1 0 0 0 0,0-1 0 0 0,1 1 0 0 0,-1 0 0 0 0,0-1 0 0 0,1 1 0 0 0,-1 0 0 0 0,0-1 0 0 0,1 1 1 0 0,-1-1-1 0 0,1 1 0 0 0,0-1 0 0 0,-1 1 0 0 0,1-1 0 0 0,-1 1 0 0 0,1-1 0 0 0,0 1 0 0 0,-1-1 0 0 0,1 0 0 0 0,0 1 1 0 0,-1-1-1 0 0,2 0 0 0 0,25 10 485 0 0,-25-9-530 0 0,45 10 75 0 0,17 4-724 0 0,-58-13 543 0 0,1 1 1 0 0,0 0 0 0 0,-1 0-1 0 0,0 0 1 0 0,0 1 0 0 0,10 6-1 0 0,-15-9 112 0 0,1 0 0 0 0,-1 0-1 0 0,0 0 1 0 0,0 0 0 0 0,0 0 0 0 0,0 0-1 0 0,0 1 1 0 0,0-1 0 0 0,0 0-1 0 0,0 1 1 0 0,0-1 0 0 0,-1 0-1 0 0,1 1 1 0 0,0-1 0 0 0,-1 1 0 0 0,1-1-1 0 0,-1 1 1 0 0,0-1 0 0 0,1 1-1 0 0,-1-1 1 0 0,0 1 0 0 0,0 0-1 0 0,0-1 1 0 0,0 1 0 0 0,-1 1 0 0 0,1-1 7 0 0,-1 0 1 0 0,0 0-1 0 0,0 0 1 0 0,0 0 0 0 0,-1-1-1 0 0,1 1 1 0 0,0 0 0 0 0,-1-1-1 0 0,1 1 1 0 0,-1-1 0 0 0,1 0-1 0 0,-1 1 1 0 0,0-1 0 0 0,0 0-1 0 0,1 0 1 0 0,-1 0 0 0 0,0 0-1 0 0,-3 1 1 0 0,-6 2 37 0 0,0 0 0 0 0,0-1 0 0 0,0 0 0 0 0,-1-1 0 0 0,1 0 0 0 0,-1-1 0 0 0,0 0 0 0 0,0 0 1 0 0,1-2-1 0 0,-15-1 0 0 0,24 2-78 0 0,0 0 0 0 0,-1-1 1 0 0,1 1-1 0 0,0 0 0 0 0,0 1 1 0 0,0-1-1 0 0,0 0 1 0 0,-1 1-1 0 0,1-1 0 0 0,-2 2 1 0 0,-7 1-520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8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2 920 0 0,'5'0'56'0'0,"-3"-1"-28"0"0,0 1-1 0 0,0 0 1 0 0,0-1 0 0 0,0 1 0 0 0,1 0 0 0 0,-1 0-1 0 0,0 1 1 0 0,0-1 0 0 0,4 1 0 0 0,-7-1 10 0 0,1 0 1 0 0,0 0 0 0 0,0 0 0 0 0,0 0 0 0 0,0 0-1 0 0,0 0 1 0 0,0 0 0 0 0,0 0 0 0 0,0 1 0 0 0,0-1 0 0 0,0 0-1 0 0,0 0 1 0 0,0 0 0 0 0,0 0 0 0 0,0 0 0 0 0,0 0-1 0 0,0 0 1 0 0,-1 0 0 0 0,1 0 0 0 0,0 0 0 0 0,0 0 0 0 0,0 0-1 0 0,0 1 1 0 0,0-1 0 0 0,0 0 0 0 0,0 0 0 0 0,0 0-1 0 0,0 0 1 0 0,0 0 0 0 0,0 0 0 0 0,0 0 0 0 0,0 0 0 0 0,0 0-1 0 0,0 0 1 0 0,1 0 0 0 0,-1 1 0 0 0,0-1 0 0 0,0 0-1 0 0,0 0 1 0 0,0 0 0 0 0,0 0 0 0 0,0 0 0 0 0,0 0 0 0 0,0 0-1 0 0,0 0 1 0 0,0 0 0 0 0,0 0 0 0 0,0 0 0 0 0,0 0-1 0 0,0 0 1 0 0,0 0 0 0 0,0 0 0 0 0,1 0 0 0 0,-1 1-1 0 0,0-1 1 0 0,0 0 0 0 0,0 0 0 0 0,0 0 0 0 0,0 0 0 0 0,0 0-1 0 0,0 0 1 0 0,0 0 0 0 0,0 0 0 0 0,0 0 0 0 0,0 0-1 0 0,1 0 1 0 0,-1 0 0 0 0,0 0 0 0 0,0-1 0 0 0,-9 4 1217 0 0,-1-2-814 0 0,0 2-172 0 0,-1 1 0 0 0,1 0 0 0 0,-18 9 0 0 0,23-10-114 0 0,-1 0 0 0 0,1 1 0 0 0,0-1 0 0 0,0 1 0 0 0,0 0 1 0 0,1 1-1 0 0,-1-1 0 0 0,-5 9 0 0 0,9-11-119 0 0,0-1 0 0 0,0 1 0 0 0,0-1 0 0 0,1 1 0 0 0,-1 0 0 0 0,1-1-1 0 0,-1 1 1 0 0,1 0 0 0 0,-1-1 0 0 0,1 1 0 0 0,0 0 0 0 0,0 0 0 0 0,0-1 0 0 0,0 1 0 0 0,0 0 0 0 0,0-1 0 0 0,1 1 0 0 0,-1 0 0 0 0,1-1 0 0 0,-1 1 0 0 0,1 0 0 0 0,-1-1 0 0 0,1 1 0 0 0,0-1 0 0 0,0 1 0 0 0,0-1 0 0 0,0 1 0 0 0,0-1 0 0 0,0 0 0 0 0,0 1 0 0 0,0-1-1 0 0,2 1 1 0 0,5 6-74 0 0,0-2-1 0 0,1 1 0 0 0,0-1 1 0 0,10 5-1 0 0,-10-6-265 0 0,9 6-117 0 0,-7-6 215 0 0,-1 1 0 0 0,13 10 0 0 0,-21-14 276 0 0,1 0 1 0 0,-1 0-1 0 0,0 0 1 0 0,0 0-1 0 0,0 1 1 0 0,0-1-1 0 0,0 1 1 0 0,0 0-1 0 0,-1-1 0 0 0,0 1 1 0 0,1 0-1 0 0,-1 0 1 0 0,1 4-1 0 0,-1-6 0 0 0,-1 1 0 0 0,0-1 0 0 0,0 0 0 0 0,0 0 0 0 0,0 0 0 0 0,0 0-1 0 0,0 0 1 0 0,0 0 0 0 0,0 0 0 0 0,-1 0 0 0 0,1 0 0 0 0,0 0 0 0 0,0 0 0 0 0,-1 0 0 0 0,1 0-1 0 0,-1 0 1 0 0,1 0 0 0 0,-1 0 0 0 0,0 0 0 0 0,0 1 0 0 0,-1 0 31 0 0,0-1 0 0 0,0 1 0 0 0,0-1 0 0 0,0 1 0 0 0,0-1 0 0 0,0 0 0 0 0,0 0 0 0 0,-4 2 0 0 0,-1-1 59 0 0,1 0 1 0 0,-1 0-1 0 0,0-1 1 0 0,0 0-1 0 0,-10 0 1 0 0,-2-1-574 0 0,-1-1 0 0 0,1-1 0 0 0,-28-7 1 0 0,41 8-3468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8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4145 0 0,'12'-2'184'0'0,"-7"1"40"0"0,1-1-224 0 0,-2 2 0 0 0,-1-1 0 0 0,0 1 0 0 0,2-2 704 0 0,1 1 96 0 0,3-1 16 0 0,2 1 9 0 0,-1-1-465 0 0,-1 2-88 0 0,-1 2-16 0 0,-2 1-8 0 0,-3 1-1368 0 0,-1 4-265 0 0,-2 0-55 0 0,1 2-16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9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4145 0 0,'2'4'201'0'0,"0"0"-1"0"0,0-1 1 0 0,0 1 0 0 0,-1 0 0 0 0,0 0-1 0 0,1 0 1 0 0,-1 0 0 0 0,-1 0 0 0 0,2 6-1 0 0,0 2 491 0 0,0 3 362 0 0,1 27 0 0 0,-2-26-1865 0 0,4 23 1 0 0,-4-36 142 0 0,-1-2-3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7:59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2 920 0 0,'1'0'73'0'0,"0"0"1"0"0,0-1-1 0 0,0 1 0 0 0,0 0 0 0 0,0-1 1 0 0,0 1-1 0 0,0 0 0 0 0,0 0 0 0 0,0 0 1 0 0,0 0-1 0 0,1 0 0 0 0,-1 0 0 0 0,0 0 1 0 0,0 1-1 0 0,0-1 0 0 0,0 0 0 0 0,0 1 0 0 0,0-1 1 0 0,0 0-1 0 0,0 1 0 0 0,1 0 0 0 0,0 1 213 0 0,0 0 0 0 0,-1 1 0 0 0,1-1-1 0 0,-1 0 1 0 0,1 0 0 0 0,-1 1 0 0 0,2 4-1 0 0,-2-4-178 0 0,11 31 2206 0 0,-1 0 1 0 0,8 44 0 0 0,1 6 536 0 0,-19-79-2737 0 0,5 14 1256 0 0,-3-17-709 0 0,-2-13-457 0 0,0-11-1039 0 0,0 0 1 0 0,2 0-1 0 0,0 0 1 0 0,2 0-1 0 0,14-41 1 0 0,-17 58 691 0 0,-1 1 0 0 0,1 0 1 0 0,1 1-1 0 0,-1-1 0 0 0,0 0 0 0 0,1 0 1 0 0,0 1-1 0 0,0 0 0 0 0,0-1 1 0 0,0 1-1 0 0,1 0 0 0 0,-1 1 1 0 0,1-1-1 0 0,0 1 0 0 0,-1-1 1 0 0,7-2-1 0 0,-6 4 298 0 0,0 0-1 0 0,0-1 1 0 0,-1 1-1 0 0,1 1 1 0 0,0-1 0 0 0,0 1-1 0 0,0-1 1 0 0,1 1 0 0 0,-1 0-1 0 0,0 0 1 0 0,0 1 0 0 0,0-1-1 0 0,0 1 1 0 0,0 0-1 0 0,-1 0 1 0 0,1 0 0 0 0,0 1-1 0 0,0-1 1 0 0,-1 1 0 0 0,1 0-1 0 0,-1 0 1 0 0,1 0-1 0 0,-1 1 1 0 0,0-1 0 0 0,0 1-1 0 0,0 0 1 0 0,5 5 0 0 0,8 13 273 0 0,-1 1 0 0 0,-1 0 0 0 0,18 40 0 0 0,-29-56-778 0 0,2 3-757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0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257 243 456 0 0,'2'-1'8'0'0,"1"0"137"0"0,0 0 0 0 0,-1 0 1 0 0,0 0-1 0 0,1-1 0 0 0,-1 1 1 0 0,0-1-1 0 0,0 0 0 0 0,1 0 1 0 0,-1 0-1 0 0,-1 0 0 0 0,1 0 0 0 0,0 0 1 0 0,0 0-1 0 0,-1 0 0 0 0,1-1 1 0 0,-1 1-1 0 0,0-1 0 0 0,0 1 1 0 0,1-5-1 0 0,0-2 480 0 0,0 0 1 0 0,-1 0-1 0 0,-1 0 0 0 0,1-1 0 0 0,-2 1 0 0 0,1 0 1 0 0,-1 0-1 0 0,-3-15 0 0 0,2 17-408 0 0,0-1 1 0 0,0 0-1 0 0,-1 1 0 0 0,0 0 0 0 0,0 0 0 0 0,-1-1 1 0 0,0 2-1 0 0,0-1 0 0 0,0 0 0 0 0,-9-8 0 0 0,12 14-178 0 0,-1-1-1 0 0,0 1 0 0 0,0-1 0 0 0,0 1 0 0 0,0 0 0 0 0,0 0 1 0 0,0-1-1 0 0,0 2 0 0 0,-1-1 0 0 0,1 0 0 0 0,0 0 1 0 0,-1 1-1 0 0,1-1 0 0 0,0 1 0 0 0,-1 0 0 0 0,1 0 0 0 0,-1-1 1 0 0,1 2-1 0 0,0-1 0 0 0,-1 0 0 0 0,1 0 0 0 0,0 1 0 0 0,-1-1 1 0 0,-2 2-1 0 0,-5 2 85 0 0,0 0 0 0 0,0 1 0 0 0,0 0 0 0 0,-9 7 0 0 0,4-3 38 0 0,0 1 70 0 0,-1 0 0 0 0,-20 19-1 0 0,30-24-199 0 0,0 0 1 0 0,1 1-1 0 0,0-1 0 0 0,1 1 1 0 0,-1 0-1 0 0,1 1 0 0 0,0-1 1 0 0,-6 14-1 0 0,9-18-17 0 0,1 0 0 0 0,-1 0 0 0 0,0 0 0 0 0,0 0-1 0 0,1 0 1 0 0,0 0 0 0 0,-1 0 0 0 0,1 0 0 0 0,0 0 0 0 0,0 0 0 0 0,0 0 0 0 0,0 0-1 0 0,0 0 1 0 0,0 1 0 0 0,1-1 0 0 0,-1 0 0 0 0,1 0 0 0 0,-1 0 0 0 0,1 0 0 0 0,0-1-1 0 0,0 1 1 0 0,0 0 0 0 0,0 0 0 0 0,0 0 0 0 0,0-1 0 0 0,1 1 0 0 0,-1 0 0 0 0,0-1-1 0 0,1 1 1 0 0,-1-1 0 0 0,1 0 0 0 0,0 1 0 0 0,-1-1 0 0 0,1 0 0 0 0,0 0 0 0 0,0 0 0 0 0,3 1-1 0 0,2 0 61 0 0,-1 0-1 0 0,1 0 1 0 0,-1-1 0 0 0,1 0-1 0 0,-1 0 1 0 0,1-1-1 0 0,0 1 1 0 0,-1-2-1 0 0,1 1 1 0 0,10-2-1 0 0,-2-1-40 0 0,0-1 0 0 0,24-8 0 0 0,-33 9-112 0 0,0 1 1 0 0,-1-1 0 0 0,1 0 0 0 0,-1-1-1 0 0,0 1 1 0 0,0-1 0 0 0,0 0 0 0 0,0-1-1 0 0,4-4 1 0 0,-1-2-570 0 0,-6 8 419 0 0,-1 1 0 0 0,1-1-1 0 0,0 1 1 0 0,0-1 0 0 0,0 1 0 0 0,0 0 0 0 0,1 0 0 0 0,-1 0 0 0 0,0 0-1 0 0,1 0 1 0 0,3-2 0 0 0,-6 5 215 0 0,1-1-1 0 0,-1 0 1 0 0,1 0 0 0 0,-1 0-1 0 0,1 1 1 0 0,-1-1-1 0 0,0 0 1 0 0,1 0 0 0 0,-1 1-1 0 0,1-1 1 0 0,-1 0-1 0 0,0 1 1 0 0,1-1 0 0 0,-1 1-1 0 0,0-1 1 0 0,1 0-1 0 0,-1 1 1 0 0,0-1 0 0 0,1 1-1 0 0,-1-1 1 0 0,0 1-1 0 0,0-1 1 0 0,0 1 0 0 0,0-1-1 0 0,0 1 1 0 0,1-1-1 0 0,-1 1 1 0 0,5 19-27 0 0,-4-15-10 0 0,9 47 117 0 0,6 67-1 0 0,-12-76 180 0 0,-1-20-143 0 0,9 124 828 0 0,-11-123-653 0 0,-1 0 0 0 0,-2 0 0 0 0,0 0 0 0 0,-7 26 0 0 0,7-41-207 0 0,-1 0 0 0 0,0 0-1 0 0,0-1 1 0 0,-1 1 0 0 0,0-1 0 0 0,-1 0-1 0 0,0 0 1 0 0,-10 14 0 0 0,12-19-52 0 0,1-1 1 0 0,-1 1-1 0 0,0 0 1 0 0,0-1-1 0 0,0 0 0 0 0,0 1 1 0 0,0-1-1 0 0,0 0 1 0 0,-1-1-1 0 0,1 1 0 0 0,-1-1 1 0 0,1 1-1 0 0,-1-1 1 0 0,0 0-1 0 0,1 0 1 0 0,-1-1-1 0 0,0 1 0 0 0,0-1 1 0 0,0 0-1 0 0,1 0 1 0 0,-1 0-1 0 0,0 0 0 0 0,0-1 1 0 0,-4 0-1 0 0,0-2-37 0 0,-1 0 1 0 0,1 0-1 0 0,-1 0 0 0 0,1-1 0 0 0,0-1 0 0 0,0 1 1 0 0,1-1-1 0 0,-1 0 0 0 0,1-1 0 0 0,-8-8 0 0 0,10 9 2 0 0,0-1 0 0 0,0 1 0 0 0,0-1 0 0 0,1 0 0 0 0,0-1 0 0 0,0 1 0 0 0,0-1-1 0 0,1 0 1 0 0,0 0 0 0 0,1 0 0 0 0,-1 0 0 0 0,-1-12 0 0 0,3 10 29 0 0,0-1 1 0 0,1 0 0 0 0,0 1-1 0 0,1-1 1 0 0,0 1 0 0 0,0-1-1 0 0,1 1 1 0 0,0-1-1 0 0,6-14 1 0 0,-6 18 4 0 0,1 0 1 0 0,0 0-1 0 0,0 0 0 0 0,0 0 0 0 0,1 1 1 0 0,0-1-1 0 0,0 1 0 0 0,0 0 0 0 0,1 0 1 0 0,-1 0-1 0 0,1 1 0 0 0,0 0 1 0 0,1 0-1 0 0,9-6 0 0 0,3 1-24 0 0,21-11-4105 0 0,-20 8-439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2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40 108 3225 0 0,'7'-14'663'0'0,"-2"-13"4922"0"0,-6-1-172 0 0,-1 11-5058 0 0,2 16-131 0 0,-1-1 0 0 0,1 0 0 0 0,0 1 0 0 0,-1-1 0 0 0,1 1 1 0 0,-1-1-1 0 0,0 0 0 0 0,1 1 0 0 0,-1-1 0 0 0,-2-2 1 0 0,3 4-167 0 0,0 0 1 0 0,-1 0 0 0 0,1 0 0 0 0,0-1 0 0 0,0 1 0 0 0,0 0 0 0 0,-1 0 0 0 0,1 0 0 0 0,0 0 0 0 0,0 0-1 0 0,-1-1 1 0 0,1 1 0 0 0,0 0 0 0 0,-1 0 0 0 0,1 0 0 0 0,0 0 0 0 0,0 0 0 0 0,-1 0 0 0 0,1 0 0 0 0,0 0-1 0 0,0 0 1 0 0,-1 0 0 0 0,1 0 0 0 0,0 0 0 0 0,-1 0 0 0 0,-7 9 923 0 0,4-2-813 0 0,1 0-1 0 0,0 0 1 0 0,0 0-1 0 0,0 0 0 0 0,1 1 1 0 0,0 0-1 0 0,-1 14 1 0 0,0 58 272 0 0,3-68-296 0 0,5 97 293 0 0,-3-93-403 0 0,1-1 0 0 0,0 0 0 0 0,1 0-1 0 0,1 0 1 0 0,7 15 0 0 0,-12-29-29 0 0,1 1 1 0 0,-1-1 0 0 0,1 0-1 0 0,0 0 1 0 0,-1 0 0 0 0,1 1-1 0 0,0-1 1 0 0,0 0-1 0 0,0 0 1 0 0,0 0 0 0 0,0 0-1 0 0,0 0 1 0 0,0 0-1 0 0,3 1 1 0 0,-4-2 1 0 0,1 0 0 0 0,0 0-1 0 0,0 0 1 0 0,-1 1 0 0 0,1-1 0 0 0,0 0 0 0 0,0 0-1 0 0,0 0 1 0 0,-1 0 0 0 0,1 0 0 0 0,0 0 0 0 0,0-1-1 0 0,-1 1 1 0 0,1 0 0 0 0,0 0 0 0 0,0 0 0 0 0,-1-1-1 0 0,1 1 1 0 0,1-1 0 0 0,0-1 10 0 0,1 0 0 0 0,-1 0 0 0 0,1 0 1 0 0,-1 0-1 0 0,0-1 0 0 0,0 1 0 0 0,0-1 0 0 0,0 1 0 0 0,0-1 0 0 0,2-5 1 0 0,6-16-59 0 0,-1 0 0 0 0,-1 0 1 0 0,-1-1-1 0 0,3-28 0 0 0,11-36-699 0 0,-8 63 66 0 0,-13 26 676 0 0,0 0 0 0 0,-1 0 0 0 0,1 0 1 0 0,0 0-1 0 0,0 1 0 0 0,0-1 0 0 0,0 0 1 0 0,0 0-1 0 0,0 0 0 0 0,0 0 0 0 0,1 0 1 0 0,-1 1-1 0 0,0-1 0 0 0,0 0 0 0 0,0 0 1 0 0,0 0-1 0 0,0 0 0 0 0,0 0 0 0 0,0 1 1 0 0,0-1-1 0 0,0 0 0 0 0,0 0 0 0 0,0 0 1 0 0,0 0-1 0 0,1 0 0 0 0,-1 0 0 0 0,0 0 1 0 0,0 0-1 0 0,0 1 0 0 0,0-1 0 0 0,0 0 1 0 0,0 0-1 0 0,1 0 0 0 0,-1 0 0 0 0,0 0 1 0 0,0 0-1 0 0,0 0 0 0 0,0 0 0 0 0,0 0 1 0 0,1 0-1 0 0,-1 0 0 0 0,0 0 0 0 0,0 0 1 0 0,0 0-1 0 0,0 0 0 0 0,0 0 0 0 0,1 0 1 0 0,-1 0-1 0 0,0 0 0 0 0,0 0 0 0 0,0 0 1 0 0,0 0-1 0 0,0 0 0 0 0,1 0 0 0 0,-1 0 1 0 0,0 0-1 0 0,0-1 0 0 0,0 1 0 0 0,0 0 1 0 0,0 0-1 0 0,0 0 0 0 0,0 0 0 0 0,1 0 1 0 0,-2 22-194 0 0,1 0 402 0 0,0 0-1 0 0,1 0 0 0 0,6 30 1 0 0,-4-45-160 0 0,0 0-1 0 0,0 0 1 0 0,1 0 0 0 0,-1-1 0 0 0,2 0 0 0 0,6 9-1 0 0,-2-1 30 0 0,-6-11-59 0 0,-1 0 1 0 0,0-1-1 0 0,0 1 0 0 0,1 0 1 0 0,0-1-1 0 0,-1 1 1 0 0,1-1-1 0 0,0 0 1 0 0,0 0-1 0 0,5 2 1 0 0,-2-1 31 0 0,0-1 0 0 0,0 0 0 0 0,0-1 0 0 0,12 2 0 0 0,-16-3-45 0 0,0 0 0 0 0,1 0 0 0 0,-1 0 1 0 0,0-1-1 0 0,0 1 0 0 0,1-1 0 0 0,-1 1 0 0 0,0-1 0 0 0,0 0 0 0 0,0 0 1 0 0,0 0-1 0 0,0 0 0 0 0,0-1 0 0 0,0 1 0 0 0,3-3 0 0 0,25-25 22 0 0,-27 25-173 0 0,0-1 0 0 0,0 1 0 0 0,0 0 0 0 0,-1-1 1 0 0,4-6-1 0 0,-1-5-6024 0 0,-1 6-981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2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3225 0 0,'16'-11'13563'0'0,"-14"12"-13452"0"0,0 1 0 0 0,0-1 0 0 0,0 0 0 0 0,0 0 1 0 0,-1 1-1 0 0,1-1 0 0 0,0 1 0 0 0,0 0 1 0 0,-1-1-1 0 0,1 1 0 0 0,-1 0 0 0 0,0 0 0 0 0,1 0 1 0 0,-1 0-1 0 0,0 0 0 0 0,0 0 0 0 0,0 0 0 0 0,-1 1 1 0 0,1-1-1 0 0,0 0 0 0 0,-1 0 0 0 0,1 5 0 0 0,2 6 4 0 0,3 17 586 0 0,-1 0 1 0 0,2 47 0 0 0,-6-65-743 0 0,1-16-56 0 0,2-24-118 0 0,-4 23 184 0 0,2-6 33 0 0,3-20-574 0 0,9-36-1 0 0,-11 56 277 0 0,0 1 0 0 0,1 0-1 0 0,0 1 1 0 0,1-1 0 0 0,0 1-1 0 0,0-1 1 0 0,10-11 0 0 0,-14 20 276 0 0,0-1 0 0 0,0 1 0 0 0,0 0 0 0 0,0 0 0 0 0,0 0 0 0 0,0 0 0 0 0,0 0 0 0 0,1 0 0 0 0,-1 0 0 0 0,0 0 0 0 0,0 0 0 0 0,1 1 0 0 0,-1-1 0 0 0,0 1 0 0 0,1-1 0 0 0,-1 1 0 0 0,1-1 0 0 0,-1 1 0 0 0,1 0 0 0 0,-1-1 0 0 0,3 1 0 0 0,-3 1 66 0 0,1-1 0 0 0,0 1-1 0 0,-1-1 1 0 0,0 1 0 0 0,1-1 0 0 0,-1 1-1 0 0,1 0 1 0 0,-1 0 0 0 0,0 0-1 0 0,1 0 1 0 0,-1 0 0 0 0,0 0-1 0 0,0 0 1 0 0,0 1 0 0 0,0-1-1 0 0,1 2 1 0 0,4 6 274 0 0,-1 0-1 0 0,0 1 1 0 0,-1 0-1 0 0,5 15 1 0 0,-9-23-328 0 0,24 95 772 0 0,-19-67-3148 0 0,-6-37-2083 0 0,1 1-1351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3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4609 0 0,'4'-2'469'0'0,"-1"0"0"0"0,0 0-1 0 0,1 1 1 0 0,-1-1 0 0 0,1 1 0 0 0,0 0-1 0 0,-1 0 1 0 0,1 0 0 0 0,0 1 0 0 0,0-1-1 0 0,7 1 1 0 0,-1 0 242 0 0,0 1 0 0 0,0 0 1 0 0,14 3-1 0 0,-22-3-729 0 0,0 0 0 0 0,0-1 1 0 0,0 1-1 0 0,-1 0 0 0 0,1 0 1 0 0,0 0-1 0 0,0 1 0 0 0,-1-1 1 0 0,1 0-1 0 0,0 0 0 0 0,2 4 0 0 0,3 2-25 0 0,0-3 31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3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6913 0 0,'2'3'152'0'0,"1"-1"0"0"0,0 0-1 0 0,0 1 1 0 0,-1 0 0 0 0,1-1-1 0 0,-1 1 1 0 0,0 0-1 0 0,0 0 1 0 0,0 0 0 0 0,0 1-1 0 0,-1-1 1 0 0,1 0-1 0 0,-1 1 1 0 0,0-1 0 0 0,0 1-1 0 0,0-1 1 0 0,0 1-1 0 0,0 3 1 0 0,19 182 2716 0 0,-19-179-3111 0 0,-1-8 241 0 0,0-1 1 0 0,0 1-1 0 0,0-1 1 0 0,1 1-1 0 0,-1 0 1 0 0,1-1-1 0 0,-1 1 1 0 0,1-1 0 0 0,-1 1-1 0 0,2 0 1 0 0,3 5-79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3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57 456 0 0,'0'0'280'0'0,"0"0"0"0"0,1 0-1 0 0,-1 1 1 0 0,0-1 0 0 0,1 0 0 0 0,-1 1-1 0 0,1-1 1 0 0,-1 0 0 0 0,0 0 0 0 0,1 0-1 0 0,-1 0 1 0 0,1 1 0 0 0,-1-1 0 0 0,1 0-1 0 0,-1 0 1 0 0,1 0 0 0 0,-1 0 0 0 0,1 0-1 0 0,-1 0 1 0 0,1 0 0 0 0,-1 0 0 0 0,1 0-1 0 0,0-1 1 0 0,21-1 9217 0 0,-16 2-8482 0 0,25-1 501 0 0,-23 1-1379 0 0,0 0 0 0 0,0-1-1 0 0,0 0 1 0 0,11-2 0 0 0,-4-1-306 0 0,-6 2 315 0 0,0-1 1 0 0,13-5-1 0 0,-19 7-443 0 0,-1-1 1 0 0,1 0-1 0 0,0 1 0 0 0,-1-1 1 0 0,1 0-1 0 0,-1 0 0 0 0,0 0 0 0 0,1-1 1 0 0,-1 1-1 0 0,0 0 0 0 0,2-5 1 0 0,-1 1-5782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3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5529 0 0,'2'1'118'0'0,"-1"0"0"0"0,0 1-1 0 0,0-1 1 0 0,0 0 0 0 0,0 1 0 0 0,0-1 0 0 0,0 1-1 0 0,-1-1 1 0 0,1 1 0 0 0,0-1 0 0 0,-1 1-1 0 0,1-1 1 0 0,-1 1 0 0 0,0 0 0 0 0,1 2 0 0 0,0 29 3119 0 0,-1-20-2650 0 0,9 131 4715 0 0,-6-107-4804 0 0,17 67 1 0 0,-17-93-413 0 0,1 0 0 0 0,6 13-1 0 0,-9-21-97 0 0,0 0-1 0 0,1 0 1 0 0,0 0-1 0 0,0 0 1 0 0,0-1-1 0 0,0 1 0 0 0,0 0 1 0 0,0-1-1 0 0,1 0 1 0 0,-1 1-1 0 0,5 2 1 0 0,1-2-564 0 0,0-2-177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7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218 483 2761 0 0,'1'-1'114'0'0,"-1"0"-1"0"0,1 0 1 0 0,0 0 0 0 0,0 0 0 0 0,-1 0 0 0 0,1 0 0 0 0,0 0 0 0 0,-1-1 0 0 0,1 1 0 0 0,-1 0 0 0 0,0 0 0 0 0,1-1 0 0 0,-1 1 0 0 0,0 0 0 0 0,0-1 0 0 0,0 1-1 0 0,0 0 1 0 0,0-1 0 0 0,0-1 0 0 0,-5-30 2420 0 0,4 29-2343 0 0,0-2 195 0 0,0 1 0 0 0,0 0 0 0 0,-1 0 0 0 0,0 0 0 0 0,0 0 0 0 0,-1 0 0 0 0,1 0 0 0 0,-1 1 0 0 0,0-1 0 0 0,0 1 0 0 0,0 0 0 0 0,-8-7 0 0 0,10 9-271 0 0,-1 1 0 0 0,0-1 0 0 0,0 1 0 0 0,0 0 0 0 0,0-1 0 0 0,0 1 0 0 0,-1 0 0 0 0,1 1 0 0 0,0-1 0 0 0,0 0 0 0 0,-1 0 0 0 0,1 1 0 0 0,0 0 0 0 0,-1-1 0 0 0,1 1 0 0 0,0 0 0 0 0,-1 0 0 0 0,1 0 0 0 0,-1 1 0 0 0,1-1 0 0 0,0 0 0 0 0,-1 1 0 0 0,1 0 0 0 0,0-1 0 0 0,0 1 0 0 0,0 0 0 0 0,-1 0 0 0 0,1 0 0 0 0,0 1 0 0 0,-3 2 0 0 0,-3 1 56 0 0,1 2-1 0 0,0-1 0 0 0,1 1 1 0 0,-1 0-1 0 0,2 0 0 0 0,-1 1 1 0 0,1-1-1 0 0,-7 14 0 0 0,2-1-286 0 0,0 1 0 0 0,-8 29 0 0 0,16-41 184 0 0,-1-1 1 0 0,1 1-1 0 0,1 0 0 0 0,-1-1 1 0 0,2 1-1 0 0,-1 0 0 0 0,1 0 1 0 0,2 17-1 0 0,-1-22-61 0 0,0 1-1 0 0,0-1 0 0 0,1 1 1 0 0,-1-1-1 0 0,1 0 1 0 0,0 1-1 0 0,0-1 1 0 0,1 0-1 0 0,-1 0 0 0 0,1 0 1 0 0,0-1-1 0 0,0 1 1 0 0,0-1-1 0 0,0 0 1 0 0,1 1-1 0 0,-1-1 0 0 0,1-1 1 0 0,7 5-1 0 0,-2-2 14 0 0,0-1-1 0 0,0 1 1 0 0,1-2 0 0 0,-1 1-1 0 0,1-2 1 0 0,0 1-1 0 0,0-1 1 0 0,0-1-1 0 0,16 1 1 0 0,-11-2 37 0 0,-1-1-1 0 0,0 0 1 0 0,1-1 0 0 0,-1-1-1 0 0,0 0 1 0 0,18-7 0 0 0,-12 2-1 0 0,0-1 1 0 0,-1 0 0 0 0,0-2-1 0 0,0 0 1 0 0,-1-2 0 0 0,0 1-1 0 0,-1-2 1 0 0,-1-1-1 0 0,15-16 1 0 0,-11 8-259 0 0,-1 0 0 0 0,-2-1 0 0 0,0-1 0 0 0,-2-1 0 0 0,0 0 0 0 0,-2-1 0 0 0,-1-1 0 0 0,-2 0 0 0 0,0 0 0 0 0,-2-1 0 0 0,6-34 0 0 0,-12 50-35 0 0,-1-1 0 0 0,0 0 1 0 0,-1 0-1 0 0,-2-21 0 0 0,1 28 81 0 0,-1-1 0 0 0,1 1 0 0 0,-2-1 0 0 0,1 1 0 0 0,-1 0 0 0 0,0 0-1 0 0,0 0 1 0 0,-1 0 0 0 0,-6-10 0 0 0,7 13 120 0 0,0 1 0 0 0,0-1-1 0 0,-1 1 1 0 0,1-1 0 0 0,-1 1 0 0 0,0 0 0 0 0,0 1-1 0 0,0-1 1 0 0,0 1 0 0 0,0-1 0 0 0,-6-1-1 0 0,7 3-14 0 0,0 0-1 0 0,0 0 0 0 0,0 1 0 0 0,0-1 0 0 0,0 1 0 0 0,0-1 0 0 0,0 1 0 0 0,0 0 0 0 0,0 0 0 0 0,0 1 0 0 0,0-1 0 0 0,0 1 0 0 0,0-1 0 0 0,0 1 0 0 0,0 0 0 0 0,0 0 0 0 0,0 0 0 0 0,-5 3 0 0 0,4-1 3 0 0,0 0-1 0 0,1 0 0 0 0,-1 0 1 0 0,0 1-1 0 0,1-1 0 0 0,0 1 0 0 0,0 0 1 0 0,0 0-1 0 0,1 0 0 0 0,-1 0 0 0 0,1 1 1 0 0,0-1-1 0 0,-2 6 0 0 0,-2 7 25 0 0,1 1 0 0 0,-3 20 0 0 0,4-19-56 0 0,-10 46 580 0 0,-9 122 0 0 0,22-159-445 0 0,1-1 0 0 0,1 1 0 0 0,1-1 0 0 0,2 0 1 0 0,1 1-1 0 0,1-2 0 0 0,11 33 0 0 0,-13-50 132 0 0,0 0 0 0 0,0 0 0 0 0,1 0 1 0 0,8 10-1 0 0,-11-16-55 0 0,0 0 0 0 0,0-1 0 0 0,1 1 0 0 0,-1-1 0 0 0,1 1 0 0 0,6 3 0 0 0,-8-6-86 0 0,1 1-1 0 0,-1 0 1 0 0,0-1 0 0 0,1 1 0 0 0,-1-1-1 0 0,1 1 1 0 0,-1-1 0 0 0,1 0 0 0 0,-1 1-1 0 0,1-1 1 0 0,-1 0 0 0 0,1 0 0 0 0,0 0-1 0 0,-1 0 1 0 0,1 0 0 0 0,1-1 0 0 0,0-1-11 0 0,1 1 0 0 0,-2-1 1 0 0,1 1-1 0 0,0-1 1 0 0,0 0-1 0 0,-1 0 0 0 0,1 0 1 0 0,-1 0-1 0 0,1-1 0 0 0,-1 1 1 0 0,3-5-1 0 0,22-33 340 0 0,-24 35-365 0 0,25-46-145 0 0,-18 32 21 0 0,0 0 0 0 0,20-25 0 0 0,-27 40 65 0 0,0 0-1 0 0,0 1 0 0 0,1 0 0 0 0,-1 0 0 0 0,1 0 0 0 0,0 0 0 0 0,0 1 0 0 0,0-1 0 0 0,0 1 0 0 0,4-2 0 0 0,-6 3 37 0 0,0 1 0 0 0,-1-1 0 0 0,1 1-1 0 0,-1-1 1 0 0,1 1 0 0 0,0 0 0 0 0,-1 0 0 0 0,1 0 0 0 0,0 0-1 0 0,-1 0 1 0 0,1 0 0 0 0,0 0 0 0 0,-1 1 0 0 0,1-1 0 0 0,-1 0-1 0 0,1 1 1 0 0,-1-1 0 0 0,1 1 0 0 0,0 0 0 0 0,-1 0 0 0 0,0-1 0 0 0,1 1-1 0 0,-1 0 1 0 0,0 0 0 0 0,1 0 0 0 0,-1 0 0 0 0,0 1 0 0 0,0-1-1 0 0,0 0 1 0 0,0 0 0 0 0,1 3 0 0 0,24 38-143 0 0,-18-29 151 0 0,-1 0 0 0 0,2 0-1 0 0,0-1 1 0 0,0 0-1 0 0,1-1 1 0 0,14 14 0 0 0,-18-21 119 0 0,0 1 0 0 0,0-1 0 0 0,0 0 0 0 0,0-1 0 0 0,0 1 0 0 0,13 4 0 0 0,-16-7-50 0 0,1-1 0 0 0,-1 1-1 0 0,0 0 1 0 0,0-1-1 0 0,1 0 1 0 0,-1 0 0 0 0,0 0-1 0 0,0 0 1 0 0,1 0 0 0 0,-1 0-1 0 0,0-1 1 0 0,0 0 0 0 0,0 0-1 0 0,1 0 1 0 0,-1 0-1 0 0,0 0 1 0 0,4-3 0 0 0,29-19 255 0 0,-27 17-282 0 0,-1 0 0 0 0,1 1 1 0 0,0 0-1 0 0,1 0 0 0 0,-1 1 0 0 0,1 0 0 0 0,0 1 0 0 0,0 0 1 0 0,13-2-1 0 0,-13 4-48 0 0,0 0 1 0 0,0 1-1 0 0,0 0 1 0 0,0 1 0 0 0,1 1-1 0 0,-1-1 1 0 0,0 2-1 0 0,-1-1 1 0 0,1 1-1 0 0,0 1 1 0 0,-1-1 0 0 0,0 2-1 0 0,14 7 1 0 0,1 3-118 0 0,31 17 623 0 0,-49-29-682 0 0,-1-1 1 0 0,1 0 0 0 0,-1 0-1 0 0,1 0 1 0 0,0-1-1 0 0,0 1 1 0 0,0-1 0 0 0,6 0-1 0 0,0-3-2395 0 0,-7-1-2474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7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3513 0 0,'0'-1'23'0'0,"0"1"1"0"0,0-1 0 0 0,0 1-1 0 0,0-1 1 0 0,1 1 0 0 0,-1-1-1 0 0,0 1 1 0 0,0-1 0 0 0,1 1-1 0 0,-1-1 1 0 0,0 1 0 0 0,1 0-1 0 0,-1-1 1 0 0,1 1 0 0 0,-1-1-1 0 0,0 1 1 0 0,1 0 0 0 0,-1-1-1 0 0,1 1 1 0 0,-1 0 0 0 0,1-1 0 0 0,-1 1-1 0 0,1 0 1 0 0,6-5 2438 0 0,-4 8-1697 0 0,-2-1-754 0 0,3 2 437 0 0,0 1 0 0 0,-1-1 0 0 0,1 1-1 0 0,-1 0 1 0 0,0 0 0 0 0,-1 0-1 0 0,4 9 1 0 0,8 53 2425 0 0,8 101 0 0 0,-17-116-2372 0 0,18 237 511 0 0,-19-226-823 0 0,-4-48-665 0 0,-4-22-560 0 0,-5-25-1243 0 0,9 32 2216 0 0,-5-21-1445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7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60 1376 0 0,'1'-1'9'0'0,"1"1"-1"0"0,-1-1 1 0 0,0 0-1 0 0,1 1 0 0 0,-1-1 1 0 0,0 0-1 0 0,0 0 1 0 0,0 0-1 0 0,0 0 0 0 0,2-2 1 0 0,6-5 34 0 0,-1 2 267 0 0,0 0 0 0 0,1 1 1 0 0,0 0-1 0 0,0 0 0 0 0,14-4 0 0 0,-20 8-237 0 0,-1 0 1 0 0,1 1-1 0 0,-1-1 1 0 0,1 1 0 0 0,-1-1-1 0 0,1 1 1 0 0,0 0-1 0 0,-1 0 1 0 0,1 0 0 0 0,-1 0-1 0 0,1 1 1 0 0,-1-1-1 0 0,1 1 1 0 0,0-1 0 0 0,-1 1-1 0 0,0 0 1 0 0,1 0-1 0 0,-1 0 1 0 0,0 0-1 0 0,1 1 1 0 0,-1-1 0 0 0,0 1-1 0 0,0-1 1 0 0,0 1-1 0 0,0 0 1 0 0,0 0 0 0 0,2 3-1 0 0,7 11 339 0 0,7 9 335 0 0,-16-23-635 0 0,1 0 0 0 0,-1 1 0 0 0,0-1 1 0 0,0 1-1 0 0,0-1 0 0 0,0 1 0 0 0,0 0 0 0 0,0 0 0 0 0,-1 0 0 0 0,0 0 0 0 0,1 0 1 0 0,-1 0-1 0 0,0 0 0 0 0,-1 0 0 0 0,1 0 0 0 0,0 0 0 0 0,-1 1 0 0 0,0-1 0 0 0,0 0 0 0 0,0 0 1 0 0,0 1-1 0 0,0-1 0 0 0,-1 0 0 0 0,1 0 0 0 0,-1 1 0 0 0,0-1 0 0 0,0 0 0 0 0,0 0 1 0 0,0 0-1 0 0,-1 0 0 0 0,1 0 0 0 0,-1 0 0 0 0,0-1 0 0 0,0 1 0 0 0,0 0 0 0 0,0-1 0 0 0,0 0 1 0 0,0 1-1 0 0,-1-1 0 0 0,1 0 0 0 0,-6 3 0 0 0,0 0-91 0 0,1 0 0 0 0,-1-1 1 0 0,0-1-1 0 0,0 1 0 0 0,0-1 0 0 0,0-1 0 0 0,-1 1 1 0 0,1-1-1 0 0,-12 1 0 0 0,-7-1-681 0 0,-45-1 0 0 0,46-2-3012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8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4609 0 0,'3'1'408'0'0,"-1"2"-328"0"0,-1-1-80 0 0,-1-1 0 0 0,0 1 0 0 0,0 1 0 0 0,0 2 0 0 0,0-1 96 0 0,0-7-16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9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62 121 6681 0 0,'0'-2'125'0'0,"1"-1"-1"0"0,-1 1 1 0 0,1 0-1 0 0,-1 0 1 0 0,0-1-1 0 0,1 1 1 0 0,-1 0-1 0 0,-1-1 1 0 0,1 1-1 0 0,0 0 1 0 0,0-1-1 0 0,-2-3 1 0 0,0 0 403 0 0,0 0 0 0 0,0 0 0 0 0,-5-9 0 0 0,-11-12 718 0 0,17 26-1163 0 0,0 0-1 0 0,0 0 1 0 0,0 0-1 0 0,-1-1 0 0 0,1 1 1 0 0,0 0-1 0 0,-1 1 0 0 0,1-1 1 0 0,-1 0-1 0 0,1 0 1 0 0,-1 1-1 0 0,0-1 0 0 0,1 1 1 0 0,-1-1-1 0 0,1 1 0 0 0,-4-1 1 0 0,6 8 1255 0 0,1-5-2311 0 0,-8-23-3897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18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1075 5985 0 0,'-2'26'1085'0'0,"2"-19"-517"0"0,-1 0 0 0 0,1 0 0 0 0,0 0 0 0 0,0 1 0 0 0,1-1 0 0 0,2 9 0 0 0,5-9 1115 0 0,-7-5-1566 0 0,0 0-1 0 0,1 0 1 0 0,-1-1 0 0 0,0 1-1 0 0,1 0 1 0 0,0 0-1 0 0,-1-1 1 0 0,1 1-1 0 0,0-1 1 0 0,0 0-1 0 0,0 1 1 0 0,0-1-1 0 0,0 0 1 0 0,0 0 0 0 0,4 1-1 0 0,37 9 885 0 0,-38-10-890 0 0,27 7 357 0 0,-15-4-98 0 0,0 0 0 0 0,22 2 0 0 0,-37-6-358 0 0,61 3 748 0 0,122-8 1 0 0,-165 3-733 0 0,1-2 0 0 0,-1 0 0 0 0,0-1 0 0 0,0-1 0 0 0,-1-1 0 0 0,0 0 0 0 0,0-2 0 0 0,0 0 0 0 0,-1-1 0 0 0,17-13 0 0 0,246-220-1229 0 0,-263 225 1038 0 0,0-1 0 0 0,-1 0 0 0 0,-1-1 0 0 0,-1-1 0 0 0,-1-1 0 0 0,12-25 1 0 0,-22 42 150 0 0,-1-1 1 0 0,-1 1 0 0 0,1-1-1 0 0,-1 0 1 0 0,0 0 0 0 0,0 0-1 0 0,0 0 1 0 0,-1 0 0 0 0,0-1-1 0 0,-1 1 1 0 0,1-13 0 0 0,-2-2 7 0 0,-2-1 1 0 0,0 0-1 0 0,-1 1 1 0 0,-1-1 0 0 0,-1 1-1 0 0,-1 1 1 0 0,-1-1-1 0 0,-1 1 1 0 0,0 0 0 0 0,-2 1-1 0 0,0 0 1 0 0,-22-27 0 0 0,8 16-55 0 0,-2 1 1 0 0,-1 2-1 0 0,-2 0 1 0 0,0 2-1 0 0,-1 2 1 0 0,-2 0-1 0 0,0 3 1 0 0,-1 0-1 0 0,-56-22 1 0 0,19 15 213 0 0,-75-18 0 0 0,128 41-143 0 0,0 1 0 0 0,0 0 0 0 0,-1 1 0 0 0,1 1 0 0 0,0 1 0 0 0,-1 1 0 0 0,1 0 0 0 0,0 1 0 0 0,-19 5 0 0 0,8 1 31 0 0,0 2 0 0 0,0 0-1 0 0,1 2 1 0 0,-43 24 0 0 0,49-23 165 0 0,0 0-1 0 0,2 2 1 0 0,-1 0-1 0 0,-18 19 1 0 0,27-21 46 0 0,0 0-1 0 0,0 1 1 0 0,2 0 0 0 0,-1 1 0 0 0,2 0-1 0 0,-12 26 1 0 0,13-22 4 0 0,1 0 1 0 0,0 1-1 0 0,2 0 0 0 0,-6 39 0 0 0,3 83 620 0 0,7-107-637 0 0,1-17-188 0 0,2 1 0 0 0,0 0 0 0 0,1 0 1 0 0,1-1-1 0 0,0 0 0 0 0,2 0 0 0 0,0 0 1 0 0,1 0-1 0 0,1-1 0 0 0,0 0 0 0 0,15 20 0 0 0,-20-32-40 0 0,2 1-1 0 0,-1-1 0 0 0,1 0 0 0 0,0 0 0 0 0,0 0 0 0 0,0-1 1 0 0,9 6-1 0 0,-11-8-64 0 0,0 0 0 0 0,0 0 1 0 0,1-1-1 0 0,-1 1 0 0 0,0-1 0 0 0,1 0 0 0 0,-1 0 1 0 0,1 0-1 0 0,0 0 0 0 0,-1 0 0 0 0,1-1 1 0 0,0 0-1 0 0,-1 0 0 0 0,1 0 0 0 0,5 0 1 0 0,-8-1-187 0 0,0 1 1 0 0,-1 0-1 0 0,1-1 1 0 0,0 1-1 0 0,0-1 1 0 0,0 1-1 0 0,0-1 1 0 0,0 1-1 0 0,0-1 1 0 0,0 1 0 0 0,-1-1-1 0 0,1 0 1 0 0,0 1-1 0 0,-1-1 1 0 0,1 0-1 0 0,0 0 1 0 0,-1 0-1 0 0,1-1 1 0 0,5-4-1273 0 0,3-6-539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1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1163 82 3681 0 0,'5'-28'1796'0'0,"-4"25"-1438"0"0,0-1 0 0 0,0 1-1 0 0,0-1 1 0 0,-1 1 0 0 0,1-1-1 0 0,-1 0 1 0 0,0 1 0 0 0,0-1-1 0 0,0 1 1 0 0,0-1 0 0 0,-1 0 0 0 0,1 1-1 0 0,-2-4 1 0 0,-1 28 2049 0 0,0 30-941 0 0,3 1-1 0 0,6 61 1 0 0,34 226-1522 0 0,-29-270-6 0 0,2 1-146 0 0,7 133 1 0 0,-20-203 207 0 0,-2 19 3 0 0,2-18-4 0 0,0 0 0 0 0,0 0 0 0 0,0 0 0 0 0,-1 0 1 0 0,1-1-1 0 0,0 1 0 0 0,-1 0 0 0 0,1 0 0 0 0,-1 0 0 0 0,1-1 0 0 0,-1 1 0 0 0,1 0 0 0 0,-1-1 1 0 0,1 1-1 0 0,-1 0 0 0 0,0-1 0 0 0,1 1 0 0 0,-2 0 0 0 0,-5 6-66 0 0,7-7 64 0 0,0 1 0 0 0,-1-1 0 0 0,1 1 0 0 0,0-1-1 0 0,-1 0 1 0 0,1 1 0 0 0,0-1 0 0 0,-1 1 0 0 0,1-1-1 0 0,0 0 1 0 0,-1 1 0 0 0,1-1 0 0 0,-1 0 0 0 0,1 1-1 0 0,-1-1 1 0 0,1 0 0 0 0,-1 0 0 0 0,1 0 0 0 0,-1 1 0 0 0,1-1-1 0 0,-1 0 1 0 0,1 0 0 0 0,-1 0 0 0 0,0 0 0 0 0,-2 1-7 0 0,1-1 0 0 0,-1 1 0 0 0,1 0 1 0 0,-1 0-1 0 0,1 0 0 0 0,0 0 1 0 0,0 1-1 0 0,-1-1 0 0 0,1 1 1 0 0,0-1-1 0 0,0 1 0 0 0,0 0 0 0 0,1 0 1 0 0,-1 0-1 0 0,0 0 0 0 0,1 0 1 0 0,-2 2-1 0 0,1-1 4 0 0,-1 0 0 0 0,1 0 0 0 0,-1-1 0 0 0,1 1 0 0 0,-1-1-1 0 0,0 1 1 0 0,0-1 0 0 0,-4 3 0 0 0,-4-1-5 0 0,7-3 11 0 0,0 1 0 0 0,-1-1 0 0 0,1 1 0 0 0,-6 5 0 0 0,6-5 5 0 0,0 0 0 0 0,0 0-1 0 0,0-1 1 0 0,-1 1 0 0 0,1-1-1 0 0,0 0 1 0 0,-1 0 0 0 0,-7 1-1 0 0,5-2 6 0 0,0 1 1 0 0,1 1-1 0 0,-10 3 0 0 0,-42 18 44 0 0,56-23-43 0 0,0 1 0 0 0,1-1 1 0 0,-1 1-1 0 0,0-1 1 0 0,0 0-1 0 0,0 1 1 0 0,0-1-1 0 0,0 0 1 0 0,0-1-1 0 0,0 1 0 0 0,0 0 1 0 0,0 0-1 0 0,-4-2 1 0 0,-27-11 279 0 0,13 5-161 0 0,-10 0 45 0 0,1 1-1 0 0,-55-4 1 0 0,19 3-16 0 0,56 6-122 0 0,1 1 0 0 0,-1 1 0 0 0,1 0 0 0 0,-1 0 0 0 0,0 0 0 0 0,1 1 0 0 0,-13 3 0 0 0,14-2 12 0 0,0-1-1 0 0,0 1 1 0 0,-1-2 0 0 0,1 1-1 0 0,-1-1 1 0 0,1 0 0 0 0,0 0-1 0 0,-1-1 1 0 0,1 0 0 0 0,0-1-1 0 0,-14-4 1 0 0,16 5-18 0 0,1-1 0 0 0,-1 1 1 0 0,1 0-1 0 0,-1 0 0 0 0,0 0 0 0 0,1 0 0 0 0,-1 1 1 0 0,0 0-1 0 0,0 0 0 0 0,1 0 0 0 0,-1 0 0 0 0,0 1 1 0 0,1 0-1 0 0,-1 0 0 0 0,0 0 0 0 0,1 1 0 0 0,0 0 1 0 0,-1-1-1 0 0,-6 5 0 0 0,-18 6 126 0 0,23-11-139 0 0,0 1 0 0 0,0 1 1 0 0,0-1-1 0 0,-5 4 0 0 0,8-4 0 0 0,0 0-1 0 0,0 0 1 0 0,0 0-1 0 0,-1 0 1 0 0,1-1-1 0 0,-6 2 1 0 0,7-3-14 0 0,1 0 1 0 0,0 1 0 0 0,-1-1 0 0 0,1 0-1 0 0,-1-1 1 0 0,1 1 0 0 0,-1 0 0 0 0,1 0-1 0 0,0-1 1 0 0,-1 1 0 0 0,1-1 0 0 0,0 1-1 0 0,-1-1 1 0 0,1 1 0 0 0,0-1 0 0 0,0 0-1 0 0,0 0 1 0 0,-1 0 0 0 0,0-1 0 0 0,-4-2 32 0 0,0 0 1 0 0,0 1 0 0 0,-1-1-1 0 0,1 1 1 0 0,-1 0 0 0 0,0 1-1 0 0,-12-3 1 0 0,-50-7 523 0 0,69 12-561 0 0,-16-2 119 0 0,0 1 0 0 0,1 1 0 0 0,-17 1 1 0 0,30 0-118 0 0,0-1 1 0 0,1 1 0 0 0,0-1 0 0 0,-1 1 0 0 0,1 0 0 0 0,-1 0 0 0 0,1 0 0 0 0,0 0 0 0 0,-1 0 0 0 0,0 1-1 0 0,1-1 1 0 0,0 0 0 0 0,0-1-1 0 0,0 1 1 0 0,0 0-1 0 0,0-1 1 0 0,0 1-1 0 0,0 0 1 0 0,0-1-1 0 0,0 0 1 0 0,0 1-1 0 0,-2 0 1 0 0,3-2-3 0 0,-1 1 1 0 0,1 0-1 0 0,-1 0 1 0 0,0-1-1 0 0,1 1 0 0 0,-1 0 1 0 0,1-1-1 0 0,0 1 1 0 0,-1-1-1 0 0,1 1 1 0 0,-1-1-1 0 0,1 1 1 0 0,-1-1-1 0 0,1 1 1 0 0,0-1-1 0 0,0 1 1 0 0,-1-1-1 0 0,1 1 0 0 0,0-1 1 0 0,0 1-1 0 0,-1-1 1 0 0,1 0-1 0 0,0 1 1 0 0,0-1-1 0 0,0 1 1 0 0,0-1-1 0 0,0 0 1 0 0,0 1-1 0 0,0-2 1 0 0,-1-11 31 0 0,1 0 1 0 0,0 0 0 0 0,0 0 0 0 0,1 0 0 0 0,1 0 0 0 0,1 0 0 0 0,4-15-1 0 0,2-16 39 0 0,-5 16-38 0 0,-1-1 1 0 0,-1 0-1 0 0,-2 1 0 0 0,0-1 1 0 0,-2 0-1 0 0,-2 1 0 0 0,-12-53 1 0 0,5 51-68 0 0,8 22 20 0 0,0 1 1 0 0,0-1-1 0 0,-1-10 1 0 0,-14-97-243 0 0,17 74 256 0 0,1 32 0 0 0,0 1 0 0 0,1 0 0 0 0,2-15 0 0 0,0 10 0 0 0,-3 11 11 0 0,0 1 0 0 0,1-1 0 0 0,0 1 0 0 0,-1-1 0 0 0,1 1 0 0 0,0-1 0 0 0,0 1 0 0 0,0 0 0 0 0,0-1 0 0 0,0 1 0 0 0,0 0 0 0 0,0 0 0 0 0,1 0 0 0 0,-1 0 0 0 0,0 0 0 0 0,1 0 0 0 0,-1 0 0 0 0,2-1 0 0 0,31-12 321 0 0,-25 10-272 0 0,7-1 75 0 0,0 0 0 0 0,0 1 0 0 0,0 1 0 0 0,1 0 0 0 0,-1 1 0 0 0,1 1 0 0 0,-1 0 0 0 0,27 3 0 0 0,32 5 23 0 0,74 2-16 0 0,27-18-88 0 0,-108 4-19 0 0,127 5 0 0 0,-185 2-18 0 0,0-2 0 0 0,0 1-1 0 0,-1-1 1 0 0,1-1 0 0 0,0 1 0 0 0,14-5-1 0 0,-23 5-18 0 0,-1 0-1 0 0,0 0 1 0 0,1 0-1 0 0,-1 0 1 0 0,0 0-1 0 0,0 0 0 0 0,1 0 1 0 0,-1 0-1 0 0,0 0 1 0 0,1 0-1 0 0,-1 0 0 0 0,0-1 1 0 0,0 1-1 0 0,1 0 1 0 0,-1 0-1 0 0,0 0 1 0 0,0 0-1 0 0,1-1 0 0 0,-1 1 1 0 0,0 0-1 0 0,0 0 1 0 0,0-1-1 0 0,0 1 0 0 0,1 0 1 0 0,-1 0-1 0 0,0-1 1 0 0,0 1-1 0 0,0 0 1 0 0,0-1-1 0 0,0 1 0 0 0,0 0 1 0 0,0 0-1 0 0,0-1 1 0 0,0 1-1 0 0,0 0 0 0 0,0-1 1 0 0,0 1-1 0 0,0 0 1 0 0,0-1-1 0 0,0 1 1 0 0,0-1-148 0 0,0 0 1 0 0,-1 1 0 0 0,1-1 0 0 0,-1 1-1 0 0,1-1 1 0 0,-1 1 0 0 0,1-1 0 0 0,-1 1-1 0 0,1-1 1 0 0,-1 1 0 0 0,1-1-1 0 0,-1 1 1 0 0,0 0 0 0 0,1-1 0 0 0,-1 1-1 0 0,-1-1 1 0 0,-5-1-7463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2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1052 10594 0 0,'9'-28'7475'0'0,"6"-135"-5637"0"0,-4 31-2126 0 0,-10 124 305 0 0,19-143 432 0 0,-14 122-295 0 0,1 0 0 0 0,1 1 1 0 0,14-32-1 0 0,-9 32 8 0 0,1 2 0 0 0,2-1 0 0 0,0 2 0 0 0,2 0 0 0 0,0 2 0 0 0,2-1 0 0 0,1 2 1 0 0,0 1-1 0 0,2 1 0 0 0,36-26 0 0 0,-29 26-87 0 0,-19 14-28 0 0,0-2 0 0 0,0 1 0 0 0,0-2 0 0 0,-1 1 0 0 0,14-17 0 0 0,-14 15 26 0 0,-9 9-68 0 0,0 0 0 0 0,1 0 1 0 0,-1-1-1 0 0,0 1 0 0 0,0 0 1 0 0,0-1-1 0 0,0 1 0 0 0,0-1 1 0 0,0 1-1 0 0,0-1 0 0 0,-1 1 0 0 0,1-1 1 0 0,0 0-1 0 0,-1 1 0 0 0,1-3 1 0 0,1-4-175 0 0,-1 2 833 0 0,-9 1-7611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3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9218 0 0,'1'-8'2892'0'0,"-1"7"-2795"0"0,0 1 0 0 0,0 0 1 0 0,0 0-1 0 0,0 0 0 0 0,0 0 0 0 0,1-1 0 0 0,-1 1 1 0 0,0 0-1 0 0,0 0 0 0 0,0 0 0 0 0,0 0 0 0 0,0 0 0 0 0,0-1 1 0 0,0 1-1 0 0,0 0 0 0 0,0 0 0 0 0,1 0 0 0 0,-1 0 1 0 0,0 0-1 0 0,0 0 0 0 0,0-1 0 0 0,0 1 0 0 0,0 0 0 0 0,0 0 1 0 0,1 0-1 0 0,-1 0 0 0 0,0 0 0 0 0,0 0 0 0 0,0 0 1 0 0,0 0-1 0 0,1 0 0 0 0,-1 0 0 0 0,0 0 0 0 0,0 0 1 0 0,0 0-1 0 0,0 0 0 0 0,1 0 0 0 0,2 3 4196 0 0,-1 2-3613 0 0,0-1-536 0 0,6 17 485 0 0,-7-19-565 0 0,-1-1 0 0 0,1 0 0 0 0,0 1 0 0 0,0-1-1 0 0,-1 0 1 0 0,1 0 0 0 0,0 0 0 0 0,0 0 0 0 0,0 1 0 0 0,0-1 0 0 0,1-1 0 0 0,-1 1 0 0 0,0 0 0 0 0,2 1-1 0 0,0-1-20 0 0,-1 0 0 0 0,1 1 0 0 0,-1-1 0 0 0,0 1 0 0 0,1 0 0 0 0,-1-1 0 0 0,0 1 0 0 0,0 0 0 0 0,0 0 0 0 0,0 0 0 0 0,0 1 0 0 0,2 3 0 0 0,11 12 91 0 0,0-10-84 0 0,-13-8-47 0 0,-1 0 0 0 0,0 1 0 0 0,1 0 1 0 0,-1-1-1 0 0,0 1 0 0 0,1 0 0 0 0,-1-1 0 0 0,0 1 1 0 0,0 0-1 0 0,2 1 0 0 0,-2 0 6 0 0,17 14-1246 0 0,-13-11-4122 0 0,-2 2-1817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3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13 106 9218 0 0,'-12'9'11473'0'0,"15"-14"-11041"0"0,-1 1-366 0 0,0 0 0 0 0,1 0 0 0 0,-1 1-1 0 0,1-1 1 0 0,0 0 0 0 0,1 1 0 0 0,-1 0 0 0 0,0 0-1 0 0,1 0 1 0 0,0 0 0 0 0,4-2 0 0 0,8-3 150 0 0,1 2 0 0 0,0 0 0 0 0,1 1 0 0 0,21-4 1 0 0,72-6-222 0 0,47-1 397 0 0,-155 15-395 0 0,-1 1-1 0 0,0 0 1 0 0,1 0-1 0 0,-1 0 1 0 0,1 0-1 0 0,-1 0 1 0 0,0 1-1 0 0,1-1 1 0 0,-1 1-1 0 0,0-1 1 0 0,0 1 0 0 0,1 0-1 0 0,-1 0 1 0 0,0 0-1 0 0,0 0 1 0 0,3 2-1 0 0,-4-2-9 0 0,0-1-1 0 0,0 0 0 0 0,0 1 0 0 0,0-1 1 0 0,0 0-1 0 0,0 0 0 0 0,1 0 0 0 0,-1 1 1 0 0,0-1-1 0 0,0 0 0 0 0,0-1 0 0 0,2 1 1 0 0,-3 0-14 0 0,1 0 0 0 0,-1 0 0 0 0,1 0 0 0 0,-1 0 1 0 0,1 0-1 0 0,-1 0 0 0 0,0 0 0 0 0,1-1 0 0 0,-1 1 0 0 0,1 0 1 0 0,-1 0-1 0 0,1 0 0 0 0,-1-1 0 0 0,0 1 0 0 0,1 0 1 0 0,-1 0-1 0 0,0-1 0 0 0,1 1 0 0 0,-1 0 0 0 0,0-1 0 0 0,1 1 1 0 0,-1 0-1 0 0,0-1 0 0 0,1 1 0 0 0,-1 0 0 0 0,0-1 1 0 0,0 0-1 0 0,0 1-103 0 0,0 0 0 0 0,0-1 0 0 0,0 1 0 0 0,-1 0 1 0 0,1-1-1 0 0,0 1 0 0 0,-1 0 0 0 0,1 0 0 0 0,0-1 1 0 0,0 1-1 0 0,-1 0 0 0 0,1 0 0 0 0,0 0 0 0 0,-1-1 0 0 0,1 1 1 0 0,-1 0-1 0 0,1 0 0 0 0,0 0 0 0 0,-1 0 0 0 0,1 0 0 0 0,0 0 1 0 0,-1 0-1 0 0,1 0 0 0 0,-1 0 0 0 0,0 0-230 0 0,-5-1-6528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3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 2304 0 0,'-2'7'1182'0'0,"1"1"0"0"0,-1-1 0 0 0,0 1 0 0 0,0-1 0 0 0,-1 0 0 0 0,-6 11 0 0 0,8-16-1110 0 0,-42 75 6500 0 0,-33 33-3663 0 0,48-71-2213 0 0,-15 13-505 0 0,9-12-645 0 0,20-29-963 0 0,13-10 314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3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1 4145 0 0,'10'14'408'0'0,"-13"-2"302"0"0,3-9-383 0 0,-1-1 0 0 0,0 1-1 0 0,1-1 1 0 0,-1 1 0 0 0,0-1-1 0 0,0 1 1 0 0,0-1 0 0 0,0 0 0 0 0,-1 1-1 0 0,1-1 1 0 0,-1 0 0 0 0,1 0-1 0 0,-1 0 1 0 0,0 0 0 0 0,0 0-1 0 0,0 0 1 0 0,0-1 0 0 0,-3 3-1 0 0,0-1-64 0 0,0 0 0 0 0,0 1-1 0 0,0 0 1 0 0,1 0 0 0 0,-1 0-1 0 0,1 0 1 0 0,0 1 0 0 0,0 0 0 0 0,1-1-1 0 0,-1 1 1 0 0,-2 7 0 0 0,1-3-327 0 0,2 0 1 0 0,-1-1-1 0 0,1 1 1 0 0,0 0-1 0 0,1 1 1 0 0,-2 14-1 0 0,3-17-267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4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1376 0 0,'3'8'960'0'0,"6"5"5010"0"0,-4 38-543 0 0,-4-36-4429 0 0,0-1 0 0 0,6 21-1 0 0,-6-29-853 0 0,0-1 0 0 0,1 1 0 0 0,0-1-1 0 0,0 0 1 0 0,1 1 0 0 0,-1-1 0 0 0,1 0 0 0 0,0-1 0 0 0,1 1-1 0 0,-1-1 1 0 0,7 7 0 0 0,-3-4 75 0 0,1 0 0 0 0,0 0 0 0 0,1-1-1 0 0,-1 0 1 0 0,1 0 0 0 0,0-1 0 0 0,14 5 0 0 0,-18-7-121 0 0,2-1 0 0 0,-1 0 0 0 0,0-1 0 0 0,0 1 0 0 0,1-1 0 0 0,-1-1 0 0 0,0 1 0 0 0,1-1 0 0 0,-1 0 0 0 0,1-1 0 0 0,-1 1 0 0 0,13-4 0 0 0,-13 2-37 0 0,-2 1-62 0 0,0 0-1 0 0,1 0 1 0 0,-1 0-1 0 0,0-1 0 0 0,0 0 1 0 0,0 1-1 0 0,0-2 1 0 0,-1 1-1 0 0,1 0 0 0 0,-1-1 1 0 0,4-2-1 0 0,4-5-390 0 0,0-1 0 0 0,-1 0-1 0 0,0 0 1 0 0,-1-1 0 0 0,10-16-1 0 0,-18 26 51 0 0,0 0-1 0 0,0 0 0 0 0,-1 0 0 0 0,1 0 1 0 0,-1 0-1 0 0,1 0 0 0 0,-1 0 1 0 0,0-1-1 0 0,0-1 0 0 0,-1-4-5449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4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3537 0 0,'0'2'37'0'0,"0"-1"-25"0"0,0-1-1 0 0,0 1 0 0 0,0-1 0 0 0,0 1 0 0 0,0 0 1 0 0,1-1-1 0 0,-1 1 0 0 0,0-1 0 0 0,0 1 0 0 0,0-1 0 0 0,1 1 1 0 0,-1-1-1 0 0,0 1 0 0 0,0-1 0 0 0,1 1 0 0 0,-1-1 0 0 0,1 1 1 0 0,-1-1-1 0 0,0 0 0 0 0,1 1 0 0 0,-1-1 0 0 0,1 0 1 0 0,-1 1-1 0 0,1-1 0 0 0,-1 0 0 0 0,1 1 0 0 0,0-1 0 0 0,17-18 3618 0 0,-14 14-2797 0 0,0 1-1 0 0,0 0 1 0 0,0 0-1 0 0,0 0 1 0 0,1 1-1 0 0,4-3 1 0 0,30-10 848 0 0,-16 7-2517 0 0,-11 4-4237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4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 3681 0 0,'1'-1'273'0'0,"1"1"0"0"0,-1-1 0 0 0,0 0 0 0 0,1 0 1 0 0,-1 0-1 0 0,0 0 0 0 0,0 0 0 0 0,0 0 0 0 0,0-1 1 0 0,0 1-1 0 0,0 0 0 0 0,0 0 0 0 0,1-2 0 0 0,3-4 1697 0 0,-4 7-1892 0 0,-1 0 0 0 0,0 0 0 0 0,0 0 0 0 0,0 0 0 0 0,0-1 0 0 0,0 1 0 0 0,1 0 0 0 0,-1 0 0 0 0,0 0 0 0 0,0 0 0 0 0,0 0 0 0 0,1 0-1 0 0,-1 0 1 0 0,0 0 0 0 0,0 0 0 0 0,0 0 0 0 0,0 0 0 0 0,1 0 0 0 0,-1 0 0 0 0,0 0 0 0 0,0 0 0 0 0,0 0 0 0 0,1 0 0 0 0,-1 0 0 0 0,0 0 0 0 0,0 0 0 0 0,0 0-1 0 0,0 0 1 0 0,1 0 0 0 0,-1 0 0 0 0,0 1 0 0 0,0-1 0 0 0,0 0 0 0 0,0 0 0 0 0,1 0 0 0 0,-1 0 0 0 0,0 0 0 0 0,6 10 1434 0 0,3 11-434 0 0,1 28-588 0 0,-2 0 0 0 0,-2 1 1 0 0,-2 93-1 0 0,-3-133-493 0 0,-1-6-21 0 0,0-1 0 0 0,0 1 1 0 0,0-1-1 0 0,0 1 0 0 0,0-1 1 0 0,-1 1-1 0 0,1-1 0 0 0,-1 1 0 0 0,-2 4 1 0 0,3-8-19 0 0,0 1 0 0 0,0-1 0 0 0,0 0 0 0 0,-1 0 0 0 0,1 0 0 0 0,0 0 0 0 0,0 1 0 0 0,0-1 0 0 0,0 0 0 0 0,0 0 0 0 0,-1 0 0 0 0,1 0 0 0 0,0 0 0 0 0,0 0 0 0 0,0 1 0 0 0,-1-1 0 0 0,1 0 0 0 0,0 0 0 0 0,0 0 0 0 0,0 0 0 0 0,-1 0 0 0 0,1 0 0 0 0,0 0 0 0 0,0 0 0 0 0,0 0 0 0 0,-1 0 0 0 0,1 0 0 0 0,0 0 0 0 0,0 0 0 0 0,0 0 0 0 0,-1 0 0 0 0,1 0 0 0 0,0 0 0 0 0,0 0 0 0 0,0 0 0 0 0,-1 0 0 0 0,1-1 0 0 0,0 1 0 0 0,0 0 0 0 0,0 0 0 0 0,0 0 0 0 0,-1 0 0 0 0,-5-7-4798 0 0,3 0 467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5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6449 0 0,'27'-10'3093'0'0,"-23"9"-2508"0"0,0 0-1 0 0,0 0 0 0 0,0-1 0 0 0,0 0 0 0 0,0 1 0 0 0,0-1 0 0 0,0-1 0 0 0,5-3 0 0 0,-6 4-491 0 0,0 0 0 0 0,0 0 0 0 0,1 0 0 0 0,-1 0 0 0 0,0 1 0 0 0,1-1 0 0 0,-1 1 0 0 0,1 0 0 0 0,0 0 0 0 0,-1 1 0 0 0,1-1-1 0 0,0 1 1 0 0,0-1 0 0 0,4 1 0 0 0,24-3 495 0 0,-21 1-161 0 0,1 0 0 0 0,18 1-1 0 0,-10 0 32 0 0,9 3-228 0 0,-25-2-201 0 0,0 1 0 0 0,1-1 0 0 0,-1 1 0 0 0,0-1-1 0 0,0 0 1 0 0,0-1 0 0 0,8-1 0 0 0,-8 1-76 0 0,-1 1 0 0 0,1-1 0 0 0,-1 1 0 0 0,1 0 0 0 0,6 1 0 0 0,-7-1-5 0 0,0 0 0 0 0,0 0-1 0 0,0 0 1 0 0,0 0-1 0 0,-1 0 1 0 0,1 0 0 0 0,0-1-1 0 0,0 0 1 0 0,4-1 0 0 0,-5 1-36 0 0,0 1 1 0 0,1-1-1 0 0,-1 0 1 0 0,0 1 0 0 0,1-1-1 0 0,-1 1 1 0 0,1 0 0 0 0,-1 0-1 0 0,1 0 1 0 0,-1 0-1 0 0,0 0 1 0 0,1 0 0 0 0,-1 1-1 0 0,1-1 1 0 0,-1 1 0 0 0,0 0-1 0 0,3 1 1 0 0,3 0-29 0 0,4-3-64 0 0,-11 1 173 0 0,0-1 0 0 0,-1 1 0 0 0,1 0-1 0 0,0 0 1 0 0,0 0 0 0 0,-1 0 0 0 0,1 0 0 0 0,0-1 0 0 0,0 1-1 0 0,0 1 1 0 0,-1-1 0 0 0,1 0 0 0 0,0 0 0 0 0,0 0-1 0 0,0 0 1 0 0,-1 0 0 0 0,3 1 0 0 0,3 2-14 0 0,1 1 0 0 0,-1-1 1 0 0,1 1-1 0 0,-1 0 0 0 0,0 0 1 0 0,-1 1-1 0 0,9 9 0 0 0,1-1 21 0 0,-14-13 0 0 0,1 1 0 0 0,-1 0 0 0 0,0 0 0 0 0,0 0 0 0 0,1 0 0 0 0,-1 0 0 0 0,0 1 0 0 0,0-1 0 0 0,0 0 0 0 0,0 0 0 0 0,0 1 0 0 0,-1-1 0 0 0,1 1 0 0 0,0-1 0 0 0,-1 0 0 0 0,1 1 0 0 0,-1 0 0 0 0,1-1 0 0 0,-1 1 0 0 0,0-1 0 0 0,0 1 0 0 0,1-1 0 0 0,-1 3 0 0 0,3 107-1056 0 0,19 125 0 0 0,-18-209 887 0 0,4 35-313 0 0,27 105 1 0 0,-26-152-320 0 0,-4-13-676 0 0,-3-11-1781 0 0,-2 5 132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5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5065 0 0,'2'-1'306'0'0,"-1"-1"-1"0"0,0 0 0 0 0,1 0 1 0 0,-1 1-1 0 0,0-1 1 0 0,0 0-1 0 0,0 0 1 0 0,0 0-1 0 0,0 0 1 0 0,-1-1-1 0 0,1 1 1 0 0,-1 0-1 0 0,1 0 1 0 0,-1 0-1 0 0,0 0 0 0 0,0-1 1 0 0,0-3-1 0 0,0 3 14 0 0,0 1-1 0 0,0-1 0 0 0,1 0 0 0 0,-1 1 0 0 0,1-1 0 0 0,-1 0 1 0 0,1 1-1 0 0,0-1 0 0 0,0 1 0 0 0,0-1 0 0 0,0 1 1 0 0,0 0-1 0 0,3-3 0 0 0,-4 4-228 0 0,1 0 1 0 0,0 1-1 0 0,0-1 0 0 0,-1 1 1 0 0,1-1-1 0 0,0 1 1 0 0,0-1-1 0 0,0 1 0 0 0,0 0 1 0 0,0-1-1 0 0,-1 1 1 0 0,1 0-1 0 0,0 0 0 0 0,0 0 1 0 0,0 0-1 0 0,0 0 1 0 0,0 0-1 0 0,0 0 0 0 0,0 0 1 0 0,0 0-1 0 0,0 0 0 0 0,0 0 1 0 0,0 0-1 0 0,1 1 1 0 0,24 13 1201 0 0,-7-4-479 0 0,49 0 524 0 0,-61-9-1292 0 0,1-1 1 0 0,-1 0-1 0 0,0-1 0 0 0,0 0 0 0 0,0 0 0 0 0,0 0 0 0 0,9-4 0 0 0,-7 3-33 0 0,18-7-193 0 0,-20 7 67 0 0,0-1-1 0 0,0 1 1 0 0,1 1 0 0 0,7-2-1 0 0,-13 3-183 0 0,1-1-1 0 0,-1 1 0 0 0,1-1 0 0 0,-1 0 0 0 0,1 1 0 0 0,-1-1 0 0 0,0-1 1 0 0,1 1-1 0 0,-1 0 0 0 0,3-2 0 0 0,-4 2-775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6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2304 0 0,'0'4'226'0'0,"4"18"-220"0"0,2-12 2812 0 0,-5-12-1732 0 0,1 0 0 0 0,0 0 0 0 0,-1 0-1 0 0,1 0 1 0 0,0 1 0 0 0,0-1 0 0 0,2-1-1 0 0,0 1-730 0 0,1 0-1 0 0,0 1 0 0 0,0-1 1 0 0,-1 1-1 0 0,1 0 0 0 0,0 0 1 0 0,0 1-1 0 0,0 0 1 0 0,0-1-1 0 0,7 2 0 0 0,2 1-471 0 0,0 0 1 0 0,19 6-1 0 0,-30-7 56 0 0,-1-1 1 0 0,1 0 0 0 0,0 0 0 0 0,0 0-1 0 0,0 0 1 0 0,-1 0 0 0 0,1 0 0 0 0,0-1-1 0 0,0 1 1 0 0,-1-1 0 0 0,1 0-1 0 0,2-1 1 0 0,31-16-5539 0 0,-36 18 5598 0 0,11-6-4842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6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26 3945 0 0,'-6'-25'384'0'0,"12"46"5780"0"0,1 2-5008 0 0,31 198 2398 0 0,13 78-3079 0 0,-46-267-1062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7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5985 0 0,'0'0'57'0'0,"1"1"-1"0"0,-1-1 1 0 0,0 0 0 0 0,1 1-1 0 0,-1-1 1 0 0,0 0-1 0 0,1 0 1 0 0,-1 0 0 0 0,1 1-1 0 0,-1-1 1 0 0,0 0-1 0 0,1 0 1 0 0,-1 0 0 0 0,1 0-1 0 0,-1 0 1 0 0,1 0-1 0 0,-1 0 1 0 0,1 0 0 0 0,-1 0-1 0 0,0 0 1 0 0,1 0-1 0 0,-1 0 1 0 0,1 0 0 0 0,-1 0-1 0 0,1 0 1 0 0,-1 0-1 0 0,0 0 1 0 0,1-1 0 0 0,-1 1-1 0 0,1 0 1 0 0,-1 0-1 0 0,0 0 1 0 0,1-1-1 0 0,-1 1 1 0 0,0 0 0 0 0,1-1-1 0 0,-1 1 1 0 0,0 0-1 0 0,1-1 1 0 0,-1 1 0 0 0,0 0-1 0 0,0-1 1 0 0,1 1-1 0 0,-1-1 1 0 0,0 1 0 0 0,0 0-1 0 0,0-1 1 0 0,0 1-1 0 0,1-1 1 0 0,5-30 5293 0 0,-3 14-2719 0 0,7 0 1185 0 0,-10 17-3783 0 0,0-1 1 0 0,0 1-1 0 0,0 0 1 0 0,1-1 0 0 0,-1 1-1 0 0,0 0 1 0 0,1 0-1 0 0,-1-1 1 0 0,0 1-1 0 0,0 0 1 0 0,1 0-1 0 0,-1 0 1 0 0,0-1 0 0 0,1 1-1 0 0,-1 0 1 0 0,0 0-1 0 0,1 0 1 0 0,-1 0-1 0 0,1 0 1 0 0,-1 0-1 0 0,0 0 1 0 0,1 0 0 0 0,-1 0-1 0 0,0 0 1 0 0,1 0-1 0 0,-1 0 1 0 0,1 0-1 0 0,-1 0 1 0 0,0 0-1 0 0,1 0 1 0 0,-1 0-1 0 0,0 0 1 0 0,1 0 0 0 0,-1 0-1 0 0,0 1 1 0 0,1-1-1 0 0,-1 0 1 0 0,0 0-1 0 0,1 0 1 0 0,-1 1-1 0 0,0-1 1 0 0,1 0 0 0 0,-1 1-1 0 0,0-1 1 0 0,0 0-1 0 0,1 1 1 0 0,0 1 10 0 0,0-1 0 0 0,0 0 0 0 0,1 0 0 0 0,-1 1 0 0 0,0-1 0 0 0,1 0 0 0 0,-1 0 0 0 0,1 0 0 0 0,-1 0 0 0 0,1 0 0 0 0,0-1 0 0 0,-1 1 0 0 0,1 0 1 0 0,2 0-1 0 0,1 1-2 0 0,39 13 119 0 0,-42-15-187 0 0,-1 1 1 0 0,0 0-1 0 0,1 0 1 0 0,-1 0-1 0 0,1 0 1 0 0,-1 0-1 0 0,0 0 0 0 0,0 0 1 0 0,1 0-1 0 0,-1 1 1 0 0,2 2-1 0 0,-2-3-42 0 0,7 8-333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7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0 8290 0 0,'2'2'169'0'0,"0"-1"1"0"0,0 1-1 0 0,0-1 1 0 0,0 1 0 0 0,-1 0-1 0 0,1 0 1 0 0,0-1-1 0 0,-1 1 1 0 0,0 0-1 0 0,1 0 1 0 0,-1 1 0 0 0,0-1-1 0 0,0 0 1 0 0,0 0-1 0 0,-1 1 1 0 0,1-1-1 0 0,0 0 1 0 0,-1 1 0 0 0,0-1-1 0 0,1 0 1 0 0,-1 1-1 0 0,0-1 1 0 0,0 1-1 0 0,0-1 1 0 0,-1 1 0 0 0,0 3-1 0 0,-2 8 511 0 0,-1 1 0 0 0,0-1-1 0 0,-1 0 1 0 0,-1 0 0 0 0,0 0 0 0 0,-11 17-1 0 0,-24 43-2578 0 0,32-56-3794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7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 3225 0 0,'8'-10'817'0'0,"4"-6"4749"0"0,2-3 5 0 0,-1 12-4013 0 0,-2 2-794 0 0,-5 2-522 0 0,0 0-1 0 0,0 0 1 0 0,0 1-1 0 0,0 0 1 0 0,0 0-1 0 0,12-2 1 0 0,43-4 478 0 0,-44 7-542 0 0,-4-1-44 0 0,1 2 0 0 0,0 0 0 0 0,13 2 1 0 0,-21-2-109 0 0,-1 1 1 0 0,1 0 0 0 0,-1 1 0 0 0,1-1-1 0 0,-1 1 1 0 0,0 0 0 0 0,1 0-1 0 0,-1 1 1 0 0,0-1 0 0 0,5 5-1 0 0,-9-6-24 0 0,0 1 0 0 0,1-1 0 0 0,-1 1 0 0 0,0 0 0 0 0,0-1 0 0 0,0 1-1 0 0,0 0 1 0 0,0 0 0 0 0,-1 0 0 0 0,1 0 0 0 0,0 0 0 0 0,-1 0-1 0 0,1 0 1 0 0,-1 0 0 0 0,0 0 0 0 0,0 0 0 0 0,0 0 0 0 0,0 0 0 0 0,0 0-1 0 0,0 0 1 0 0,0 0 0 0 0,-1 2 0 0 0,-2 8-161 0 0,1-1-1 0 0,-8 17 1 0 0,8-21 30 0 0,-1 1-199 0 0,-1 1-1 0 0,0 0 0 0 0,-11 14 0 0 0,-7 6-5495 0 0,10-13 129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8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5065 0 0,'1'0'111'0'0,"0"0"-1"0"0,0 0 1 0 0,0 0 0 0 0,0 0-1 0 0,0 0 1 0 0,0 0 0 0 0,0 0 0 0 0,0 1-1 0 0,0-1 1 0 0,0 0 0 0 0,0 1-1 0 0,0-1 1 0 0,0 1 0 0 0,0-1-1 0 0,0 1 1 0 0,0-1 0 0 0,0 1-1 0 0,0 0 1 0 0,0-1 0 0 0,0 1-1 0 0,0 1 1 0 0,1 1 305 0 0,-1-1 0 0 0,0 0 0 0 0,-1 1 0 0 0,1-1 0 0 0,0 1 0 0 0,-1-1 0 0 0,1 1 0 0 0,-1 3 0 0 0,5 115 4018 0 0,-5-48-3447 0 0,53 462 1930 0 0,-34-389-2473 0 0,19 118 231 0 0,-6-51 63 0 0,-32-199-709 0 0,-1-10-77 0 0,-1-10-178 0 0,-1-7-385 0 0,2 1 1 0 0,0-1 0 0 0,1-22-1 0 0,0 17-364 0 0,0 3-174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28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6449 0 0,'3'0'176'0'0,"-1"0"-130"0"0,-1 0 0 0 0,0 0 0 0 0,1 0 0 0 0,-1 0 0 0 0,1 0 0 0 0,-1 0 0 0 0,0-1 0 0 0,1 1 0 0 0,-1 0 0 0 0,0-1 0 0 0,0 1 0 0 0,1-1 1 0 0,-1 0-1 0 0,0 1 0 0 0,2-2 0 0 0,2-1 640 0 0,1 1 1 0 0,-1-1-1 0 0,1 1 1 0 0,0 1-1 0 0,-1-1 0 0 0,1 1 1 0 0,0 0-1 0 0,0 0 1 0 0,7 1-1 0 0,18-4 977 0 0,-23 2-1329 0 0,0 1 1 0 0,0 0 0 0 0,0 0 0 0 0,1 1-1 0 0,-1 0 1 0 0,0 1 0 0 0,0 0 0 0 0,9 1-1 0 0,-7 0-198 0 0,1-1-1 0 0,20-1 0 0 0,-23 0-296 0 0,-1 0-1 0 0,1 0 0 0 0,-1 0 1 0 0,0 1-1 0 0,0 0 1 0 0,1 0-1 0 0,12 5 1 0 0,35 23-1624 0 0,-38-22 1758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0.0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258 68 8290 0 0,'1'-2'110'0'0,"0"1"0"0"0,0-1 1 0 0,0 0-1 0 0,1 1 0 0 0,-1-1 1 0 0,0 1-1 0 0,1 0 0 0 0,0-1 0 0 0,2-1 1 0 0,-2-2 6008 0 0,-6-2-3604 0 0,-9-7-1991 0 0,10 11 57 0 0,1 1-553 0 0,0 0-1 0 0,0 0 1 0 0,-1 0 0 0 0,1 0-1 0 0,0 1 1 0 0,-1-1-1 0 0,0 1 1 0 0,1 0 0 0 0,-1-1-1 0 0,0 1 1 0 0,1 0 0 0 0,-1 0-1 0 0,0 1 1 0 0,0-1-1 0 0,-3 0 1 0 0,3 1 21 0 0,-1 0-1 0 0,1 1 1 0 0,-1-1-1 0 0,1 1 1 0 0,0 0 0 0 0,-1 0-1 0 0,1 0 1 0 0,0 0-1 0 0,0 0 1 0 0,0 1-1 0 0,0-1 1 0 0,-5 4 0 0 0,-6 5 129 0 0,0 0 0 0 0,0 1 1 0 0,1 0-1 0 0,1 1 1 0 0,0 1-1 0 0,0 0 1 0 0,1 1-1 0 0,1 0 0 0 0,0 0 1 0 0,1 1-1 0 0,1 0 1 0 0,0 1-1 0 0,-6 18 1 0 0,13-29-176 0 0,0 1 1 0 0,0 0-1 0 0,1-1 0 0 0,-1 1 1 0 0,1 0-1 0 0,0 0 1 0 0,1-1-1 0 0,-1 1 1 0 0,1-1-1 0 0,0 1 1 0 0,1 0-1 0 0,-1-1 1 0 0,1 0-1 0 0,0 1 1 0 0,1-1-1 0 0,-1 0 1 0 0,1 0-1 0 0,0 0 1 0 0,7 8-1 0 0,-5-6 11 0 0,0-1 0 0 0,0 0-1 0 0,1 0 1 0 0,0 0 0 0 0,0-1-1 0 0,1 0 1 0 0,-1 0 0 0 0,1-1 0 0 0,0 1-1 0 0,0-2 1 0 0,1 1 0 0 0,-1-1-1 0 0,12 4 1 0 0,-14-7-5 0 0,0 1 0 0 0,0-1-1 0 0,0 1 1 0 0,0-2 0 0 0,0 1 0 0 0,0 0 0 0 0,0-1-1 0 0,0 0 1 0 0,4-1 0 0 0,5-3 12 0 0,-1 1 1 0 0,13-8-1 0 0,-14 6-27 0 0,0-2 0 0 0,-1 1 0 0 0,0-1 0 0 0,10-11 0 0 0,11-7-17 0 0,-17 14-25 0 0,-1 0 1 0 0,0-1-1 0 0,20-25 1 0 0,-26 29 22 0 0,-1-1-1 0 0,0 0 1 0 0,-1 0 0 0 0,0-1-1 0 0,-1 1 1 0 0,8-23 0 0 0,-12 29 20 0 0,0 1 1 0 0,-1-1-1 0 0,1 1 1 0 0,0-1 0 0 0,-1 0-1 0 0,0 1 1 0 0,0-1-1 0 0,0 1 1 0 0,0-1-1 0 0,-1 0 1 0 0,1 1-1 0 0,-1-1 1 0 0,0 1-1 0 0,0-1 1 0 0,0 1-1 0 0,-3-6 1 0 0,2 6-10 0 0,-1 0 0 0 0,1-1 0 0 0,-1 1 0 0 0,0 0 1 0 0,0 1-1 0 0,0-1 0 0 0,0 0 0 0 0,0 1 0 0 0,-1 0 0 0 0,1-1 0 0 0,-1 1 0 0 0,1 1 1 0 0,-1-1-1 0 0,-6-1 0 0 0,-10-5-77 0 0,17 6 63 0 0,0 0 0 0 0,-1 1 1 0 0,1-1-1 0 0,-1 1 0 0 0,1 0 0 0 0,-1 0 0 0 0,1 0 0 0 0,-1 1 0 0 0,0-1 1 0 0,1 1-1 0 0,-1 0 0 0 0,0 0 0 0 0,0 0 0 0 0,1 0 0 0 0,-1 1 0 0 0,0 0 1 0 0,-5 1-1 0 0,5-1-79 0 0,-35 17-388 0 0,37-16 240 0 0,-1-1-1 0 0,0 1 1 0 0,1 0 0 0 0,0 0 0 0 0,-1 0-1 0 0,1 0 1 0 0,0 0 0 0 0,0 1 0 0 0,0-1-1 0 0,0 0 1 0 0,-2 4 0 0 0,1 2-6339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0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5 7370 0 0,'0'-1'83'0'0,"0"1"1"0"0,1 0-1 0 0,-1 0 1 0 0,0 0-1 0 0,0-1 1 0 0,0 1-1 0 0,0 0 1 0 0,0 0-1 0 0,1-1 1 0 0,-1 1-1 0 0,0 0 1 0 0,0 0-1 0 0,0 0 1 0 0,0 0-1 0 0,1-1 1 0 0,-1 1-1 0 0,0 0 1 0 0,0 0-1 0 0,1 0 1 0 0,-1 0-1 0 0,0 0 1 0 0,0 0-1 0 0,0-1 1 0 0,1 1 0 0 0,-1 0-1 0 0,0 0 1 0 0,1 0-1 0 0,-1 0 1 0 0,0 0-1 0 0,0 0 1 0 0,1 0-1 0 0,-1 0 1 0 0,0 0-1 0 0,0 0 1 0 0,1 0-1 0 0,-1 1 1 0 0,0-1-1 0 0,1 0 1 0 0,-2 9 3364 0 0,1-8-2362 0 0,-2 4-414 0 0,-31 76 1089 0 0,3 2-1 0 0,-22 103 1 0 0,24-71-1322 0 0,-11 60 156 0 0,36-161-731 0 0,2-12-7 0 0,2-9-28 0 0,15-75-5171 0 0,-12 64-725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1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77 4145 0 0,'27'-15'471'0'0,"-19"11"919"0"0,0 0 0 0 0,0 1 1 0 0,15-4-1 0 0,-20 6-1057 0 0,0 0-1 0 0,0 0 1 0 0,0 1 0 0 0,1-1-1 0 0,-1 1 1 0 0,0 0 0 0 0,0 0 0 0 0,0 0-1 0 0,0 1 1 0 0,1-1 0 0 0,-1 1 0 0 0,0-1-1 0 0,0 1 1 0 0,0 0 0 0 0,0 0 0 0 0,0 1-1 0 0,-1-1 1 0 0,1 1 0 0 0,0-1 0 0 0,0 1-1 0 0,-1 0 1 0 0,1 0 0 0 0,2 3 0 0 0,-2-2-223 0 0,-1 1 1 0 0,0-1 0 0 0,-1 0 0 0 0,1 1 0 0 0,0-1 0 0 0,-1 1 0 0 0,0 0 0 0 0,0-1 0 0 0,0 1 0 0 0,-1 0 0 0 0,1 0 0 0 0,-1 0 0 0 0,0 0 0 0 0,0-1 0 0 0,0 1 0 0 0,-1 8 0 0 0,-1 1 27 0 0,-1 0 0 0 0,0 0 0 0 0,-7 18 1 0 0,8-25-80 0 0,-22 53 339 0 0,21-54-379 0 0,0 0 0 0 0,0 1 0 0 0,-1-1 0 0 0,0 0 0 0 0,1-1 0 0 0,-2 1 0 0 0,1-1 0 0 0,-5 5 0 0 0,6-8-18 0 0,1 0 1 0 0,-1 1-1 0 0,1-1 0 0 0,-1 0 1 0 0,0 0-1 0 0,0 0 0 0 0,0-1 1 0 0,1 1-1 0 0,-1-1 1 0 0,-4 1-1 0 0,-15 3-1 0 0,19-3-49 0 0,-1 0 0 0 0,1 0 0 0 0,0-1 0 0 0,-1 1 0 0 0,1-1 0 0 0,-1 0 0 0 0,1 1 0 0 0,-1-2 0 0 0,1 1 0 0 0,-1 0 0 0 0,1-1 0 0 0,0 0 0 0 0,-1 1 0 0 0,1-1 0 0 0,0-1 0 0 0,-1 1 0 0 0,1 0 1 0 0,0-1-1 0 0,0 0 0 0 0,0 1 0 0 0,0-1 0 0 0,1 0 0 0 0,-1-1 0 0 0,0 1 0 0 0,1 0 0 0 0,-1-1 0 0 0,1 0 0 0 0,0 1 0 0 0,-2-4 0 0 0,3 5 43 0 0,1 0 1 0 0,-1 0-1 0 0,1 0 0 0 0,-1 0 0 0 0,1 0 1 0 0,0 0-1 0 0,-1 0 0 0 0,1 0 0 0 0,0 1 1 0 0,0-1-1 0 0,0 0 0 0 0,-1 0 0 0 0,1 0 1 0 0,0 0-1 0 0,0 0 0 0 0,1 0 0 0 0,-1 0 1 0 0,0 0-1 0 0,0 0 0 0 0,0 0 0 0 0,1 0 1 0 0,-1 0-1 0 0,0 0 0 0 0,1 0 0 0 0,0-1 0 0 0,0 1 24 0 0,0 1 0 0 0,-1-1 0 0 0,1 1 0 0 0,0-1 0 0 0,0 1 0 0 0,0-1 0 0 0,0 1 0 0 0,0 0 0 0 0,0 0 0 0 0,0-1 0 0 0,0 1 0 0 0,0 0 0 0 0,0 0 0 0 0,0 0 0 0 0,0 0 0 0 0,0 0 0 0 0,0 0 0 0 0,0 1 0 0 0,0-1 0 0 0,0 0 0 0 0,0 0 0 0 0,0 1 0 0 0,0-1 0 0 0,2 1 0 0 0,2 1 47 0 0,0 0 0 0 0,0-1 0 0 0,0 0 0 0 0,0 0-1 0 0,0 0 1 0 0,0-1 0 0 0,1 0 0 0 0,-1 0 0 0 0,9-1-1 0 0,-9 1-22 0 0,-1 0 0 0 0,1 0-1 0 0,-1 0 1 0 0,1 1-1 0 0,5 1 1 0 0,-5-1-13 0 0,0 0 0 0 0,0 0 0 0 0,-1 0 0 0 0,1-1 0 0 0,7 0 1 0 0,1-1 32 0 0,24 3 1 0 0,-25-1-29 0 0,0 0-1 0 0,22-3 1 0 0,-8-2-18 0 0,-1-1-1 0 0,1-1 1 0 0,-1-2-1 0 0,32-14 1 0 0,-14 8-74 0 0,-28 9-5 0 0,0 0-1 0 0,19-10 0 0 0,-30 14 54 0 0,-1-1 0 0 0,0 0 0 0 0,1 0 0 0 0,-1 0 0 0 0,0-1 0 0 0,-1 1 0 0 0,1-1-1 0 0,0 0 1 0 0,-1 1 0 0 0,1-1 0 0 0,-1 0 0 0 0,0-1 0 0 0,0 1 0 0 0,3-7-1 0 0,-5 10-12 0 0,1-1 0 0 0,-1 0 0 0 0,0 0 0 0 0,0 0 0 0 0,1 0 0 0 0,-1 0 0 0 0,0 0 0 0 0,0 0 0 0 0,0 0 0 0 0,0 0 0 0 0,0 0 0 0 0,0 0 0 0 0,0 0-1 0 0,0 0 1 0 0,-1 0 0 0 0,1 0 0 0 0,0 0 0 0 0,0 0 0 0 0,-1 0 0 0 0,1 0 0 0 0,-1 0 0 0 0,0-1 0 0 0,0 0-16 0 0,-1 1-1 0 0,1 0 1 0 0,0 0 0 0 0,-1 0 0 0 0,1 0-1 0 0,-1 0 1 0 0,1 0 0 0 0,-1 0-1 0 0,1 1 1 0 0,-1-1 0 0 0,0 0 0 0 0,-1 0 0 0 0,-4 0-103 0 0,1 0 1 0 0,0 0 0 0 0,-1 0 0 0 0,1 1-1 0 0,-13 1 1 0 0,13 0 53 0 0,0-1-1 0 0,-1 2 1 0 0,1-1-1 0 0,0 1 0 0 0,1 0 1 0 0,-1 0-1 0 0,-7 3 1 0 0,10-3 81 0 0,0 1 1 0 0,0-1-1 0 0,-1 1 1 0 0,1-1-1 0 0,1 1 0 0 0,-1 0 1 0 0,0 0-1 0 0,1 0 1 0 0,-1 1-1 0 0,1-1 1 0 0,0 0-1 0 0,-2 5 1 0 0,3-5 93 0 0,-1 0 1 0 0,0 0 0 0 0,1 0-1 0 0,0 0 1 0 0,0 1 0 0 0,0-1-1 0 0,0 1 1 0 0,0-1 0 0 0,1 1-1 0 0,-1-1 1 0 0,1 1 0 0 0,0-1-1 0 0,0 1 1 0 0,0-1 0 0 0,1 1 0 0 0,-1-1-1 0 0,1 1 1 0 0,0-1 0 0 0,1 4-1 0 0,8 14 253 0 0,-7-13-209 0 0,1-1-1 0 0,0 1 0 0 0,6 9 1 0 0,-8-14-114 0 0,0-1-1 0 0,1 1 1 0 0,-1-1 0 0 0,1 0 0 0 0,-1 0 0 0 0,1 1 0 0 0,0-2-1 0 0,0 1 1 0 0,-1 0 0 0 0,1-1 0 0 0,1 1 0 0 0,3 1 0 0 0,-4-2-13 0 0,1 0 1 0 0,0 0-1 0 0,-1-1 1 0 0,1 1-1 0 0,0-1 1 0 0,0 0-1 0 0,-1 0 1 0 0,1 0-1 0 0,0 0 1 0 0,-1 0 0 0 0,1-1-1 0 0,0 0 1 0 0,-1 0-1 0 0,5-1 1 0 0,2-3 12 0 0,-1 1 0 0 0,0-2 0 0 0,15-9 0 0 0,-4 2-9 0 0,-7 4-233 0 0,0 0 0 0 0,0-1 1 0 0,-1 0-1 0 0,0-1 1 0 0,-1-1-1 0 0,0 1 1 0 0,-1-2-1 0 0,0 1 1 0 0,-1-2-1 0 0,-1 1 1 0 0,0-1-1 0 0,0 0 0 0 0,-2-1 1 0 0,0 1-1 0 0,5-20 1 0 0,11-37-2203 0 0,-22 71 2416 0 0,0 0 1 0 0,0 0 0 0 0,0 0 0 0 0,0 0 0 0 0,0 0 0 0 0,0 0-1 0 0,0-1 1 0 0,0 1 0 0 0,0 0 0 0 0,0 0 0 0 0,0 0 0 0 0,0 0-1 0 0,0 0 1 0 0,0 0 0 0 0,0 0 0 0 0,0 0 0 0 0,1 0 0 0 0,-1 0-1 0 0,0 0 1 0 0,0-1 0 0 0,0 1 0 0 0,0 0 0 0 0,0 0-1 0 0,0 0 1 0 0,0 0 0 0 0,0 0 0 0 0,0 0 0 0 0,1 0 0 0 0,-1 0-1 0 0,0 0 1 0 0,0 0 0 0 0,0 0 0 0 0,0 0 0 0 0,0 0 0 0 0,0 0-1 0 0,0 0 1 0 0,1 0 0 0 0,-1 0 0 0 0,0 0 0 0 0,0 0 0 0 0,0 0-1 0 0,0 0 1 0 0,0 0 0 0 0,0 0 0 0 0,0 0 0 0 0,0 1-1 0 0,0-1 1 0 0,1 0 0 0 0,-1 0 0 0 0,7 6-83 0 0,12 17 612 0 0,-11-12-122 0 0,46 43 1084 0 0,-41-43-1231 0 0,-11-9-218 0 0,0-1-1 0 0,0 1 1 0 0,0 0 0 0 0,0-1 0 0 0,-1 1 0 0 0,1 0 0 0 0,0 0 0 0 0,-1 0-1 0 0,1 1 1 0 0,-1-1 0 0 0,0 0 0 0 0,0 0 0 0 0,1 1 0 0 0,-2-1-1 0 0,1 1 1 0 0,0-1 0 0 0,0 1 0 0 0,-1-1 0 0 0,1 1 0 0 0,-1 3 0 0 0,0 1 50 0 0,-1 0 0 0 0,0-1 0 0 0,-1 1 1 0 0,1 0-1 0 0,-1 0 0 0 0,-5 9 0 0 0,1 2 288 0 0,-4 0 301 0 0,9-16-596 0 0,0-1 1 0 0,1 1-1 0 0,-1 0 1 0 0,1 0 0 0 0,0 0-1 0 0,-1-1 1 0 0,1 1-1 0 0,0 0 1 0 0,0 0-1 0 0,0 0 1 0 0,1 0-1 0 0,-1-1 1 0 0,0 1-1 0 0,1 0 1 0 0,-1 0-1 0 0,1-1 1 0 0,-1 1 0 0 0,1 0-1 0 0,0-1 1 0 0,0 1-1 0 0,1 1 1 0 0,-1-2-51 0 0,0 1 1 0 0,0-1 0 0 0,1 0 0 0 0,-1 0-1 0 0,0-1 1 0 0,1 1 0 0 0,-1 0-1 0 0,0 0 1 0 0,1-1 0 0 0,-1 1 0 0 0,1-1-1 0 0,-1 1 1 0 0,1-1 0 0 0,0 1 0 0 0,-1-1-1 0 0,1 0 1 0 0,-1 0 0 0 0,1 0-1 0 0,0 0 1 0 0,-1 0 0 0 0,1 0 0 0 0,-1 0-1 0 0,4-2 1 0 0,4 0-89 0 0,0 0 0 0 0,0-1 0 0 0,0-1 0 0 0,10-5 0 0 0,14-11-3009 0 0,-24 12-3700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1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225 103 1376 0 0,'0'0'198'0'0,"1"0"-1"0"0,0 0 0 0 0,0 0 0 0 0,-1-1 0 0 0,1 1 1 0 0,0 0-1 0 0,-1-1 0 0 0,1 1 0 0 0,-1-1 1 0 0,1 1-1 0 0,0-1 0 0 0,-1 1 0 0 0,1-1 1 0 0,-1 1-1 0 0,1-1 0 0 0,-1 0 0 0 0,0 1 1 0 0,1-1-1 0 0,-1 0 0 0 0,0 1 0 0 0,1-1 1 0 0,-1 0-1 0 0,0 1 0 0 0,0-1 0 0 0,1 0 0 0 0,-1 0 1 0 0,0 1-1 0 0,0-1 0 0 0,0 0 0 0 0,0 0 1 0 0,0-1-1 0 0,-1-24 2885 0 0,0 23-2886 0 0,0 0 0 0 0,0 0-1 0 0,0 0 1 0 0,0 1-1 0 0,-1-1 1 0 0,1 0 0 0 0,-1 0-1 0 0,1 1 1 0 0,-1-1-1 0 0,0 1 1 0 0,0-1 0 0 0,0 1-1 0 0,-1 0 1 0 0,1 0-1 0 0,0 0 1 0 0,-1 0 0 0 0,1 0-1 0 0,-1 0 1 0 0,0 1-1 0 0,0-1 1 0 0,1 1 0 0 0,-1 0-1 0 0,0 0 1 0 0,0 0-1 0 0,0 0 1 0 0,0 0 0 0 0,-4 0-1 0 0,2 1-71 0 0,0-1 1 0 0,-1 1-1 0 0,1 0 0 0 0,0 0 0 0 0,0 1 1 0 0,-1 0-1 0 0,1 0 0 0 0,0 0 0 0 0,0 0 0 0 0,0 1 1 0 0,0 0-1 0 0,0 0 0 0 0,0 0 0 0 0,1 0 0 0 0,-6 5 1 0 0,1-1 85 0 0,1 1 1 0 0,0 0 0 0 0,0 1-1 0 0,0 0 1 0 0,1 0 0 0 0,1 1-1 0 0,-10 14 1 0 0,14-19-117 0 0,-1 1 1 0 0,1-1-1 0 0,0 0 1 0 0,1 1-1 0 0,-1-1 1 0 0,1 1-1 0 0,0 0 0 0 0,0 0 1 0 0,0-1-1 0 0,1 1 1 0 0,-1 0-1 0 0,1 0 1 0 0,0 0-1 0 0,1-1 1 0 0,-1 1-1 0 0,1 0 0 0 0,0 0 1 0 0,0-1-1 0 0,3 8 1 0 0,-3-11-89 0 0,0 0 1 0 0,-1 1-1 0 0,1-1 1 0 0,0 0-1 0 0,0 0 1 0 0,0 0-1 0 0,0 1 1 0 0,0-1-1 0 0,0 0 1 0 0,0 0-1 0 0,1-1 1 0 0,-1 1-1 0 0,0 0 1 0 0,0 0-1 0 0,1 0 1 0 0,-1-1-1 0 0,1 1 1 0 0,-1-1-1 0 0,0 1 1 0 0,1-1-1 0 0,-1 0 0 0 0,1 1 1 0 0,-1-1-1 0 0,1 0 1 0 0,-1 0-1 0 0,1 0 1 0 0,-1 0-1 0 0,4-1 1 0 0,-1 1-6 0 0,0-1 0 0 0,0 0 0 0 0,0 0 1 0 0,0 0-1 0 0,0-1 0 0 0,-1 0 0 0 0,1 1 0 0 0,0-1 1 0 0,6-5-1 0 0,8-7-107 0 0,-6 4-66 0 0,0 0 1 0 0,1 2-1 0 0,0-1 0 0 0,19-8 0 0 0,-31 17 166 0 0,1-1-1 0 0,-1 1 1 0 0,0-1-1 0 0,0 1 1 0 0,0 0-1 0 0,1-1 0 0 0,-1 1 1 0 0,0 0-1 0 0,0 0 1 0 0,1 0-1 0 0,-1 0 0 0 0,0 0 1 0 0,1 0-1 0 0,-1 0 1 0 0,0 1-1 0 0,0-1 0 0 0,0 0 1 0 0,1 1-1 0 0,-1-1 1 0 0,0 1-1 0 0,0-1 0 0 0,0 1 1 0 0,0 0-1 0 0,0-1 1 0 0,0 1-1 0 0,0 0 0 0 0,0 0 1 0 0,0 0-1 0 0,0-1 1 0 0,0 1-1 0 0,0 0 0 0 0,-1 0 1 0 0,1 1-1 0 0,0-1 1 0 0,-1 0-1 0 0,1 0 0 0 0,-1 0 1 0 0,1 0-1 0 0,-1 0 1 0 0,1 3-1 0 0,2 5 46 0 0,-1 0 0 0 0,0 1 0 0 0,0-1 0 0 0,0 13 0 0 0,-1-11-38 0 0,0 4-441 0 0,4 24 794 0 0,0-13-6459 0 0,-2-17-248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1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4145 0 0,'0'0'319'0'0,"0"0"-210"0"0,0 0 2 0 0,0 0 0 0 0,0 0 0 0 0,0 0 0 0 0,0-1 0 0 0,-1 1 0 0 0,1 0 0 0 0,0 0 0 0 0,0 0 0 0 0,0 0 0 0 0,0-1 0 0 0,0 1 0 0 0,0 0 0 0 0,0 0 0 0 0,0 0 0 0 0,0-1 0 0 0,0 1 0 0 0,0 0 0 0 0,0 0 0 0 0,0 0 0 0 0,0 0 0 0 0,1-1 0 0 0,-1 1 0 0 0,0 0 0 0 0,0 0 0 0 0,0 0 0 0 0,0 0 0 0 0,0-1 0 0 0,0 1 0 0 0,0 0 0 0 0,0 0 0 0 0,0 0 0 0 0,1 0 0 0 0,-1 0 0 0 0,0 0 0 0 0,0 0 0 0 0,0-1 0 0 0,0 1 0 0 0,1 0 0 0 0,12-5 8365 0 0,-3 3-8280 0 0,1 0 0 0 0,0 1 1 0 0,0 0-1 0 0,0 1 0 0 0,0 0 0 0 0,20 4 0 0 0,-11 1-249 0 0,-1-1 1 0 0,1 0 0 0 0,35 0-1 0 0,-52-4-46 0 0,1 0 0 0 0,-1-1-1 0 0,1 1 1 0 0,-1-1-1 0 0,1 0 1 0 0,4-1 0 0 0,-6 1-42 0 0,12-3-656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2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0 4609 0 0,'0'11'592'0'0,"-2"-1"0"0"0,0 1 1 0 0,-4 13-1 0 0,1-4 1049 0 0,1-4-940 0 0,-28 133 3509 0 0,24-105-3785 0 0,-2 64-1 0 0,10-106-429 0 0,1 40 3 0 0,-1-40-25 0 0,0-1 0 0 0,1 1 0 0 0,-1 0 0 0 0,0-1 0 0 0,1 1-1 0 0,-1 0 1 0 0,1-1 0 0 0,0 1 0 0 0,-1 0 0 0 0,1-1 0 0 0,0 1 0 0 0,0-1 0 0 0,0 1 0 0 0,0-1 0 0 0,0 0-1 0 0,0 1 1 0 0,1-1 0 0 0,-1 0 0 0 0,0 0 0 0 0,3 2 0 0 0,-3-3-69 0 0,0 0-1 0 0,0 0 1 0 0,1 0-1 0 0,-1 0 1 0 0,0 0 0 0 0,0 0-1 0 0,1 0 1 0 0,-1 0-1 0 0,0 0 1 0 0,0 0-1 0 0,0-1 1 0 0,1 1 0 0 0,-1 0-1 0 0,0-1 1 0 0,0 1-1 0 0,0-1 1 0 0,0 0 0 0 0,0 1-1 0 0,0-1 1 0 0,0 0-1 0 0,0 0 1 0 0,0 1 0 0 0,0-1-1 0 0,2-2 1 0 0,1-2-343 0 0,0 1 0 0 0,0-1 0 0 0,5-8 0 0 0,-2 0 220 0 0,-1 3 217 0 0,-1 1-1 0 0,1 1 0 0 0,11-14 0 0 0,1 4 78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2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1840 0 0,'2'1'421'0'0,"0"-1"0"0"0,0 0 0 0 0,0 1 0 0 0,0-1 0 0 0,0 1 0 0 0,0 0 0 0 0,0-1 0 0 0,-1 1-1 0 0,1 0 1 0 0,0 0 0 0 0,-1 0 0 0 0,1 0 0 0 0,0 1 0 0 0,1 1 0 0 0,6 1 1045 0 0,-8-4-1428 0 0,-1 0 0 0 0,1 0 1 0 0,-1 1-1 0 0,1-1 0 0 0,-1 0 0 0 0,1 0 0 0 0,-1 1 0 0 0,1-1 0 0 0,-1 0 1 0 0,1 1-1 0 0,-1-1 0 0 0,1 0 0 0 0,-1 1 0 0 0,1-1 0 0 0,-1 1 0 0 0,1-1 1 0 0,-1 1-1 0 0,1 0 0 0 0,8 10 542 0 0,3 5-79 0 0,-12-15-549 0 0,0 0 0 0 0,1 0 0 0 0,0 1 0 0 0,-1-1 0 0 0,1 0-1 0 0,-1 0 1 0 0,1 0 0 0 0,0 0 0 0 0,0 0 0 0 0,0 0 0 0 0,0 0 0 0 0,0 0-1 0 0,0 0 1 0 0,0 0 0 0 0,0-1 0 0 0,0 1 0 0 0,2 1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2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3969 0 0,'-6'50'7121'0'0,"1"-16"-4929"0"0,2 0-120 0 0,-4 34 32 0 0,5-48-2057 0 0,3-19-616 0 0,1-11-493 0 0,3-11-668 0 0,-2 6 517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3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51 3913 0 0,'3'12'1059'0'0,"0"-1"1"0"0,-1 1-1 0 0,0 0 0 0 0,-1 0 1 0 0,0 0-1 0 0,-2 18 0 0 0,-1-6 1385 0 0,-1-1 0 0 0,-8 30 0 0 0,32-116-3248 0 0,-17 51 487 0 0,0 1 1 0 0,1-1-1 0 0,0 1 0 0 0,1 0 1 0 0,10-14-1 0 0,41-48-2462 0 0,-56 72 2750 0 0,2-3-226 0 0,1-1 1 0 0,1 1-1 0 0,-1 0 0 0 0,8-4 1 0 0,-12 7 259 0 0,1 0 0 0 0,0 0 1 0 0,0 1-1 0 0,0-1 0 0 0,0 1 1 0 0,0-1-1 0 0,0 1 0 0 0,0-1 1 0 0,0 1-1 0 0,0-1 0 0 0,1 1 1 0 0,-1 0-1 0 0,0 0 0 0 0,0 0 1 0 0,0-1-1 0 0,0 1 0 0 0,0 0 1 0 0,0 1-1 0 0,1-1 0 0 0,-1 0 1 0 0,0 0-1 0 0,0 0 0 0 0,0 1 1 0 0,0-1-1 0 0,0 0 0 0 0,0 1 1 0 0,0-1-1 0 0,0 1 0 0 0,0-1 1 0 0,2 2-1 0 0,-2 0 227 0 0,0 1 0 0 0,0 0 1 0 0,0 0-1 0 0,0-1 0 0 0,0 1 0 0 0,-1 0 0 0 0,1 0 1 0 0,-1 0-1 0 0,0 0 0 0 0,0-1 0 0 0,0 1 0 0 0,0 0 1 0 0,-1 5-1 0 0,1 3 506 0 0,0-5-417 0 0,0 1 0 0 0,1-1 0 0 0,0 1 1 0 0,3 12-1 0 0,-3-16-234 0 0,0-1 0 0 0,0 0 0 0 0,0 1 0 0 0,0-1 0 0 0,0 0 1 0 0,0 0-1 0 0,1 0 0 0 0,-1 0 0 0 0,1 0 0 0 0,-1 0 0 0 0,1 0 0 0 0,0 0 1 0 0,0 0-1 0 0,-1-1 0 0 0,1 1 0 0 0,3 1 0 0 0,-3-3-57 0 0,-1 0 0 0 0,1 1 1 0 0,-1-1-1 0 0,0 0 0 0 0,1 0 0 0 0,-1 0 0 0 0,1 0 0 0 0,-1 0 1 0 0,1-1-1 0 0,-1 1 0 0 0,1 0 0 0 0,-1-1 0 0 0,0 1 0 0 0,2-1 1 0 0,22-10-879 0 0,-19 9 64 0 0,3-3-1050 0 0,3 1-4083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3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223 110 2761 0 0,'0'0'77'0'0,"1"0"0"0"0,0 0 1 0 0,-1 0-1 0 0,1 0 0 0 0,-1-1 0 0 0,1 1 1 0 0,-1 0-1 0 0,1 0 0 0 0,-1 0 1 0 0,1-1-1 0 0,-1 1 0 0 0,1 0 1 0 0,-1-1-1 0 0,1 1 0 0 0,-1 0 1 0 0,1-1-1 0 0,-1 1 0 0 0,1 0 0 0 0,-1-1 1 0 0,0 1-1 0 0,1-1 0 0 0,-1 1 1 0 0,0-1-1 0 0,1 1 0 0 0,-1-2 1 0 0,1 0 257 0 0,0 0 0 0 0,-1-1 1 0 0,1 1-1 0 0,-1 0 1 0 0,1-1-1 0 0,-1-4 0 0 0,0 1 319 0 0,0 1-1 0 0,-1-1 0 0 0,0 0 1 0 0,0 0-1 0 0,-2-6 0 0 0,3 10-590 0 0,-1 0 0 0 0,0 0-1 0 0,1 0 1 0 0,-1 0-1 0 0,0 0 1 0 0,0 0-1 0 0,-1 0 1 0 0,1 0 0 0 0,0 0-1 0 0,0 1 1 0 0,-1-1-1 0 0,1 1 1 0 0,-1-1-1 0 0,0 1 1 0 0,1 0 0 0 0,-1-1-1 0 0,0 1 1 0 0,0 0-1 0 0,0 0 1 0 0,0 0-1 0 0,0 0 1 0 0,0 1 0 0 0,0-1-1 0 0,0 0 1 0 0,0 1-1 0 0,0-1 1 0 0,0 1 0 0 0,0 0-1 0 0,0 0 1 0 0,-1 0-1 0 0,1 0 1 0 0,0 0-1 0 0,0 0 1 0 0,0 1 0 0 0,-4 0-1 0 0,0 1 23 0 0,-1 1 0 0 0,1-1 0 0 0,0 1 0 0 0,0 0 1 0 0,0 0-1 0 0,1 1 0 0 0,-1 0 0 0 0,1 0 0 0 0,0 0 0 0 0,-7 8 0 0 0,8-9 24 0 0,1 1 1 0 0,0 0-1 0 0,0 1 0 0 0,0-1 1 0 0,1 1-1 0 0,-1-1 0 0 0,1 1 1 0 0,0 0-1 0 0,-2 8 0 0 0,3-9-69 0 0,0-1-1 0 0,1 0 1 0 0,0 1-1 0 0,-1-1 1 0 0,1 1-1 0 0,1-1 0 0 0,-1 0 1 0 0,0 1-1 0 0,1-1 1 0 0,0 1-1 0 0,-1-1 1 0 0,1 0-1 0 0,1 1 1 0 0,-1-1-1 0 0,3 5 0 0 0,-3-7-43 0 0,0 0-1 0 0,-1 1 0 0 0,1-1 0 0 0,0 0 1 0 0,0 0-1 0 0,0 0 0 0 0,1 0 0 0 0,-1 0 1 0 0,0-1-1 0 0,0 1 0 0 0,0 0 0 0 0,1 0 0 0 0,-1-1 1 0 0,0 1-1 0 0,1-1 0 0 0,-1 1 0 0 0,0-1 1 0 0,1 0-1 0 0,-1 1 0 0 0,1-1 0 0 0,-1 0 1 0 0,1 0-1 0 0,-1 0 0 0 0,0 0 0 0 0,1 0 1 0 0,-1 0-1 0 0,1-1 0 0 0,-1 1 0 0 0,0 0 1 0 0,1-1-1 0 0,-1 1 0 0 0,3-2 0 0 0,4-1-131 0 0,1-1 1 0 0,-1-1-1 0 0,-1 0 0 0 0,9-5 0 0 0,-9 5-33 0 0,-2 1-76 0 0,-1 0-1 0 0,1 0 1 0 0,-1 0 0 0 0,7-9 0 0 0,-8 9 32 0 0,0 0 0 0 0,0 1 0 0 0,1-1 0 0 0,0 1-1 0 0,7-6 1 0 0,-11 8 180 0 0,1 1-1 0 0,-1 0 0 0 0,1-1 0 0 0,-1 1 0 0 0,1 0 0 0 0,-1-1 1 0 0,1 1-1 0 0,-1 0 0 0 0,1 0 0 0 0,-1 0 0 0 0,1-1 0 0 0,-1 1 1 0 0,1 0-1 0 0,-1 0 0 0 0,1 0 0 0 0,-1 0 0 0 0,1 0 1 0 0,0 0-1 0 0,-1 0 0 0 0,1 0 0 0 0,-1 0 0 0 0,1 0 0 0 0,-1 0 1 0 0,1 1-1 0 0,-1-1 0 0 0,1 0 0 0 0,-1 0 0 0 0,1 0 0 0 0,-1 1 1 0 0,1-1-1 0 0,-1 0 0 0 0,1 1 0 0 0,-1-1 0 0 0,1 0 1 0 0,-1 1-1 0 0,0-1 0 0 0,1 0 0 0 0,-1 1 0 0 0,0-1 0 0 0,1 1 1 0 0,-1-1-1 0 0,0 1 0 0 0,0-1 0 0 0,1 1 0 0 0,-1-1 0 0 0,0 1 1 0 0,0-1-1 0 0,0 1 0 0 0,0-1 0 0 0,1 1 0 0 0,-1 0 1 0 0,0-1-1 0 0,0 1 0 0 0,0-1 0 0 0,0 1 0 0 0,-1 0 0 0 0,2 6-92 0 0,-1 0-1 0 0,0 0 1 0 0,-2 10-1 0 0,2-12 50 0 0,-18 245 265 0 0,5-51 160 0 0,13-191-332 0 0,-12 101 138 0 0,9-89-86 0 0,-1 0 0 0 0,-1 0 0 0 0,-10 25 0 0 0,13-41-50 0 0,1-1 1 0 0,-1 1-1 0 0,0-1 1 0 0,0 0-1 0 0,0 1 1 0 0,0-1-1 0 0,-1 0 1 0 0,1-1 0 0 0,-1 1-1 0 0,0 0 1 0 0,0-1-1 0 0,0 1 1 0 0,0-1-1 0 0,0 0 1 0 0,0 0-1 0 0,-6 3 1 0 0,6-5-52 0 0,1 1 0 0 0,-1 0 0 0 0,1-1 0 0 0,-1 1-1 0 0,1-1 1 0 0,-1 0 0 0 0,1 0 0 0 0,-1 0 0 0 0,0 0 0 0 0,1 0 0 0 0,-1-1 0 0 0,1 1 0 0 0,-1-1-1 0 0,1 0 1 0 0,-1 0 0 0 0,1 0 0 0 0,0 0 0 0 0,-1 0 0 0 0,1 0 0 0 0,0 0 0 0 0,0-1 0 0 0,0 1 0 0 0,0-1-1 0 0,0 0 1 0 0,-3-2 0 0 0,-3-6 75 0 0,1 1 0 0 0,-1-1 0 0 0,2-1 0 0 0,-1 1-1 0 0,1-1 1 0 0,1 0 0 0 0,0 0 0 0 0,1-1 0 0 0,0 0 0 0 0,0 0 0 0 0,1 0-1 0 0,-2-20 1 0 0,5 24 192 0 0,0-1 0 0 0,1 0 0 0 0,0 1-1 0 0,0-1 1 0 0,0 1 0 0 0,1 0 0 0 0,1 0-1 0 0,-1-1 1 0 0,1 1 0 0 0,1 1 0 0 0,5-12-1 0 0,-2 8 174 0 0,0 0-1 0 0,1 1 0 0 0,0 0 1 0 0,1 0-1 0 0,0 1 0 0 0,19-16 1 0 0,-25 23-372 0 0,1 0 1 0 0,-1 0 0 0 0,1 1 0 0 0,0-1 0 0 0,-1 1 0 0 0,1 0 0 0 0,6-2-1 0 0,15-4 39 0 0,4-9-708 0 0,-16 10-101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5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340 148 14747 0 0,'0'0'1136'0'0,"-1"-3"-902"0"0,0 0-1 0 0,1 0 1 0 0,-1 0-1 0 0,0 0 1 0 0,-1 0-1 0 0,1 1 0 0 0,0-1 1 0 0,-1 0-1 0 0,0 1 1 0 0,0-1-1 0 0,-2-2 1 0 0,0 0 150 0 0,2 2-297 0 0,0 1 0 0 0,0-1 0 0 0,0 1 0 0 0,0 0 0 0 0,0 0 0 0 0,0 0 0 0 0,-1 0 0 0 0,1 0 0 0 0,-1 1 0 0 0,1-1 0 0 0,-1 1 0 0 0,0-1 0 0 0,0 1 0 0 0,-3-1 0 0 0,1 0-67 0 0,0 0 1 0 0,1 0-1 0 0,-1-1 1 0 0,-7-5-1 0 0,7 5-15 0 0,0 0 1 0 0,0 0-1 0 0,0 0 0 0 0,-6-2 0 0 0,7 3-39 0 0,-1 0 0 0 0,1 0 1 0 0,0 0-1 0 0,0-1 0 0 0,1 0 0 0 0,-7-5 1 0 0,9 6 4 0 0,-1 0 1 0 0,0 1 0 0 0,0-1 0 0 0,-1 0 0 0 0,1 0 0 0 0,0 1 0 0 0,0 0 0 0 0,-1-1-1 0 0,1 1 1 0 0,-1 0 0 0 0,1 0 0 0 0,-1 0 0 0 0,0 0 0 0 0,1 1 0 0 0,-1-1 0 0 0,0 1-1 0 0,1 0 1 0 0,-1-1 0 0 0,0 1 0 0 0,-4 1 0 0 0,5-1 25 0 0,0 0-1 0 0,1 1 1 0 0,-1-1-1 0 0,1 0 1 0 0,-1 1 0 0 0,1-1-1 0 0,-1 1 1 0 0,1 0 0 0 0,0 0-1 0 0,-1-1 1 0 0,1 1 0 0 0,0 0-1 0 0,0 0 1 0 0,-1 0-1 0 0,1 0 1 0 0,0 0 0 0 0,0 1-1 0 0,-1 0 1 0 0,1 1 59 0 0,-1 1 1 0 0,1-1-1 0 0,0 0 0 0 0,0 0 1 0 0,0 1-1 0 0,0-1 0 0 0,0 6 1 0 0,1-4-20 0 0,-1 0 0 0 0,1 0 0 0 0,0 0 1 0 0,0-1-1 0 0,0 1 0 0 0,1 0 0 0 0,0 0 1 0 0,0-1-1 0 0,0 1 0 0 0,0 0 0 0 0,1-1 1 0 0,0 1-1 0 0,-1-1 0 0 0,2 0 0 0 0,2 5 1 0 0,17 26-58 0 0,-7-13 164 0 0,18 39 0 0 0,-30-55-88 0 0,0 1 0 0 0,-1-1 0 0 0,0 1 0 0 0,0 0 0 0 0,0 0 0 0 0,-1 0 0 0 0,0 0 0 0 0,0-1 0 0 0,-1 1 0 0 0,0 0 0 0 0,-1 9 0 0 0,1-15-49 0 0,0 1-1 0 0,0-1 1 0 0,0 1-1 0 0,-1-1 1 0 0,1 1 0 0 0,0-1-1 0 0,-1 1 1 0 0,0-1-1 0 0,1 1 1 0 0,-1-1 0 0 0,0 0-1 0 0,1 1 1 0 0,-1-1 0 0 0,0 0-1 0 0,0 0 1 0 0,0 1-1 0 0,0-1 1 0 0,0 0 0 0 0,0 0-1 0 0,-1 0 1 0 0,1 0-1 0 0,0-1 1 0 0,-1 1 0 0 0,1 0-1 0 0,0 0 1 0 0,-1-1-1 0 0,1 1 1 0 0,-1-1 0 0 0,1 1-1 0 0,-1-1 1 0 0,1 1 0 0 0,-1-1-1 0 0,1 0 1 0 0,-1 0-1 0 0,1 0 1 0 0,-1 0 0 0 0,1 0-1 0 0,-1 0 1 0 0,1 0-1 0 0,-1-1 1 0 0,1 1 0 0 0,-1-1-1 0 0,1 1 1 0 0,-1-1 0 0 0,1 1-1 0 0,-1-1 1 0 0,1 0-1 0 0,-2 0 1 0 0,-8-4 51 0 0,-1 0 1 0 0,0 1-1 0 0,0 0 0 0 0,-13-1 0 0 0,16 3-104 0 0,-10-7-36 0 0,17 8 117 0 0,1-1-1 0 0,-1 1 1 0 0,0 0 0 0 0,0 0 0 0 0,0 1 0 0 0,0-1 0 0 0,0 0-1 0 0,0 0 1 0 0,0 1 0 0 0,0-1 0 0 0,0 1 0 0 0,0 0 0 0 0,-1 0-1 0 0,1 0 1 0 0,-2 0 0 0 0,-1 5 33 0 0,6-4-57 0 0,3-4-30 0 0,-3 1 455 0 0,1 1-1782 0 0,19-15-11244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5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52 14283 0 0,'12'1'4769'0'0,"-18"2"-3267"0"0,-4 2-1718 0 0,7-2 201 0 0,0 0 1 0 0,0 0-1 0 0,0 0 1 0 0,1 0 0 0 0,0 0-1 0 0,0 1 1 0 0,0-1-1 0 0,0 1 1 0 0,0 0 0 0 0,1-1-1 0 0,-1 1 1 0 0,0 6-1 0 0,0-6 13 0 0,-3 12 11 0 0,-1 1 35 0 0,0 1 0 0 0,-5 33 1 0 0,10-50-38 0 0,1-1 0 0 0,0 1 0 0 0,0 0 0 0 0,0-1-1 0 0,0 1 1 0 0,0 0 0 0 0,0-1 0 0 0,0 1 0 0 0,0 0 0 0 0,0-1 0 0 0,0 1 0 0 0,0 0 0 0 0,0-1 0 0 0,0 1 0 0 0,1-1 0 0 0,-1 1 0 0 0,0 0 0 0 0,0-1 0 0 0,1 1 0 0 0,-1-1 0 0 0,0 1 0 0 0,1 0 0 0 0,-1-1 0 0 0,0 1 0 0 0,1-1 0 0 0,-1 0 0 0 0,1 1 0 0 0,-1-1 0 0 0,1 1-1 0 0,-1-1 1 0 0,1 0 0 0 0,0 1 0 0 0,-1-1 0 0 0,1 0 0 0 0,-1 1 0 0 0,1-1 0 0 0,0 0 0 0 0,-1 0 0 0 0,1 0 0 0 0,-1 0 0 0 0,1 1 0 0 0,0-1 0 0 0,-1 0 0 0 0,1 0 0 0 0,0 0 0 0 0,-1 0 0 0 0,1-1 0 0 0,0 1 0 0 0,0 0 0 0 0,5-1 17 0 0,-1-1 0 0 0,1 1 0 0 0,-1-1 0 0 0,9-4 0 0 0,-8 3-6 0 0,10-5-117 0 0,-1 0-1 0 0,0-1 0 0 0,-1-1 0 0 0,17-14 0 0 0,-9 7-69 0 0,-15 12 153 0 0,-1 0-1 0 0,0 0 1 0 0,0 0-1 0 0,0 0 1 0 0,-1-1-1 0 0,0 0 1 0 0,6-10-1 0 0,8-11-174 0 0,-13 21 114 0 0,-1-1 0 0 0,-1 0 1 0 0,1-1-1 0 0,-1 1 0 0 0,4-10 0 0 0,-2 3-108 0 0,-6 14 172 0 0,1 0 0 0 0,-1 0 0 0 0,0 0-1 0 0,0 0 1 0 0,0 0 0 0 0,1 0 0 0 0,-1 0 0 0 0,0 0 0 0 0,0 0 0 0 0,0 0-1 0 0,1 0 1 0 0,-1 1 0 0 0,0-1 0 0 0,0 0 0 0 0,0 0 0 0 0,1 0 0 0 0,-1 0 0 0 0,0 0-1 0 0,0 0 1 0 0,0 0 0 0 0,0 1 0 0 0,0-1 0 0 0,1 0 0 0 0,-1 0 0 0 0,0 0 0 0 0,0 0-1 0 0,0 1 1 0 0,0-1 0 0 0,0 0 0 0 0,0 0 0 0 0,0 0 0 0 0,1 0 0 0 0,-1 1-1 0 0,0-1 1 0 0,0 0 0 0 0,0 0 0 0 0,0 1 0 0 0,0-1 0 0 0,0 0 0 0 0,0 0 0 0 0,0 0-1 0 0,0 1 1 0 0,0-1 0 0 0,0 0 0 0 0,-20 31 173 0 0,13-15-61 0 0,0 0 0 0 0,1 1 0 0 0,1-1 0 0 0,0 1 0 0 0,1 0 0 0 0,-1 18 0 0 0,-5 14 51 0 0,-40 211-127 0 0,9-49 39 0 0,29-162-57 0 0,-3 1-1 0 0,-23 50 1 0 0,38-99 6 0 0,-1 1 0 0 0,0 0 1 0 0,1-1-1 0 0,-1 1 0 0 0,0-1 1 0 0,0 1-1 0 0,0-1 1 0 0,0 1-1 0 0,0-1 0 0 0,0 0 1 0 0,-1 1-1 0 0,1-1 1 0 0,0 0-1 0 0,-1 0 0 0 0,1 0 1 0 0,-1 0-1 0 0,1 0 1 0 0,-1 0-1 0 0,1 0 0 0 0,-1-1 1 0 0,-2 2-1 0 0,2-2-25 0 0,0 0-1 0 0,0 0 1 0 0,0 0-1 0 0,0 0 1 0 0,0-1-1 0 0,0 1 1 0 0,0 0-1 0 0,0-1 1 0 0,0 0-1 0 0,0 1 1 0 0,0-1 0 0 0,1 0-1 0 0,-1 0 1 0 0,0 0-1 0 0,1 0 1 0 0,-1 0-1 0 0,0 0 1 0 0,1-1-1 0 0,-3-1 1 0 0,-3-6-26 0 0,-1 1-1 0 0,1-1 1 0 0,1-1 0 0 0,-1 1 0 0 0,2-1 0 0 0,-1 0-1 0 0,1 0 1 0 0,1-1 0 0 0,-6-18 0 0 0,4 7 81 0 0,1-1-1 0 0,1 1 1 0 0,-2-45 0 0 0,6 57 109 0 0,0 0 0 0 0,1 0 0 0 0,0 0 1 0 0,1 0-1 0 0,0 0 0 0 0,1 0 0 0 0,6-17 0 0 0,-7 22-47 0 0,0 1 0 0 0,0-1 0 0 0,1 0 0 0 0,0 1 0 0 0,0 0 0 0 0,0-1 0 0 0,0 1 0 0 0,1 0 0 0 0,0 1 0 0 0,0-1 0 0 0,0 1 0 0 0,0 0 0 0 0,0 0 0 0 0,0 0 0 0 0,1 0 0 0 0,0 1 0 0 0,5-3 0 0 0,47-6 336 0 0,-42 6-385 0 0,1 1-1 0 0,17-3 0 0 0,-29 6-51 0 0,0 0 0 0 0,0-1-1 0 0,0 1 1 0 0,0-1 0 0 0,-1 0-1 0 0,6-3 1 0 0,-7 3-2 0 0,1 1 0 0 0,0-1 0 0 0,0 0 0 0 0,0 1-1 0 0,0 0 1 0 0,0 0 0 0 0,1 0 0 0 0,-1 0 0 0 0,6-1 0 0 0,2 5-77 0 0,-10-3 38 0 0,-1 0-1 0 0,1 0 1 0 0,-1 1-1 0 0,1-1 0 0 0,-1 0 1 0 0,1 0-1 0 0,-1 0 1 0 0,1 0-1 0 0,-1 0 0 0 0,1 0 1 0 0,-1 0-1 0 0,0 0 1 0 0,1 0-1 0 0,-1 0 0 0 0,1 0 1 0 0,-1 0-1 0 0,1 0 0 0 0,-1 0 1 0 0,1-1-1 0 0,-1 1 1 0 0,1 0-1 0 0,-1 0 0 0 0,1 0 1 0 0,-1-1-1 0 0,0 1 1 0 0,1 0-1 0 0,-1-1 0 0 0,0 1 1 0 0,1 0-1 0 0,-1-1 1 0 0,0 1-1 0 0,1 0 0 0 0,-1-1 1 0 0,0 1-1 0 0,0-1 0 0 0,1 1 1 0 0,-1-1-1 0 0,2-2-1155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6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84 9218 0 0,'1'0'1'0'0,"0"1"56"0"0,0-1 0 0 0,0 1 1 0 0,0-1-1 0 0,0 0 1 0 0,0 1-1 0 0,0-1 0 0 0,0 0 1 0 0,0 0-1 0 0,1 0 0 0 0,-1 1 1 0 0,0-1-1 0 0,0-1 1 0 0,0 1-1 0 0,0 0 0 0 0,0 0 1 0 0,2-1-1 0 0,1 0 38 0 0,-3 1-65 0 0,-1 0 0 0 0,0 0-1 0 0,0 0 1 0 0,0 0 0 0 0,0 0 0 0 0,0 0 0 0 0,0 0 0 0 0,0 0-1 0 0,0 0 1 0 0,0 0 0 0 0,1 0 0 0 0,-1 0 0 0 0,0 0 0 0 0,0-1-1 0 0,0 1 1 0 0,0 0 0 0 0,0 0 0 0 0,0 0 0 0 0,0 0 0 0 0,0 0-1 0 0,0 0 1 0 0,0 0 0 0 0,0 0 0 0 0,1 0 0 0 0,-1 0 0 0 0,0 0-1 0 0,0 0 1 0 0,0-1 0 0 0,0 1 0 0 0,0 0 0 0 0,0 0 0 0 0,0 0-1 0 0,0 0 1 0 0,0 0 0 0 0,0 0 0 0 0,0 0 0 0 0,0 0 0 0 0,0-1 0 0 0,0 1-1 0 0,0 0 1 0 0,0 0 0 0 0,0 0 0 0 0,0 0 0 0 0,0 0 0 0 0,0 0-1 0 0,0 0 1 0 0,0 0 0 0 0,0 0 0 0 0,0-1 0 0 0,0 1 0 0 0,-1 0-1 0 0,1 0 1 0 0,0 0 0 0 0,0 0 0 0 0,0 0 0 0 0,0 0 0 0 0,-1-3 120 0 0,1 0 2 0 0,-1 1 0 0 0,0 0 0 0 0,0-1 0 0 0,0 1 0 0 0,0 0 0 0 0,0 0 0 0 0,0 0 0 0 0,0-1-1 0 0,-1 1 1 0 0,1 1 0 0 0,-1-1 0 0 0,0 0 0 0 0,1 0 0 0 0,-1 1 0 0 0,0-1 0 0 0,0 1 0 0 0,0-1 0 0 0,0 1 0 0 0,0 0 0 0 0,0-1 0 0 0,0 1 0 0 0,-4-1 0 0 0,-5-3 6 0 0,-1-2 37 0 0,7 4-218 0 0,0 0-1 0 0,0 1 1 0 0,0-1-1 0 0,0 1 1 0 0,0 0-1 0 0,-1 0 1 0 0,1 1-1 0 0,-1 0 1 0 0,1 0-1 0 0,-1 0 1 0 0,-9 0-1 0 0,-3 1-126 0 0,10 0 217 0 0,0 0 1 0 0,-14 2-1 0 0,19-1-42 0 0,1-1 0 0 0,0 1 0 0 0,0 0 0 0 0,0-1 0 0 0,0 1 0 0 0,0 0 0 0 0,0 0 0 0 0,0 0-1 0 0,1 1 1 0 0,-1-1 0 0 0,0 0 0 0 0,1 1 0 0 0,-1-1 0 0 0,0 1 0 0 0,0 1 0 0 0,-2 2 38 0 0,0 0 85 0 0,0 0 0 0 0,1 0 0 0 0,-5 10-1 0 0,7-14-87 0 0,0 0 0 0 0,1 1-1 0 0,0-1 1 0 0,-1 0 0 0 0,1 1-1 0 0,0-1 1 0 0,-1 0 0 0 0,1 1-1 0 0,0-1 1 0 0,0 0 0 0 0,0 1-1 0 0,0-1 1 0 0,0 1 0 0 0,1-1-1 0 0,-1 0 1 0 0,0 1 0 0 0,1-1-1 0 0,-1 0 1 0 0,1 0 0 0 0,-1 1 0 0 0,1-1-1 0 0,1 2 1 0 0,4 7 71 0 0,-3-6-61 0 0,-1-1 1 0 0,1 1-1 0 0,0 0 0 0 0,0-1 1 0 0,0 0-1 0 0,1 0 0 0 0,-1 0 1 0 0,6 4-1 0 0,61 43-226 0 0,-63-44 140 0 0,0 0-1 0 0,0 0 0 0 0,-1 1 0 0 0,0 0 1 0 0,0 0-1 0 0,-1 1 0 0 0,6 10 1 0 0,-10-17 47 0 0,-1 0 1 0 0,1 1 0 0 0,-1-1 0 0 0,1 0-1 0 0,-1 0 1 0 0,0 0 0 0 0,1 1 0 0 0,-1-1 0 0 0,0 0-1 0 0,0 0 1 0 0,0 1 0 0 0,0-1 0 0 0,0 0-1 0 0,0 0 1 0 0,-1 1 0 0 0,1-1 0 0 0,0 0-1 0 0,-1 0 1 0 0,0 2 0 0 0,0-1 6 0 0,0 0-1 0 0,0 0 1 0 0,-1 0 0 0 0,1 0 0 0 0,-1 0-1 0 0,1-1 1 0 0,-1 1 0 0 0,0 0-1 0 0,-3 2 1 0 0,-1-1-4 0 0,0 1 0 0 0,0-1 0 0 0,0 0 0 0 0,-1 0 0 0 0,1-1-1 0 0,-8 2 1 0 0,8-3-96 0 0,-1 0 0 0 0,0-1 0 0 0,0 0 0 0 0,0 0-1 0 0,0-1 1 0 0,0 0 0 0 0,0 0 0 0 0,0 0 0 0 0,1-1 0 0 0,-1 0-1 0 0,1-1 1 0 0,-7-3 0 0 0,-11-8-4572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6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2761 0 0,'1'0'71'0'0,"0"-1"1"0"0,0 1 0 0 0,0-1 0 0 0,1 1 0 0 0,-1-1 0 0 0,0 1-1 0 0,0-1 1 0 0,0 0 0 0 0,0 1 0 0 0,0-1 0 0 0,0 0 0 0 0,0 0 0 0 0,0 0-1 0 0,0 0 1 0 0,-1 0 0 0 0,1 0 0 0 0,1-1 0 0 0,-2 1-25 0 0,17-4 5403 0 0,33-23 969 0 0,-45 27-6147 0 0,-1-1 0 0 0,1 1 0 0 0,-1 0 1 0 0,1 0-1 0 0,-1 0 0 0 0,1 1 0 0 0,0-1 0 0 0,-1 1 0 0 0,1 0 0 0 0,9 2 1 0 0,6-1-77 0 0,26 3-44 0 0,-34-2-619 0 0,-1-1 0 0 0,22 0-1 0 0,-24-3-438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6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0 3681 0 0,'1'4'213'0'0,"1"21"-140"0"0,-2-24 109 0 0,0 0 0 0 0,0 1 1 0 0,0-1-1 0 0,0 0 0 0 0,-1 0 1 0 0,1 1-1 0 0,0-1 0 0 0,-1 0 0 0 0,1 0 1 0 0,-1 0-1 0 0,0 0 0 0 0,1 1 1 0 0,-1-1-1 0 0,0 0 0 0 0,1 0 1 0 0,-1 0-1 0 0,-1 1 0 0 0,-5 3 838 0 0,1 1 1 0 0,0 1-1 0 0,1-1 0 0 0,0 1 1 0 0,-8 13-1 0 0,6-9-366 0 0,2 1 0 0 0,-1 1 0 0 0,-3 13 0 0 0,0 9-42 0 0,-8 63 0 0 0,14-78-250 0 0,1-8-547 0 0,0 0-1 0 0,2 0 1 0 0,-1-1 0 0 0,1 1 0 0 0,1 0-1 0 0,0 0 1 0 0,1 0 0 0 0,0 0 0 0 0,6 15-1 0 0,-2-13-5515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7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0 144 2761 0 0,'0'0'24'0'0,"1"0"0"0"0,-1 0 0 0 0,0 0 0 0 0,0 0 0 0 0,1 1 0 0 0,-1-1 0 0 0,0 0 0 0 0,1 0 0 0 0,-1 0 0 0 0,0 0 0 0 0,1 0 0 0 0,-1 0 1 0 0,0 0-1 0 0,0 0 0 0 0,1 0 0 0 0,-1 0 0 0 0,0 0 0 0 0,1 0 0 0 0,-1 0 0 0 0,0 0 0 0 0,1 0 0 0 0,-1-1 0 0 0,0 1 0 0 0,0 0 0 0 0,1 0 0 0 0,-1 0 1 0 0,0 0-1 0 0,0 0 0 0 0,1-1 0 0 0,6-1 1502 0 0,0 1-983 0 0,-1 0-1 0 0,1 0 1 0 0,-1 0 0 0 0,1-1-1 0 0,-1 0 1 0 0,1 0 0 0 0,-1 0-1 0 0,0-1 1 0 0,0 0 0 0 0,0-1-1 0 0,9-6 1 0 0,-13 9-455 0 0,1 0-1 0 0,0-1 0 0 0,0 1 1 0 0,0 0-1 0 0,0 0 1 0 0,1 0-1 0 0,-1 1 0 0 0,0-1 1 0 0,0 1-1 0 0,0 0 1 0 0,1 0-1 0 0,3 0 1 0 0,-4 1-9 0 0,0-1 0 0 0,0 0 0 0 0,0 0 0 0 0,0 0 0 0 0,0-1 0 0 0,0 1 0 0 0,0-1 0 0 0,-1 1 0 0 0,1-1 0 0 0,0 0 0 0 0,0 0 0 0 0,-1 0 0 0 0,1 0 0 0 0,-1-1 1 0 0,1 1-1 0 0,3-4 0 0 0,2-4 187 0 0,-7 7-198 0 0,0 0 0 0 0,1 0 0 0 0,-1 1 0 0 0,0-1 0 0 0,1 1 0 0 0,0-1 0 0 0,-1 1 0 0 0,1-1 0 0 0,0 1-1 0 0,0 0 1 0 0,-1 0 0 0 0,5-2 0 0 0,-5 3-60 0 0,-1-1-1 0 0,1 1 0 0 0,0 0 1 0 0,0-1-1 0 0,0 1 0 0 0,-1-1 1 0 0,1 1-1 0 0,0-1 0 0 0,0 0 1 0 0,-1 1-1 0 0,1-1 0 0 0,-1 0 1 0 0,1 1-1 0 0,-1-1 0 0 0,1 0 1 0 0,-1 0-1 0 0,1 0 0 0 0,-1 1 1 0 0,0-1-1 0 0,1 0 0 0 0,-1 0 1 0 0,0 0-1 0 0,0 0 0 0 0,1 0 1 0 0,-1 0-1 0 0,0 0 0 0 0,0-1 1 0 0,0 1-30 0 0,0 0 0 0 0,0-1 0 0 0,0 1 0 0 0,0 0 0 0 0,0-1 0 0 0,-1 1 0 0 0,1 0 0 0 0,0-1 0 0 0,-1 1 1 0 0,1 0-1 0 0,-1 0 0 0 0,1-1 0 0 0,-1 1 0 0 0,0 0 0 0 0,1 0 0 0 0,-1 0 0 0 0,0 0 0 0 0,-1-2 1 0 0,0 2-119 0 0,0 0 0 0 0,0 0 0 0 0,0 0 0 0 0,0 0 1 0 0,0 0-1 0 0,0 0 0 0 0,0 1 0 0 0,0-1 0 0 0,0 1 1 0 0,0-1-1 0 0,0 1 0 0 0,0 0 0 0 0,0 0 0 0 0,0 0 1 0 0,0 0-1 0 0,-1 0 0 0 0,1 0 0 0 0,0 1 0 0 0,-4 0 1 0 0,3 0 37 0 0,0 0 1 0 0,-1-1 0 0 0,1 0 0 0 0,-1 0-1 0 0,1 0 1 0 0,-5 0 0 0 0,5 0 78 0 0,1 0 0 0 0,-1 0 1 0 0,1 0-1 0 0,-1 0 0 0 0,1 0 1 0 0,0 1-1 0 0,-1-1 1 0 0,1 1-1 0 0,0 0 0 0 0,-1 0 1 0 0,1 0-1 0 0,0 0 0 0 0,0 0 1 0 0,0 0-1 0 0,0 0 0 0 0,0 1 1 0 0,0-1-1 0 0,0 1 0 0 0,-2 2 1 0 0,-5 5 218 0 0,1 0 1 0 0,-11 16 0 0 0,17-22-134 0 0,-3 3 271 0 0,1-1-1 0 0,0 1 1 0 0,1 0 0 0 0,-1 0 0 0 0,1 0-1 0 0,0 0 1 0 0,0 1 0 0 0,1-1-1 0 0,0 1 1 0 0,0-1 0 0 0,-1 14 0 0 0,2-8 83 0 0,1 0 1 0 0,1 0 0 0 0,0-1-1 0 0,1 1 1 0 0,0 0 0 0 0,1 0-1 0 0,0-1 1 0 0,1 1-1 0 0,0-1 1 0 0,0 0 0 0 0,7 11-1 0 0,-9-19-384 0 0,0 0 0 0 0,0-1 0 0 0,0 1 0 0 0,0 0 0 0 0,0-1-1 0 0,0 1 1 0 0,1-1 0 0 0,-1 0 0 0 0,1 0 0 0 0,0 0 0 0 0,-1 0-1 0 0,1 0 1 0 0,0 0 0 0 0,0-1 0 0 0,0 0 0 0 0,0 1 0 0 0,1-1 0 0 0,-1 0-1 0 0,0-1 1 0 0,0 1 0 0 0,1 0 0 0 0,-1-1 0 0 0,5 0 0 0 0,-3 0-43 0 0,0 0 0 0 0,-1-1 0 0 0,1 0 1 0 0,0 0-1 0 0,-1 0 0 0 0,1 0 0 0 0,-1-1 1 0 0,1 0-1 0 0,-1 0 0 0 0,1 0 0 0 0,-1 0 1 0 0,0-1-1 0 0,0 1 0 0 0,0-1 0 0 0,5-6 1 0 0,15-18-539 0 0,-9 9-5657 0 0,-8 12-53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37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2761 0 0,'2'-4'32'0'0,"-2"3"-17"0"0,0 0 0 0 0,1 0 0 0 0,-1 0 0 0 0,1 0 0 0 0,-1 0 0 0 0,1 0 0 0 0,0 0 0 0 0,-1 0 0 0 0,1 1 0 0 0,0-1 0 0 0,0 0 0 0 0,-1 0 0 0 0,1 1 0 0 0,0-1 0 0 0,1 0 0 0 0,4-5 43 0 0,-4 4 936 0 0,6 6 724 0 0,-1 1-546 0 0,-5-4-874 0 0,-1 0 1 0 0,1 0 0 0 0,-1 0 0 0 0,1 0-1 0 0,0 0 1 0 0,-1-1 0 0 0,1 1 0 0 0,0-1-1 0 0,3 1 1 0 0,-4 0-156 0 0,0-1 0 0 0,0 1 0 0 0,0-1 0 0 0,0 1 1 0 0,0 0-1 0 0,0-1 0 0 0,0 1 0 0 0,-1 0 0 0 0,1 0 0 0 0,0-1 0 0 0,0 1 0 0 0,0 0 0 0 0,-1 0 0 0 0,1 0 0 0 0,0 0 0 0 0,-1 0 0 0 0,1 0 1 0 0,-1 0-1 0 0,1 0 0 0 0,-1 0 0 0 0,0 0 0 0 0,1 1 0 0 0,-1-1 0 0 0,0 0 0 0 0,0 1 0 0 0,4 34 773 0 0,-4-32-688 0 0,0 18 408 0 0,-1 0 0 0 0,-1-1 1 0 0,-8 41-1 0 0,-25 62 755 0 0,33-117-1352 0 0,-5 11-7 0 0,6-16-54 0 0,4-12-96 0 0,13-23-621 0 0,28-46 0 0 0,-30 56 416 0 0,-10 16 121 0 0,1 0 0 0 0,0 1-1 0 0,0 0 1 0 0,1 0 0 0 0,0 0 0 0 0,0 1 0 0 0,8-6 0 0 0,0-6-338 0 0,-12 14 448 0 0,0 1 0 0 0,0-1 0 0 0,0 0 0 0 0,0 1 0 0 0,0 0 0 0 0,4-3 0 0 0,-5 4 70 0 0,0 1-1 0 0,0-1 0 0 0,0 1 1 0 0,0 0-1 0 0,-1-1 0 0 0,1 1 1 0 0,0 0-1 0 0,0-1 0 0 0,0 1 1 0 0,0 0-1 0 0,0 0 0 0 0,0 0 0 0 0,0 0 1 0 0,0 0-1 0 0,0 0 0 0 0,0 0 1 0 0,0 1-1 0 0,0-1 0 0 0,0 0 1 0 0,0 0-1 0 0,0 1 0 0 0,0-1 1 0 0,0 1-1 0 0,0-1 0 0 0,1 1 1 0 0,-1 0 80 0 0,0-1 0 0 0,0 1 0 0 0,1 0 0 0 0,-1-1 0 0 0,0 1 0 0 0,0 0 0 0 0,0-1 0 0 0,0 1 1 0 0,0 0-1 0 0,0 0 0 0 0,0 0 0 0 0,0 0 0 0 0,-1 0 0 0 0,1 0 0 0 0,0 0 0 0 0,-1 0 0 0 0,1 1 1 0 0,0-1-1 0 0,-1 0 0 0 0,0 0 0 0 0,1 0 0 0 0,-1 1 0 0 0,0-1 0 0 0,1 0 0 0 0,-1 0 1 0 0,0 1-1 0 0,0-1 0 0 0,0 0 0 0 0,0 1 0 0 0,0-1 0 0 0,0 0 0 0 0,-1 2 0 0 0,-3 26 1154 0 0,-15 50 0 0 0,5-29-507 0 0,9-32-382 0 0,4-13-153 0 0,-1 0 1 0 0,1 1 0 0 0,0-1-1 0 0,0 0 1 0 0,0 8 0 0 0,2-16-181 0 0,0 0 0 0 0,0 1 0 0 0,0 0 0 0 0,1-1 0 0 0,-1 1 0 0 0,1 0 0 0 0,0-1 0 0 0,2-1 0 0 0,3-6-88 0 0,72-113-1909 0 0,-29 51 438 0 0,-46 67 1467 0 0,-1 1-1 0 0,1-1 0 0 0,0 1 0 0 0,0-1 0 0 0,0 1 1 0 0,9-6-1 0 0,-12 10 140 0 0,-1-1 1 0 0,1 0 0 0 0,0 1-1 0 0,0-1 1 0 0,0 1-1 0 0,0-1 1 0 0,0 1 0 0 0,1 0-1 0 0,-1-1 1 0 0,0 1-1 0 0,0 0 1 0 0,0 0 0 0 0,0-1-1 0 0,0 1 1 0 0,0 0-1 0 0,0 0 1 0 0,1 0 0 0 0,-1 1-1 0 0,0-1 1 0 0,0 0-1 0 0,0 0 1 0 0,0 1 0 0 0,0-1-1 0 0,0 0 1 0 0,0 1-1 0 0,0-1 1 0 0,0 1 0 0 0,0 0-1 0 0,0-1 1 0 0,0 1-1 0 0,0 0 1 0 0,0-1 0 0 0,0 1-1 0 0,-1 0 1 0 0,1 0-1 0 0,0 0 1 0 0,-1 0 0 0 0,1 0-1 0 0,0 0 1 0 0,-1 0-1 0 0,1 0 1 0 0,-1 0 0 0 0,1 1-1 0 0,3 8 350 0 0,-2 0 0 0 0,1 0 0 0 0,-1 0 0 0 0,0 0 0 0 0,0 20 0 0 0,0-4-131 0 0,-1-15-174 0 0,2 13-78 0 0,0-1 1 0 0,1 1-1 0 0,12 34 0 0 0,-10-39-471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46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8290 0 0,'4'-2'643'0'0,"-1"1"-1"0"0,0-1 1 0 0,1 1 0 0 0,-1 0 0 0 0,1 0 0 0 0,0 0 0 0 0,-1 0-1 0 0,1 1 1 0 0,-1-1 0 0 0,1 1 0 0 0,0 0 0 0 0,0 0-1 0 0,5 1 1 0 0,-7 0-529 0 0,0-1 0 0 0,0 1-1 0 0,0 0 1 0 0,0 0 0 0 0,0 0 0 0 0,0 0-1 0 0,-1 0 1 0 0,1 0 0 0 0,0 1-1 0 0,-1-1 1 0 0,1 0 0 0 0,-1 1 0 0 0,1-1-1 0 0,-1 1 1 0 0,0 0 0 0 0,0-1 0 0 0,0 1-1 0 0,1 0 1 0 0,-2 0 0 0 0,1 0-1 0 0,0 0 1 0 0,0 0 0 0 0,-1 0 0 0 0,2 3-1 0 0,1 10 122 0 0,-1-1 0 0 0,0 1 0 0 0,-1 1 0 0 0,-2 25 0 0 0,-11 59 519 0 0,10-91-770 0 0,0-1 0 0 0,0 1 0 0 0,-1-1 0 0 0,-6 13 0 0 0,7-44-5401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47.1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1 156 3681 0 0,'0'0'124'0'0,"1"0"1"0"0,-1 0-1 0 0,1-1 1 0 0,-1 1-1 0 0,0 0 1 0 0,1 0-1 0 0,-1-1 1 0 0,1 1-1 0 0,-1 0 1 0 0,0-1-1 0 0,1 1 1 0 0,-1 0-1 0 0,0-1 1 0 0,0 1-1 0 0,1-1 1 0 0,-1 1 0 0 0,0 0-1 0 0,0-1 1 0 0,0 1-1 0 0,1-1 1 0 0,-1 1-1 0 0,0-1 1 0 0,0 0-1 0 0,4-9 6448 0 0,-4 10-6577 0 0,2-6 471 0 0,1 0-1 0 0,0 1 0 0 0,0 0 1 0 0,0 0-1 0 0,0 0 1 0 0,1 0-1 0 0,0 0 1 0 0,0 1-1 0 0,0-1 0 0 0,8-5 1 0 0,1 3 81 0 0,0 1-1 0 0,1 1 1 0 0,26-8 0 0 0,11-3 25 0 0,26-10-394 0 0,-70 25-385 0 0,0 0 1 0 0,0 1 0 0 0,14 0 0 0 0,-9 0 38 0 0,-11 1 159 0 0,0-1 0 0 0,0 0-1 0 0,-1 0 1 0 0,1 1 0 0 0,0-1 0 0 0,-1 0-1 0 0,1 1 1 0 0,0-1 0 0 0,-1 1-1 0 0,1-1 1 0 0,0 0 0 0 0,-1 1-1 0 0,1 0 1 0 0,-1-1 0 0 0,1 1 0 0 0,-1-1-1 0 0,1 1 1 0 0,-1 0 0 0 0,1-1-1 0 0,0 2 1 0 0,9 21-125 0 0,-2-5-37 0 0,-3-9 161 0 0,0-1-1 0 0,-1 1 0 0 0,-1 1 0 0 0,4 10 1 0 0,3 9-13 0 0,-8-22 23 0 0,0 1 0 0 0,-1 0 0 0 0,1 0 0 0 0,-1 0 0 0 0,-1 0 0 0 0,0 10 0 0 0,1 15 0 0 0,23 167-72 0 0,-21-182 59 0 0,0 0-45 0 0,0 0 1 0 0,-1-1-1 0 0,-1 1 0 0 0,-1 0 0 0 0,-1 20 0 0 0,1-38 30 0 0,0 0 1 0 0,0 0-1 0 0,0 1 0 0 0,0-1 0 0 0,0 0 1 0 0,0 0-1 0 0,0 1 0 0 0,0-1 0 0 0,-1 0 0 0 0,1 0 1 0 0,0 1-1 0 0,0-1 0 0 0,0 0 0 0 0,0 0 1 0 0,0 1-1 0 0,0-1 0 0 0,0 0 0 0 0,-1 0 1 0 0,1 1-1 0 0,0-1 0 0 0,0 0 0 0 0,0 0 1 0 0,-1 0-1 0 0,1 0 0 0 0,0 1 0 0 0,0-1 0 0 0,0 0 1 0 0,-1 0-1 0 0,1 0 0 0 0,0 0 0 0 0,0 0 1 0 0,-1 0-1 0 0,1 0 0 0 0,-8-5-1141 0 0,-3-13-2094 0 0,8 8-1875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47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35 3169 0 0,'-6'-17'444'0'0,"0"-1"3313"0"0,14 42 4320 0 0,0-2-5843 0 0,10 42 1 0 0,-11-10-1816 0 0,1 104 0 0 0,-8-155-665 0 0,0 17 58 0 0,0-19 33 0 0,0-1-1 0 0,0 1 0 0 0,-1 0 1 0 0,1 0-1 0 0,0 0 1 0 0,0 0-1 0 0,0-1 1 0 0,0 1-1 0 0,-1 0 0 0 0,1 0 1 0 0,0-1-1 0 0,-1 1 1 0 0,1 0-1 0 0,-1-1 0 0 0,1 1 1 0 0,-1 0-1 0 0,0 0 1 0 0,-1-1-1874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47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2761 0 0,'1'-1'670'0'0,"-1"1"1"0"0,1-1 0 0 0,0 0 0 0 0,0 0 0 0 0,-1 1 0 0 0,1-1 0 0 0,0 1 0 0 0,0-1 0 0 0,0 1 0 0 0,0-1-1 0 0,0 1 1 0 0,0-1 0 0 0,0 1 0 0 0,-1 0 0 0 0,1-1 0 0 0,2 1 0 0 0,9-2 2724 0 0,-10 2-4579 0 0,25-5 3123 0 0,1 0-1299 0 0,-1 0 0 0 0,0-2 0 0 0,48-19 0 0 0,-72 25-649 0 0,24-10-696 0 0,-9 8-2577 0 0,-16 3 1283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48.0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0 102 2761 0 0,'1'0'230'0'0,"-1"0"-1"0"0,0 1 1 0 0,0-1 0 0 0,1 0 0 0 0,-1 0 0 0 0,0 1 0 0 0,0-1 0 0 0,1 0 0 0 0,-1 0 0 0 0,0 0 0 0 0,1 0 0 0 0,-1 1 0 0 0,0-1 0 0 0,1 0 0 0 0,-1 0 0 0 0,0 0 0 0 0,1 0 0 0 0,-1 0 0 0 0,1 0 0 0 0,-1 0 0 0 0,0 0 0 0 0,1 0-1 0 0,-1 0 1 0 0,0 0 0 0 0,1 0 0 0 0,-1 0 0 0 0,0 0 0 0 0,1 0 0 0 0,-1-1 0 0 0,0 1 0 0 0,1 0 0 0 0,-1 0 0 0 0,1 0 0 0 0,9-11 7322 0 0,1 0-7103 0 0,5 2 1353 0 0,-11 6-1607 0 0,1 0-1 0 0,-1 0 1 0 0,1 0 0 0 0,9-2-1 0 0,9-1-15 0 0,32-10 84 0 0,-50 14-499 0 0,0 0-1 0 0,0-1 1 0 0,0 0-1 0 0,0 0 1 0 0,-1-1-1 0 0,9-7 1 0 0,-7 5-998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48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11 9218 0 0,'3'-3'-12'0'0,"11"-4"1932"0"0,-14 7-1876 0 0,0 0 1 0 0,0 0 0 0 0,0 0 0 0 0,0 0-1 0 0,0 0 1 0 0,0 0 0 0 0,1 0-1 0 0,-1 0 1 0 0,0 0 0 0 0,0 0 0 0 0,0 0-1 0 0,0 0 1 0 0,0 0 0 0 0,0 0-1 0 0,1 0 1 0 0,-1 0 0 0 0,0 0 0 0 0,0 0-1 0 0,0 0 1 0 0,0 1 0 0 0,0-1 0 0 0,0 0-1 0 0,0 0 1 0 0,0 0 0 0 0,0 0-1 0 0,1 0 1 0 0,-1 0 0 0 0,0 0 0 0 0,0 0-1 0 0,0 1 1 0 0,0-1 0 0 0,0 0-1 0 0,0 0 1 0 0,0 0 0 0 0,0 0 0 0 0,0 0-1 0 0,0 0 1 0 0,0 1 0 0 0,-2 10 2024 0 0,-11 21-1241 0 0,-1 0 1 0 0,-2-1-1 0 0,-37 55 0 0 0,49-80-837 0 0,0 0 0 0 0,0 1 0 0 0,0 0 0 0 0,1-1 0 0 0,0 1 0 0 0,0 0 0 0 0,-2 11 0 0 0,5-18 9 0 0,0 0 1 0 0,0 0-1 0 0,0 0 1 0 0,0 0-1 0 0,0 0 0 0 0,0 0 1 0 0,0 0-1 0 0,0 0 1 0 0,0 0-1 0 0,0 0 1 0 0,0 1-1 0 0,0-1 0 0 0,0 0 1 0 0,0 0-1 0 0,0 0 1 0 0,0 0-1 0 0,0 0 1 0 0,0 0-1 0 0,0 0 0 0 0,1 0 1 0 0,-1 0-1 0 0,0 0 1 0 0,0 0-1 0 0,0 0 1 0 0,0 0-1 0 0,0 0 0 0 0,0 1 1 0 0,0-1-1 0 0,0 0 1 0 0,0 0-1 0 0,0 0 1 0 0,0 0-1 0 0,0 0 0 0 0,0 0 1 0 0,1 0-1 0 0,-1 0 1 0 0,0 0-1 0 0,0 0 0 0 0,0 0 1 0 0,0 0-1 0 0,0 0 1 0 0,0 0-1 0 0,0 0 1 0 0,0 0-1 0 0,0 0 0 0 0,0 0 1 0 0,1 0-1 0 0,-1 0 1 0 0,0 0-1 0 0,0 0 1 0 0,0 0-1 0 0,0 0 0 0 0,0-1 1 0 0,0 1-1 0 0,0 0 1 0 0,0 0-1 0 0,0 0 1 0 0,0 0-1 0 0,0 0 0 0 0,0 0 1 0 0,0 0-1 0 0,0 0 1 0 0,1 0-1 0 0,8-7 62 0 0,12-11 46 0 0,-19 16-105 0 0,8-6-39 0 0,-1 0 0 0 0,1 1 0 0 0,1 1 0 0 0,-1 0 0 0 0,1 0 0 0 0,17-6 0 0 0,0 2-90 0 0,45-9 0 0 0,-67 18 128 0 0,0 0-1 0 0,-1 1 1 0 0,1-1 0 0 0,0 1 0 0 0,0 0 0 0 0,0 1 0 0 0,9 1-1 0 0,-14-1 12 0 0,0-1 0 0 0,0 1 0 0 0,0-1 0 0 0,0 1 0 0 0,0-1 0 0 0,0 1 0 0 0,-1 0-1 0 0,1 0 1 0 0,0 0 0 0 0,0-1 0 0 0,-1 1 0 0 0,1 0 0 0 0,0 0 0 0 0,-1 0 0 0 0,1 0-1 0 0,-1 0 1 0 0,1 0 0 0 0,-1 0 0 0 0,0 0 0 0 0,1 0 0 0 0,-1 0 0 0 0,0 1 0 0 0,0-1-1 0 0,1 0 1 0 0,-1 1 0 0 0,-1 33 250 0 0,1-30-152 0 0,-3 19 190 0 0,0 0 1 0 0,-2 0 0 0 0,-1 0-1 0 0,-14 38 1 0 0,-48 86 515 0 0,43-100-1101 0 0,-53 74-1 0 0,75-118-213 0 0,0 0 0 0 0,0 0 1 0 0,0 0-1 0 0,-1 0 0 0 0,1-1 0 0 0,-1 1 0 0 0,0-1 1 0 0,0 0-1 0 0,-1 0 0 0 0,-7 4 0 0 0,7-6-738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49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1840 0 0,'15'-9'1577'0'0,"-13"7"-358"0"0,1 1 0 0 0,-1-1 0 0 0,1 1 0 0 0,0-1 0 0 0,0 1 0 0 0,-1 0 0 0 0,4-1 0 0 0,9 2-668 0 0,3 2 338 0 0,0 2 0 0 0,-1 0 0 0 0,1 2-1 0 0,-1 0 1 0 0,21 10 0 0 0,7 1-339 0 0,-2-1-35 0 0,63 13 0 0 0,-80-24-476 0 0,0-1 0 0 0,0-1 0 0 0,51-2-1 0 0,-48-2-115 0 0,1 0-774 0 0,1-1 0 0 0,46-10 1 0 0,-73 12-2483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49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1 197 4145 0 0,'12'-1'414'0'0,"-8"1"1210"0"0,-1 0-1 0 0,1 0 1 0 0,-1 0-1 0 0,1 1 1 0 0,4 1-1 0 0,4 1 448 0 0,1 2-1 0 0,20 10 0 0 0,14 6-1388 0 0,-46-21-684 0 0,-1 0 1 0 0,1 1 0 0 0,0-1 0 0 0,0 0 0 0 0,-1 1 0 0 0,1-1 0 0 0,0 0 0 0 0,0 0 0 0 0,0 0-1 0 0,-1 0 1 0 0,1 0 0 0 0,0 0 0 0 0,0 0 0 0 0,0 0 0 0 0,-1 0 0 0 0,1 0 0 0 0,0 0 0 0 0,0 0-1 0 0,0 0 1 0 0,-1-1 0 0 0,1 1 0 0 0,0 0 0 0 0,0-1 0 0 0,-1 1 0 0 0,2-1 0 0 0,-2 0-127 0 0,1 0 0 0 0,-1 0 1 0 0,0 0-1 0 0,1 1 1 0 0,-1-1-1 0 0,0 0 0 0 0,0 0 1 0 0,0 0-1 0 0,0 0 0 0 0,0 0 1 0 0,0 0-1 0 0,0 0 0 0 0,0 0 1 0 0,0 0-1 0 0,0 0 1 0 0,-1 1-1 0 0,1-1 0 0 0,-1-1 1 0 0,-2-8-1425 0 0,-1 1 0 0 0,-1 1 0 0 0,-5-10 0 0 0,9 17 1257 0 0,-4-7-1131 0 0,1 0 0 0 0,-6-15 1 0 0,6 2 997 0 0,4 20 780 0 0,0-1 0 0 0,0 0 1 0 0,0 1-1 0 0,0-1 0 0 0,1 0 0 0 0,-1 1 0 0 0,0-1 1 0 0,1 1-1 0 0,1-4 0 0 0,-1 3 287 0 0,0 0-1 0 0,0 0 1 0 0,0 0-1 0 0,1 0 1 0 0,-1 1 0 0 0,1-1-1 0 0,0 0 1 0 0,-1 1 0 0 0,1-1-1 0 0,0 1 1 0 0,0-1-1 0 0,0 1 1 0 0,3-1 0 0 0,29-10 1151 0 0,-1 2-1179 0 0,-3-3-534 0 0,1 2-1 0 0,0 1 1 0 0,38-7-1 0 0,-64 16-76 0 0,0 1 0 0 0,0-1 0 0 0,0 1 0 0 0,7 1 0 0 0,13 0 0 0 0,-21-1 4 0 0,-1 1 0 0 0,1-1 0 0 0,-1 1-1 0 0,1 0 1 0 0,-1 0 0 0 0,1 0 0 0 0,-1 1 0 0 0,0-1 0 0 0,0 1 0 0 0,0 0 0 0 0,0 0 0 0 0,4 3 0 0 0,10 5 9 0 0,-16-9-13 0 0,0-1 0 0 0,0 0 0 0 0,0 0 0 0 0,-1 1 0 0 0,1-1 0 0 0,0 0 0 0 0,0 0 0 0 0,0 0 0 0 0,0 0 0 0 0,0 0 0 0 0,0 0 0 0 0,-1 0 0 0 0,1-1 0 0 0,0 1 0 0 0,1 0 0 0 0,0 3 0 0 0,-1 3-71 0 0,0 0 1 0 0,-1 0 0 0 0,0 0-1 0 0,0 0 1 0 0,0 0 0 0 0,-1 0-1 0 0,0 0 1 0 0,-2 7-1 0 0,1-6-403 0 0,-1 6-5366 0 0,0-2-959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49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42 920 0 0,'8'-8'15578'0'0,"-5"5"-15307"0"0,0 0 1 0 0,0 0-1 0 0,1 0 0 0 0,-1 1 1 0 0,1 0-1 0 0,-1-1 0 0 0,1 1 1 0 0,0 1-1 0 0,0-1 0 0 0,0 0 0 0 0,0 1 1 0 0,0 0-1 0 0,5-1 0 0 0,10 0-649 0 0,0 1 0 0 0,0 1-1 0 0,20 2 1 0 0,-27-1-881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0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7834 0 0,'2'0'133'0'0,"-1"0"0"0"0,0 0 1 0 0,1 0-1 0 0,-1 0 1 0 0,1 0-1 0 0,-1 0 1 0 0,0 0-1 0 0,1 1 0 0 0,-1-1 1 0 0,0 1-1 0 0,1-1 1 0 0,-1 1-1 0 0,0-1 0 0 0,1 1 1 0 0,-1 0-1 0 0,0-1 1 0 0,2 3-1 0 0,-2-2 67 0 0,-1 0 0 0 0,1 0 0 0 0,-1 1 0 0 0,1-1 0 0 0,-1 1 0 0 0,1-1 0 0 0,-1 0 0 0 0,0 1 0 0 0,0-1 0 0 0,1 1 0 0 0,-1-1 0 0 0,0 1 0 0 0,0-1 0 0 0,-1 1 0 0 0,1-1 0 0 0,0 1 0 0 0,-1 1 0 0 0,0 2-6 0 0,-1 0 0 0 0,0 0 1 0 0,0 0-1 0 0,0 0 0 0 0,0 0 0 0 0,-1 0 1 0 0,1-1-1 0 0,-1 1 0 0 0,-1-1 1 0 0,1 0-1 0 0,-1 0 0 0 0,1 0 0 0 0,-9 6 1 0 0,-5 4-736 0 0,0-2 1 0 0,-21 12-1 0 0,24-16-248 0 0,-4 4-4353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0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2 249 1840 0 0,'-1'0'875'0'0,"0"-14"11511"0"0,4 12-12125 0 0,0 0 1 0 0,0 0 0 0 0,0 0-1 0 0,0 1 1 0 0,0-1 0 0 0,0 1-1 0 0,1-1 1 0 0,-1 1 0 0 0,0 0-1 0 0,1 1 1 0 0,-1-1 0 0 0,1 0-1 0 0,6 1 1 0 0,22-4 250 0 0,0-1-1 0 0,1-2 1 0 0,-2-1 0 0 0,1-2-1 0 0,46-20 1 0 0,219-102-1862 0 0,-252 111-1548 0 0,-59 41-7074 0 0,10-16 9474 0 0,3-3 290 0 0,0 1 0 0 0,-1-1-1 0 0,1 1 1 0 0,-1-1 0 0 0,1 1-1 0 0,-1-1 1 0 0,0 0 0 0 0,0 0 0 0 0,1 0-1 0 0,-3 1 1 0 0,-5 1-1200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1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8 920 0 0,'0'0'205'0'0,"9"-7"3692"0"0,-9 7-3820 0 0,0 0 0 0 0,1 0-1 0 0,-1 0 1 0 0,0 0 0 0 0,0 0 0 0 0,1 0 0 0 0,-1-1 0 0 0,0 1 0 0 0,0 0-1 0 0,1 0 1 0 0,-1 0 0 0 0,0 0 0 0 0,0 0 0 0 0,1 0 0 0 0,-1 0 0 0 0,0 0-1 0 0,0 0 1 0 0,1 0 0 0 0,-1 0 0 0 0,0 0 0 0 0,0 0 0 0 0,1 0-1 0 0,-1 0 1 0 0,0 0 0 0 0,0 0 0 0 0,1 1 0 0 0,-1-1 0 0 0,0 0 0 0 0,0 0-1 0 0,0 0 1 0 0,1 0 0 0 0,-1 0 0 0 0,0 1 0 0 0,0-1 0 0 0,0 0 0 0 0,0 0-1 0 0,1 0 1 0 0,-1 1 0 0 0,0-1 0 0 0,0 0 0 0 0,0 1 0 0 0,8 23 965 0 0,-1 1 1 0 0,-1 1 0 0 0,3 35 0 0 0,0 2-108 0 0,-8-58-899 0 0,61 305 431 0 0,-61-305-554 0 0,6 33-392 0 0,-7-34 283 0 0,1-1 0 0 0,-1 1 0 0 0,0 0 0 0 0,0-1 1 0 0,0 1-1 0 0,-1-1 0 0 0,1 1 0 0 0,-2 4 0 0 0,1-7 119 0 0,1-1-1 0 0,0 0 0 0 0,0 1 0 0 0,0-1 0 0 0,-1 1 0 0 0,1-1 1 0 0,0 0-1 0 0,-1 1 0 0 0,1-1 0 0 0,0 0 0 0 0,-1 0 0 0 0,1 1 1 0 0,0-1-1 0 0,-1 0 0 0 0,1 0 0 0 0,0 1 0 0 0,-1-1 0 0 0,1 0 1 0 0,-1 0-1 0 0,1 0 0 0 0,0 0 0 0 0,-1 0 0 0 0,1 1 0 0 0,-1-1 1 0 0,1 0-1 0 0,-1 0 0 0 0,1 0 0 0 0,-1 0 0 0 0,1 0 0 0 0,0 0 1 0 0,-1-1-1 0 0,1 1 0 0 0,-1 0 0 0 0,1 0 0 0 0,-1 0 0 0 0,1 0 1 0 0,0 0-1 0 0,-1-1 0 0 0,1 1 0 0 0,0 0 0 0 0,-1 0 0 0 0,1-1 1 0 0,-1 1-1 0 0,-6-5-882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1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1 920 0 0,'-17'6'5729'0'0,"-12"12"-3661"0"0,20-11-1944 0 0,-14 11-155 0 0,22-16-225 0 0,0-1-1 0 0,-1 0 0 0 0,1 1 0 0 0,0-1 0 0 0,0 1 1 0 0,0-1-1 0 0,0 1 0 0 0,0-1 0 0 0,0 1 0 0 0,1 0 0 0 0,-1 0 1 0 0,0 1-1 0 0,1 2-742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1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1840 0 0,'17'-3'607'0'0,"-1"1"-1"0"0,1 1 1 0 0,-1 0-1 0 0,1 1 1 0 0,0 1-1 0 0,20 3 0 0 0,3-1 1388 0 0,-20-4-1767 0 0,-24 0-3276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1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27 8754 0 0,'22'-27'952'0'0,"-21"28"-694"0"0,0-1 0 0 0,0 0 0 0 0,0 1-1 0 0,0-1 1 0 0,0 1 0 0 0,-1-1 0 0 0,1 1 0 0 0,0 0 0 0 0,0-1-1 0 0,-1 1 1 0 0,1 0 0 0 0,0-1 0 0 0,-1 1 0 0 0,1 0 0 0 0,-1 0-1 0 0,1 0 1 0 0,0 1 0 0 0,1 2-15 0 0,0 1-1 0 0,-1 0 0 0 0,1 0 1 0 0,-1 0-1 0 0,0 0 1 0 0,-1 0-1 0 0,1 0 1 0 0,-1 0-1 0 0,0 0 1 0 0,0 0-1 0 0,0 0 1 0 0,-1 0-1 0 0,0 0 0 0 0,-2 8 1 0 0,-1 1-82 0 0,0 0 0 0 0,-2 0 0 0 0,-11 23 0 0 0,3-14-169 0 0,-1-1 0 0 0,-19 22 0 0 0,-4 7-560 0 0,37-50 525 0 0,0 0 1 0 0,1 0 0 0 0,-1 0-1 0 0,0 0 1 0 0,1 0-1 0 0,-1 0 1 0 0,1 0 0 0 0,-1 0-1 0 0,1 0 1 0 0,0 0-1 0 0,-1 1 1 0 0,1-1 0 0 0,0 2-1 0 0,0-3 43 0 0,0 0 0 0 0,0 1 0 0 0,0-1 0 0 0,0 1 0 0 0,1-1 0 0 0,-1 0 0 0 0,0 1-1 0 0,0-1 1 0 0,0 0 0 0 0,1 0 0 0 0,-1 1 0 0 0,0-1 0 0 0,0 0 0 0 0,0 1 0 0 0,1-1 0 0 0,-1 0-1 0 0,0 0 1 0 0,1 1 0 0 0,-1-1 0 0 0,0 0 0 0 0,1 0 0 0 0,-1 0 0 0 0,0 0 0 0 0,1 0 0 0 0,-1 1 0 0 0,0-1-1 0 0,1 0 1 0 0,2 0 88 0 0,0 0 0 0 0,0 0 0 0 0,0 0 1 0 0,0 0-1 0 0,0 0 0 0 0,-1-1 0 0 0,1 1 0 0 0,0-1 0 0 0,4-2 0 0 0,118-37 1626 0 0,-97 31-1530 0 0,45-8 1 0 0,-44 12-138 0 0,-22 5-104 0 0,1-1 0 0 0,-1 0 0 0 0,0-1 0 0 0,1 0 0 0 0,-1 0 0 0 0,0 0 0 0 0,0-1 0 0 0,0 0 0 0 0,9-6 0 0 0,-14 6-1462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2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1840 0 0,'4'8'684'0'0,"-1"-1"0"0"0,0 1 0 0 0,0 0 0 0 0,0 1 0 0 0,-1-1 0 0 0,1 13 0 0 0,0-3-165 0 0,36 213 4905 0 0,-26-147-4199 0 0,0 43 261 0 0,-8-56-1729 0 0,-2-51-2815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2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 5065 0 0,'0'0'389'0'0,"-13"3"5434"0"0,9 0-5624 0 0,1 0 0 0 0,-1 1 0 0 0,1-1 0 0 0,0 1 0 0 0,0 0 0 0 0,0-1-1 0 0,1 1 1 0 0,-1 1 0 0 0,1-1 0 0 0,0 0 0 0 0,0 0 0 0 0,0 1 0 0 0,1-1 0 0 0,-1 1 0 0 0,1 0 0 0 0,0 7-1 0 0,-1 0 263 0 0,1-1-1 0 0,1 1 0 0 0,0 0 0 0 0,0-1 1 0 0,5 21-1 0 0,-5-29-539 0 0,1-1 0 0 0,-1 1 1 0 0,1 0-1 0 0,0-1 0 0 0,0 1 0 0 0,0-1 1 0 0,0 0-1 0 0,1 1 0 0 0,-1-1 0 0 0,1 0 1 0 0,-1 0-1 0 0,3 2 0 0 0,-3-3-51 0 0,0 0-1 0 0,0 0 1 0 0,1 0-1 0 0,-1 0 1 0 0,1 0-1 0 0,-1-1 1 0 0,0 1-1 0 0,1 0 1 0 0,-1-1-1 0 0,1 1 1 0 0,-1-1-1 0 0,1 0 1 0 0,0 0 0 0 0,-1 1-1 0 0,1-1 1 0 0,-1 0-1 0 0,1 0 1 0 0,0 0-1 0 0,-1-1 1 0 0,3 0-1 0 0,4 0-4939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2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5985 0 0,'9'5'592'0'0,"182"114"8656"0"0,-191-119-9252 0 0,5 4 7 0 0,-1-1 1 0 0,0 0-1 0 0,8 9 1 0 0,-11-11-270 0 0,0 0 0 0 0,0 1 0 0 0,-1-1 0 0 0,1 1-1 0 0,0-1 1 0 0,0 1 0 0 0,-1-1 0 0 0,1 1 0 0 0,-1-1 0 0 0,0 1 0 0 0,1-1 0 0 0,-1 1 0 0 0,0 0 0 0 0,0-1 0 0 0,0 1 0 0 0,0 3 0 0 0,0 1-1412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53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3393 2 5985 0 0,'2'0'128'0'0,"-1"0"-1"0"0,0-1 0 0 0,1 1 1 0 0,-1 0-1 0 0,0 0 1 0 0,1 0-1 0 0,-1 0 0 0 0,0 0 1 0 0,1 0-1 0 0,-1 0 1 0 0,0 1-1 0 0,0-1 0 0 0,1 0 1 0 0,-1 1-1 0 0,0-1 1 0 0,0 1-1 0 0,1 0 0 0 0,-1-1 1 0 0,0 1-1 0 0,0 0 1 0 0,0-1-1 0 0,0 1 0 0 0,0 0 1 0 0,0 0-1 0 0,0 0 1 0 0,0 0-1 0 0,0 0 0 0 0,-1 0 1 0 0,1 0-1 0 0,0 0 0 0 0,-1 1 1 0 0,1-1-1 0 0,-1 0 1 0 0,1 0-1 0 0,-1 0 0 0 0,1 1 1 0 0,-1-1-1 0 0,0 0 1 0 0,0 1-1 0 0,1-1 0 0 0,-1 0 1 0 0,0 1-1 0 0,0-1 1 0 0,-1 0-1 0 0,1 1 0 0 0,0-1 1 0 0,0 0-1 0 0,-1 0 1 0 0,1 1-1 0 0,0-1 0 0 0,-1 0 1 0 0,1 0-1 0 0,-1 1 1 0 0,0-1-1 0 0,1 0 0 0 0,-1 0 1 0 0,0 0-1 0 0,0 0 0 0 0,0 0 1 0 0,-1 1-1 0 0,-50 52 1543 0 0,33-37-779 0 0,1 1 1 0 0,-29 40-1 0 0,38-45-493 0 0,1-1 0 0 0,-2 0 0 0 0,0-1 0 0 0,-21 20 1 0 0,25-26-337 0 0,0-1 1 0 0,0 0 0 0 0,0 0-1 0 0,0-1 1 0 0,-1 0 0 0 0,0 0 0 0 0,1 0-1 0 0,-1-1 1 0 0,0 0 0 0 0,0 0-1 0 0,0-1 1 0 0,-10 1 0 0 0,5-2-27 0 0,0 0 0 0 0,0 0 1 0 0,-1-1-1 0 0,1-1 0 0 0,0 0 1 0 0,-19-7-1 0 0,-68-30 89 0 0,49 17-67 0 0,11 7-1 0 0,-1 2 0 0 0,-64-13 0 0 0,97 25-36 0 0,-1 1 0 0 0,1 0 0 0 0,0 0 0 0 0,0 0 1 0 0,0 1-1 0 0,0 0 0 0 0,-12 3 0 0 0,-12 2 115 0 0,28-5-105 0 0,-1 0 0 0 0,1 1-1 0 0,0-1 1 0 0,-1 1 0 0 0,1-1-1 0 0,0 1 1 0 0,0 0 0 0 0,-6 5-1 0 0,-12 7 128 0 0,-1 2-16 0 0,19-14-129 0 0,1 0 0 0 0,-1 0 0 0 0,0 0 0 0 0,0 0 0 0 0,0 0 0 0 0,0-1 0 0 0,0 1 0 0 0,0-1 0 0 0,-6 2 0 0 0,-4 1 22 0 0,0 0 1 0 0,1 1 0 0 0,-1 1-1 0 0,1 0 1 0 0,0 1-1 0 0,1 0 1 0 0,0 0-1 0 0,-13 12 1 0 0,14-11-36 0 0,-10 9 14 0 0,-1-2-1 0 0,0 0 1 0 0,-1-1-1 0 0,-25 12 1 0 0,40-23-11 0 0,0-1 0 0 0,1 1 0 0 0,-1-1 0 0 0,0-1 0 0 0,0 1 0 0 0,0-1 0 0 0,-1 0 0 0 0,1 0 0 0 0,0-1 0 0 0,0 0 0 0 0,0-1 0 0 0,0 1 0 0 0,-1-1 0 0 0,1-1 0 0 0,0 1 0 0 0,0-1 0 0 0,1 0 0 0 0,-1-1 0 0 0,-11-5 0 0 0,0-4-3 0 0,0 0 0 0 0,1-1 0 0 0,-22-21 0 0 0,-22-17 0 0 0,52 44 0 0 0,1 2 0 0 0,-2-1 0 0 0,1 1 0 0 0,-1 1 0 0 0,-15-6 0 0 0,19 8 6 0 0,-1 1 1 0 0,1-1-1 0 0,0 1 1 0 0,-1 0-1 0 0,1 1 0 0 0,0 0 1 0 0,-1 0-1 0 0,1 0 1 0 0,-1 1-1 0 0,1 0 0 0 0,0 0 1 0 0,0 0-1 0 0,-1 1 1 0 0,1 0-1 0 0,0 0 1 0 0,0 1-1 0 0,-10 5 0 0 0,-1 4 40 0 0,0 1-1 0 0,1 0 1 0 0,1 1-1 0 0,-17 19 0 0 0,-23 21 68 0 0,47-47-103 0 0,0 0 1 0 0,-1-1 0 0 0,0 0 0 0 0,-16 9 0 0 0,17-12 4 0 0,0 0-1 0 0,1-1 0 0 0,-1 0 1 0 0,0 0-1 0 0,0 0 1 0 0,0-1-1 0 0,0-1 0 0 0,-1 1 1 0 0,1-1-1 0 0,-12-1 0 0 0,-3-3-20 0 0,0-1 0 0 0,-28-9 0 0 0,-21-5 13 0 0,61 17-7 0 0,0 1 0 0 0,1 0 0 0 0,-1 0 0 0 0,0 1 0 0 0,0 0 0 0 0,0 1 0 0 0,1 1 0 0 0,-1-1 0 0 0,0 2 0 0 0,1-1 0 0 0,-1 2 0 0 0,1-1 0 0 0,0 1 0 0 0,0 1 0 0 0,1 0 0 0 0,-1 0 0 0 0,1 1 0 0 0,0 0 0 0 0,-11 9 0 0 0,7-4 4 0 0,-1-1 0 0 0,0 0 0 0 0,-1-1 0 0 0,0-1 0 0 0,-1-1 0 0 0,0 0 0 0 0,-20 6 0 0 0,23-10-1 0 0,0 0 0 0 0,1-1 0 0 0,-1 0 0 0 0,0-1 0 0 0,0-1 0 0 0,0 0-1 0 0,0-1 1 0 0,0 0 0 0 0,0-1 0 0 0,-16-4 0 0 0,-65-24-129 0 0,-18-3-57 0 0,103 30 164 0 0,-1 2 1 0 0,1-1 0 0 0,0 1-1 0 0,-1 1 1 0 0,1 0 0 0 0,-1 0-1 0 0,1 1 1 0 0,0 0 0 0 0,-1 0 0 0 0,1 1-1 0 0,0 1 1 0 0,0-1 0 0 0,0 1-1 0 0,-13 7 1 0 0,16-7 21 0 0,0-1 0 0 0,1 0 0 0 0,-1 0 0 0 0,-1 0 0 0 0,1-1 0 0 0,0 0 0 0 0,0 0-1 0 0,0-1 1 0 0,-9 0 0 0 0,-6-1 27 0 0,-30-7-1 0 0,36 5-19 0 0,0 0-1 0 0,0 1 1 0 0,0 1-1 0 0,-21 1 1 0 0,16 2-494 0 0,1 1-1 0 0,-1 1 1 0 0,-36 11-1 0 0,45-10-7163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2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254 117 2008 0 0,'-1'-6'481'0'0,"1"0"0"0"0,-1 0 0 0 0,0 0 0 0 0,-4-10-1 0 0,-3-16 1121 0 0,7 30-1346 0 0,1 0 1 0 0,0 1-1 0 0,0-1 0 0 0,0 0 0 0 0,0 0 0 0 0,0 0 0 0 0,0 0 1 0 0,0 0-1 0 0,1 0 0 0 0,-1 0 0 0 0,1 0 0 0 0,-1 0 0 0 0,2-2 0 0 0,11-12 11779 0 0,-14 45-11593 0 0,-1-1 0 0 0,-12 54 0 0 0,-23 55-411 0 0,14-55 38 0 0,-84 290-15 0 0,58-181 564 0 0,48-185-611 0 0,-6 20 230 0 0,4-16-74 0 0,0 0 1 0 0,1 1-1 0 0,-1 13 0 0 0,3-24-103 0 0,0-5-4 0 0,-1-12-369 0 0,1-23 506 0 0,1 13-7185 0 0,0 15-573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3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5065 0 0,'4'0'2420'0'0,"0"0"0"0"0,1 0-1 0 0,-1 0 1 0 0,0 1 0 0 0,8 2 0 0 0,1 4-1805 0 0,-12-6-558 0 0,0 0 0 0 0,0 0 1 0 0,0 0-1 0 0,-1 0 0 0 0,1 0 0 0 0,0 1 0 0 0,0-1 1 0 0,-1 0-1 0 0,1 0 0 0 0,-1 1 0 0 0,1-1 0 0 0,-1 0 1 0 0,1 0-1 0 0,-1 1 0 0 0,0-1 0 0 0,0 1 0 0 0,0-1 1 0 0,0 2-1 0 0,2 6 210 0 0,92 287 1169 0 0,-42-142-1233 0 0,-12-15-20 0 0,-19-63 28 0 0,-20-72-151 0 0,1 0 0 0 0,-1 0 0 0 0,1 0 0 0 0,3 6 0 0 0,-4-9-34 0 0,-1 0 0 0 0,1 0 1 0 0,0 0-1 0 0,-1 0 0 0 0,1 0 0 0 0,0 0 1 0 0,0-1-1 0 0,0 1 0 0 0,0 0 1 0 0,0-1-1 0 0,0 1 0 0 0,0-1 0 0 0,0 1 1 0 0,0-1-1 0 0,0 1 0 0 0,0-1 1 0 0,0 1-1 0 0,0-1 0 0 0,0 0 0 0 0,0 0 1 0 0,2 0-1 0 0,-1 0 144 0 0,-2 0-201 0 0,0 0 1 0 0,0 0-1 0 0,0 0 0 0 0,0 0 1 0 0,0 0-1 0 0,0-1 1 0 0,1 1-1 0 0,-1 0 0 0 0,0 0 1 0 0,0 0-1 0 0,0 0 1 0 0,0 0-1 0 0,0 0 0 0 0,0 0 1 0 0,0 0-1 0 0,0-1 1 0 0,0 1-1 0 0,0 0 0 0 0,0 0 1 0 0,0 0-1 0 0,0 0 1 0 0,0 0-1 0 0,0 0 0 0 0,0 0 1 0 0,0-1-1 0 0,0 1 1 0 0,0 0-1 0 0,0 0 0 0 0,0 0 1 0 0,0 0-1 0 0,0 0 1 0 0,0 0-1 0 0,-1 0 0 0 0,1 0 1 0 0,0 0-1 0 0,0-1 1 0 0,0 1-1 0 0,0 0 0 0 0,0 0 1 0 0,0 0-1 0 0,0 0 1 0 0,0 0-1 0 0,0 0 0 0 0,0 0 1 0 0,0 0-1 0 0,-1 0 1 0 0,1 0-1 0 0,0 0 0 0 0,0 0 1 0 0,0 0-1 0 0,0 0 1 0 0,0 0-1 0 0,0 0 1 0 0,0 0-1 0 0,-1 0 0 0 0,1 0 1 0 0,0 0-1 0 0,0 0 1 0 0,0 0-1 0 0,0 0 0 0 0,0 0 1 0 0,0 0-1 0 0,-23-14-70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3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3225 0 0,'4'11'4515'0'0,"-1"13"3115"0"0,-3-23-7374 0 0,0 14 1087 0 0,2-11-414 0 0,2-8 300 0 0,-4 4-1218 0 0,0 0 0 0 0,0 0 1 0 0,0 0-1 0 0,0 0 0 0 0,0 0 1 0 0,0 0-1 0 0,0 0 0 0 0,0 0 1 0 0,0 0-1 0 0,0 0 0 0 0,0 0 1 0 0,0 0-1 0 0,0 0 0 0 0,0 0 1 0 0,0 0-1 0 0,0 0 0 0 0,0 0 1 0 0,0 0-1 0 0,1 0 0 0 0,-1 0 1 0 0,0 0-1 0 0,0 0 0 0 0,0 0 1 0 0,0 0-1 0 0,0 0 0 0 0,0 0 1 0 0,0 0-1 0 0,0 0 0 0 0,0 0 0 0 0,0 0 1 0 0,0 0-1 0 0,0 0 0 0 0,0 0 1 0 0,0 0-1 0 0,0 0 0 0 0,0 0 1 0 0,0 0-1 0 0,0 0 0 0 0,0 0 1 0 0,0 0-1 0 0,1 0 0 0 0,-1-1 1 0 0,0 1-1 0 0,0 0 0 0 0,0 0 1 0 0,0 0-1 0 0,0 0 0 0 0,0 0 1 0 0,0 0-1 0 0,0 0 0 0 0,0 0 1 0 0,0 0-1 0 0,0 0 0 0 0,0 0 1 0 0,0 0-1 0 0,0 0 0 0 0,0 0 1 0 0,0 0 40 0 0,0 0 1 0 0,0 0 0 0 0,0 1-1 0 0,0-1 1 0 0,0 0 0 0 0,0 0-1 0 0,1 0 1 0 0,-1 0 0 0 0,0 1-1 0 0,0-1 1 0 0,0 0 0 0 0,1 0-1 0 0,-1 0 1 0 0,0 0 0 0 0,0 0-1 0 0,0 1 1 0 0,1-1-1 0 0,-1 0 1 0 0,0 0 0 0 0,0 0-1 0 0,0 0 1 0 0,1 0 0 0 0,-1 0-1 0 0,0 0 1 0 0,0 0 0 0 0,1 0-1 0 0,-1 0 1 0 0,0 0 0 0 0,0 0-1 0 0,1 0 1 0 0,-1 0 0 0 0,0 0-1 0 0,0 0 1 0 0,1 0 0 0 0,-1 0-1 0 0,0 0 1 0 0,0-1 0 0 0,0 1-1 0 0,1 0 1 0 0,-1 0 0 0 0,0 0-1 0 0,0 0 1 0 0,1-1 0 0 0,21-7 216 0 0,1 1-1 0 0,-1 1 1 0 0,2 1 0 0 0,28-2 0 0 0,-18 9-110 0 0,-28-1-123 0 0,1-1 0 0 0,-1 1 1 0 0,12-1-1 0 0,-5-2 9 0 0,6 0 68 0 0,27 0 0 0 0,-37 2-88 0 0,-1-1 0 0 0,0 0 0 0 0,0-1 1 0 0,0 0-1 0 0,0 0 0 0 0,0-1 0 0 0,10-4 0 0 0,22-7 58 0 0,-16 7-52 0 0,-1-2 0 0 0,40-19 0 0 0,-54 26-31 0 0,-9 2 0 0 0,0 0 0 0 0,1 0 0 0 0,-1 0 0 0 0,1 0 0 0 0,-1 0 0 0 0,0 0 0 0 0,1 0 0 0 0,-1 0 0 0 0,1 0 0 0 0,-1 0 0 0 0,0-1 0 0 0,1 1 0 0 0,-1 0 0 0 0,1 0 0 0 0,-1 0 0 0 0,0 0 0 0 0,1-1 0 0 0,-1 1 0 0 0,0 0 0 0 0,1 0 0 0 0,-1-1 0 0 0,0 1 0 0 0,0 0 0 0 0,1 0 0 0 0,-1-1 0 0 0,0 1 0 0 0,0 0 0 0 0,1-1 0 0 0,-1 1 0 0 0,0-1 0 0 0,0 1 0 0 0,0 0 0 0 0,0-1 0 0 0,1 1 0 0 0,-1 0 0 0 0,0-1 0 0 0,0 1 0 0 0,0-1 0 0 0,0 1 0 0 0,0 0 0 0 0,0-1 0 0 0,0 1 0 0 0,0-1 0 0 0,0 1 0 0 0,0-1 0 0 0,0 1 0 0 0,-1 0 0 0 0,1-1 0 0 0,0 1 0 0 0,0 0 0 0 0,0-1 0 0 0,-1 0 0 0 0,1 0-17 0 0,0 1 14 0 0,-1 0 1 0 0,1 0 0 0 0,0 0 0 0 0,0 0-1 0 0,0 0 1 0 0,0 0 0 0 0,-1 0 0 0 0,1 0-1 0 0,0 0 1 0 0,0 0 0 0 0,0 0 0 0 0,0 0-1 0 0,-1 0 1 0 0,1 0 0 0 0,0 0 0 0 0,0 1-1 0 0,0-1 1 0 0,0 0 0 0 0,0 0 0 0 0,0 0-1 0 0,-1 0 1 0 0,1 0 0 0 0,0 0 0 0 0,0 1-1 0 0,0-1 1 0 0,0 0 0 0 0,0 0 0 0 0,0 0-1 0 0,0 0 1 0 0,0 0 0 0 0,0 1 0 0 0,0-1-1 0 0,-1 0 1 0 0,1 0 0 0 0,0 0 0 0 0,0 1-1 0 0,0-1 1 0 0,0 0 0 0 0,0 1-173 0 0,0 0-456 0 0,0 1 192 0 0,0 0 1 0 0,-1 0-1 0 0,1-1 0 0 0,-1 1 0 0 0,1 0 0 0 0,-1-1 0 0 0,0 1 0 0 0,1-1 0 0 0,-3 4 1 0 0,0 0-1492 0 0,-3 9-5452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5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6913 0 0,'4'-30'6924'0'0,"0"18"-5005"0"0,-2 11-783 0 0,0 6 335 0 0,5 41 978 0 0,-5-34-2242 0 0,-1 0-1 0 0,1-1 0 0 0,6 19 1 0 0,-5-21-75 0 0,0 0 0 0 0,-1 0 1 0 0,1 10-1 0 0,1 10 63 0 0,36 274 336 0 0,-39-300-531 0 0,6 257 77 0 0,-5-73-14 0 0,1-140 57 0 0,1 0 0 0 0,19 83 0 0 0,12-14 385 0 0,-31-101-467 0 0,8 43 82 0 0,-8-39-31 0 0,-3-16-66 0 0,0 0-1 0 0,0 0 1 0 0,0 0 0 0 0,-1 0-1 0 0,0 0 1 0 0,0 0 0 0 0,0 0 0 0 0,0 6-1 0 0,-1 2 24 0 0,-1 3 19 0 0,2-14-64 0 0,0 0 0 0 0,0 1 0 0 0,0-1 0 0 0,0 0 0 0 0,0 0-1 0 0,0 0 1 0 0,0 1 0 0 0,0-1 0 0 0,0 0 0 0 0,0 0 0 0 0,0 0-1 0 0,0 1 1 0 0,0-1 0 0 0,0 0 0 0 0,0 0 0 0 0,0 0 0 0 0,-1 0 0 0 0,1 1-1 0 0,0-1 1 0 0,0 0 0 0 0,0 0 0 0 0,0 0 0 0 0,0 0 0 0 0,-1 0-1 0 0,1 1 1 0 0,0-1 0 0 0,0 0 0 0 0,0 0 0 0 0,0 0 0 0 0,-1 0-1 0 0,1 0 1 0 0,0 0 0 0 0,0 0 0 0 0,0 0 0 0 0,-1 0 0 0 0,1 0 0 0 0,0 0-1 0 0,0 0 1 0 0,-1 0 0 0 0,1 1 1 0 0,-1-1-1 0 0,1 0 0 0 0,-1 0 1 0 0,1 0-1 0 0,-1 1 0 0 0,1-1 0 0 0,-1 0 1 0 0,1 1-1 0 0,0-1 0 0 0,-1 0 0 0 0,1 1 1 0 0,0-1-1 0 0,-1 0 0 0 0,1 1 0 0 0,0-1 1 0 0,0 1-1 0 0,-1-1 0 0 0,1 1 0 0 0,0 0 1 0 0,-1-1-1 0 0,1 1 1 0 0,0-1-1 0 0,0 1 1 0 0,-1-1-1 0 0,1 1 0 0 0,0-1 1 0 0,-1 1-1 0 0,1-1 1 0 0,-1 1-1 0 0,1-1 1 0 0,0 0-1 0 0,-1 1 1 0 0,1-1-1 0 0,-1 0 0 0 0,1 1 1 0 0,-1-1-1 0 0,1 0 1 0 0,-1 0-1 0 0,0 1 1 0 0,1-1-1 0 0,-1 0 0 0 0,1 0 1 0 0,-1 0-1 0 0,1 0 1 0 0,-2 0-1 0 0,1 0-21 0 0,0-1 0 0 0,0 0 0 0 0,0 0 0 0 0,0 0-1 0 0,0 0 1 0 0,0 0 0 0 0,0 0 0 0 0,0 0 0 0 0,0 0-1 0 0,1 0 1 0 0,-1 0 0 0 0,0 0 0 0 0,1 0 0 0 0,-1-1-1 0 0,1 1 1 0 0,-1 0 0 0 0,1 0 0 0 0,0-1 0 0 0,-1-1 0 0 0,-1-27-694 0 0,2 15 455 0 0,-6-68-4919 0 0,5 45 5139 0 0,3 19 39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5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72 4145 0 0,'0'-3'78'0'0,"0"1"1"0"0,-1-1-1 0 0,1 0 1 0 0,-1 1-1 0 0,1-1 1 0 0,-1 1-1 0 0,0-1 1 0 0,0 1-1 0 0,0-1 0 0 0,0 1 1 0 0,-3-3-1 0 0,-3-10 2127 0 0,6 13-1873 0 0,1 1 0 0 0,-1-1 0 0 0,1 1 0 0 0,-1-1 1 0 0,1 1-1 0 0,0-1 0 0 0,0 1 0 0 0,0-1 0 0 0,0 1 0 0 0,0-2 1 0 0,4-2 2974 0 0,5 8-891 0 0,-3 0-1619 0 0,0 1 1 0 0,1-1-1 0 0,-1 0 1 0 0,9 3 0 0 0,-5-3-428 0 0,1-1-1 0 0,-1 0 1 0 0,1 0 0 0 0,11-1 0 0 0,-14 1-282 0 0,0-1 1 0 0,0 1-1 0 0,0 1 0 0 0,0-1 1 0 0,0 1-1 0 0,-1 1 0 0 0,10 5 1 0 0,-6-3 12 0 0,1-1 1 0 0,16 6 0 0 0,59 15 337 0 0,27 9 22 0 0,-92-30-437 0 0,81 23 100 0 0,-103-28-124 0 0,0 1 0 0 0,1-1 0 0 0,-1 0 0 0 0,0 0 0 0 0,1 1 0 0 0,-1-1 0 0 0,0 0 0 0 0,1 1 0 0 0,-1-1 0 0 0,0 0 0 0 0,0 1 0 0 0,0-1 0 0 0,1 0 0 0 0,-1 1 0 0 0,0-1 0 0 0,0 1 0 0 0,0-1 0 0 0,0 0 0 0 0,0 1 0 0 0,0-1 0 0 0,0 1 0 0 0,0-1 0 0 0,0 0 0 0 0,0 1 0 0 0,0-1 0 0 0,0 1 0 0 0,0-1 0 0 0,0 0 0 0 0,0 1 0 0 0,0 0 0 0 0,0-1 0 0 0,0 0 0 0 0,0 1 0 0 0,0-1 0 0 0,0 0 0 0 0,0 0 0 0 0,0 1 0 0 0,0-1 0 0 0,0 0 0 0 0,0 0 0 0 0,-1 1 0 0 0,1-1 0 0 0,0 0 0 0 0,0 0 0 0 0,0 1 0 0 0,0-1 0 0 0,0 0 0 0 0,-1 0 0 0 0,1 0 0 0 0,0 1 0 0 0,0-1 0 0 0,0 0 0 0 0,-1 0 0 0 0,1 0 0 0 0,0 1 0 0 0,0-1 0 0 0,0 0 0 0 0,-1 0 0 0 0,1 0 0 0 0,0 0 0 0 0,0 0 0 0 0,-1 0 0 0 0,1 0 0 0 0,0 0 0 0 0,-1 0 0 0 0,1 0 0 0 0,0 1 0 0 0,0-1 0 0 0,-1 0 0 0 0,1-1 0 0 0,-1 1 0 0 0,-28-9-266 0 0,24 8 31 0 0,0 0 1 0 0,0-1-1 0 0,0 1 1 0 0,0-1-1 0 0,-5-3 1 0 0,1 1-619 0 0,-1 0-37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6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5929 0 0,'0'0'146'0'0,"1"-1"-1"0"0,-1 1 1 0 0,0 0-1 0 0,1-1 1 0 0,-1 1 0 0 0,1 0-1 0 0,-1-1 1 0 0,0 1-1 0 0,1 0 1 0 0,-1-1-1 0 0,1 1 1 0 0,-1 0-1 0 0,1 0 1 0 0,-1-1-1 0 0,1 1 1 0 0,-1 0 0 0 0,1 0-1 0 0,-1 0 1 0 0,1 0-1 0 0,-1 0 1 0 0,1 0-1 0 0,-1 0 1 0 0,1 0-1 0 0,-1 0 1 0 0,1 0-1 0 0,0 0 1 0 0,-1 0 0 0 0,1 0-1 0 0,-1 0 1 0 0,1 0-1 0 0,-1 1 1 0 0,1-1-1 0 0,-1 0 1 0 0,6 2 4654 0 0,-1 2-3832 0 0,48 50 4101 0 0,-37-35-4258 0 0,-13-15-760 0 0,0 0 1 0 0,0-1-1 0 0,0 1 0 0 0,1-1 1 0 0,-1 1-1 0 0,1-1 0 0 0,0 0 0 0 0,0-1 1 0 0,0 1-1 0 0,8 4 0 0 0,-3-3-38 0 0,-9-3-13 0 0,1-1 0 0 0,-1 1 0 0 0,1-1 0 0 0,0 0 0 0 0,-1 1-1 0 0,1-1 1 0 0,0 0 0 0 0,-1 1 0 0 0,1-1 0 0 0,0 0-1 0 0,-1 0 1 0 0,1 1 0 0 0,1-1 0 0 0,0-8-2585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6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4 920 0 0,'8'-4'8939'0'0,"-6"4"-8513"0"0,8 6 4730 0 0,5 9-2835 0 0,-15-15-2487 0 0,37 39 3965 0 0,-21-21-2937 0 0,30 25 1 0 0,-38-39-805 0 0,-8-4-59 0 0,1 0 0 0 0,-1 0-1 0 0,0 0 1 0 0,0 0-1 0 0,0 0 1 0 0,1 0-1 0 0,-1 1 1 0 0,0-1 0 0 0,0 0-1 0 0,0 0 1 0 0,1 0-1 0 0,-1 0 1 0 0,0 0-1 0 0,0 0 1 0 0,0 0 0 0 0,1 0-1 0 0,-1 0 1 0 0,0 0-1 0 0,0 0 1 0 0,0 0-1 0 0,1 0 1 0 0,-1 0-1 0 0,0 0 1 0 0,0 0 0 0 0,0 0-1 0 0,1 0 1 0 0,-1-1-1 0 0,0 1 1 0 0,0 0-1 0 0,0 0 1 0 0,1 0 0 0 0,-1 0-1 0 0,0 0 1 0 0,0 0-1 0 0,0-1 1 0 0,0 1-1 0 0,0 0 1 0 0,1 0-1 0 0,-1 0 1 0 0,0-1 0 0 0,-1-1-266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7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91 2761 0 0,'-4'-17'1784'0'0,"3"12"-1241"0"0,-3-30 4201 0 0,4 33-4308 0 0,0 0 1 0 0,0 0-1 0 0,0 0 0 0 0,0 0 0 0 0,0 0 1 0 0,1 1-1 0 0,-1-1 0 0 0,0 0 1 0 0,1 0-1 0 0,0 0 0 0 0,-1 1 1 0 0,1-1-1 0 0,0 0 0 0 0,0 1 1 0 0,2-3-1 0 0,-3 4-339 0 0,0-1 1 0 0,0 1-1 0 0,0 0 0 0 0,0 0 1 0 0,1 0-1 0 0,-1 0 0 0 0,0-1 1 0 0,0 1-1 0 0,0 0 0 0 0,1 0 1 0 0,-1 0-1 0 0,0 0 0 0 0,0 0 1 0 0,1 0-1 0 0,-1 0 0 0 0,0 0 0 0 0,0 0 1 0 0,1 0-1 0 0,-1 0 0 0 0,0 0 1 0 0,0 0-1 0 0,0 0 0 0 0,1 0 1 0 0,-1 0-1 0 0,0 0 0 0 0,0 0 1 0 0,1 0-1 0 0,-1 0 0 0 0,0 0 1 0 0,0 0-1 0 0,1 0 0 0 0,5 8 1292 0 0,4 16-810 0 0,-9-19-219 0 0,11 31 258 0 0,-1 0 0 0 0,10 67 0 0 0,-17-72-523 0 0,-2 0 0 0 0,-3 58-1 0 0,-15 62-801 0 0,16-150 735 0 0,0 0 0 0 0,0 0-1 0 0,-1 0 1 0 0,1 0 0 0 0,0 0-1 0 0,-1 0 1 0 0,1 0 0 0 0,0 1-1 0 0,-1-1 1 0 0,1 0-1 0 0,-1 0 1 0 0,0 1 0 0 0,-2-4-200 0 0,0-6-1529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8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9 127 6913 0 0,'0'14'623'0'0,"0"-14"-513"0"0,-3-9 4486 0 0,1 1 324 0 0,1 2-4675 0 0,0 5-147 0 0,1-1 0 0 0,-1 0 0 0 0,1 0 0 0 0,0 0 0 0 0,0 0 0 0 0,0 0-1 0 0,0 0 1 0 0,0 0 0 0 0,0 0 0 0 0,1-3 0 0 0,-1 4 98 0 0,1-1 0 0 0,-1 1 0 0 0,1-1 1 0 0,0 1-1 0 0,0-1 0 0 0,0 1 0 0 0,0-1 0 0 0,0 1 0 0 0,0 0 1 0 0,0 0-1 0 0,0-1 0 0 0,0 1 0 0 0,1 0 0 0 0,-1 0 0 0 0,0 0 1 0 0,1 0-1 0 0,-1 1 0 0 0,1-1 0 0 0,1-1 0 0 0,0 1-117 0 0,0 0 0 0 0,0 0 0 0 0,0 0 0 0 0,0 0-1 0 0,0 1 1 0 0,0-1 0 0 0,1 1 0 0 0,-1-1 0 0 0,5 1 0 0 0,-3 0-9 0 0,0 0 0 0 0,0-1 1 0 0,-1 0-1 0 0,1 0 1 0 0,0 0-1 0 0,0-1 0 0 0,7-3 1 0 0,12-3 140 0 0,35-7-76 0 0,0 4-1 0 0,82-6 0 0 0,3 18-309 0 0,-54 2 110 0 0,-11 2 301 0 0,-55-2-240 0 0,-16-3 4 0 0,0 2 0 0 0,0-1 0 0 0,0 1 0 0 0,0 0 0 0 0,0 1 0 0 0,-1 0 0 0 0,1 0 0 0 0,-1 0 0 0 0,0 1 0 0 0,0 0 0 0 0,0 1 0 0 0,0-1 0 0 0,6 7 0 0 0,-11-8 0 0 0,-1-1 1 0 0,1 1-1 0 0,0 0 0 0 0,-1 0 0 0 0,1 0 1 0 0,-1 0-1 0 0,0 0 0 0 0,0 0 0 0 0,0 0 1 0 0,0 1-1 0 0,-1-1 0 0 0,1 0 0 0 0,-1 7 0 0 0,0 4-85 0 0,-2 24-1 0 0,-2-14 0 0 0,-1 1 0 0 0,-15 42 0 0 0,0 0 356 0 0,10-30-296 0 0,-1-2 0 0 0,-2 0 0 0 0,-2 0 0 0 0,-20 35-1 0 0,28-56 28 0 0,-1 0 0 0 0,-1-1 0 0 0,0 0 0 0 0,-1 0 0 0 0,0-1 0 0 0,-18 16 0 0 0,24-24-5 0 0,-1-1 0 0 0,1 0 0 0 0,0 0 0 0 0,-1 0 0 0 0,0 0 0 0 0,1-1 0 0 0,-1 0 0 0 0,0 0 1 0 0,0 0-1 0 0,0-1 0 0 0,0 1 0 0 0,-1-1 0 0 0,1 0 0 0 0,0-1 0 0 0,-1 1 0 0 0,1-1 0 0 0,0 0 0 0 0,-1-1 0 0 0,1 1 0 0 0,0-1 0 0 0,0 0 0 0 0,-1 0 0 0 0,-5-3 0 0 0,7 3-178 0 0,1-1-1 0 0,0 0 1 0 0,0 0-1 0 0,0 0 1 0 0,0 0-1 0 0,0-1 1 0 0,1 1-1 0 0,-1-1 1 0 0,1 0-1 0 0,-1 1 1 0 0,1-1-1 0 0,0 0 1 0 0,0-1-1 0 0,-3-4 1 0 0,1-1-7468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8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7834 0 0,'6'0'79'0'0,"4"2"1565"0"0,-9-2-1396 0 0,0 1 1 0 0,-1 0-1 0 0,1 0 1 0 0,-1 0-1 0 0,1-1 1 0 0,-1 1-1 0 0,0 0 1 0 0,1 0-1 0 0,-1 0 1 0 0,0 0-1 0 0,1 0 1 0 0,-1 0-1 0 0,0 0 1 0 0,0 1-1 0 0,3 17 1010 0 0,-1 1 0 0 0,-2 0 0 0 0,0 0 0 0 0,0-1 0 0 0,-8 37 0 0 0,1 14 707 0 0,6-37-3560 0 0,1-15-5996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9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2304 0 0,'17'-2'17204'0'0,"-12"0"-16526"0"0,3 0-520 0 0,-1-1 197 0 0,0 1 1 0 0,-1 0-1 0 0,1 0 1 0 0,0 0-1 0 0,9 0 1 0 0,-4 1-74 0 0,-11 1-265 0 0,0 0 0 0 0,1 0 0 0 0,-1 0 0 0 0,1-1 0 0 0,-1 1 0 0 0,0 1 0 0 0,1-1 0 0 0,-1 0 0 0 0,1 0 0 0 0,-1 0 0 0 0,0 1 0 0 0,1-1 0 0 0,-1 1 0 0 0,0-1 1 0 0,1 1-1 0 0,-1-1 0 0 0,0 1 0 0 0,0 0 0 0 0,2 1 0 0 0,3 3 35 0 0,-5-4-37 0 0,1 1 0 0 0,-1-1 0 0 0,1 0-1 0 0,-1 1 1 0 0,1-1 0 0 0,0 0 0 0 0,-1 0 0 0 0,1 0-1 0 0,0 0 1 0 0,0 0 0 0 0,0-1 0 0 0,-1 1 0 0 0,1 0 0 0 0,0-1-1 0 0,0 0 1 0 0,0 1 0 0 0,0-1 0 0 0,0 0 0 0 0,0 0-1 0 0,0 0 1 0 0,0 0 0 0 0,0 0 0 0 0,3-1 0 0 0,18-5 102 0 0,-14 3-54 0 0,1 1 1 0 0,0 0-1 0 0,0 0 0 0 0,13 1 0 0 0,8-1-16 0 0,1-1 0 0 0,44-11 0 0 0,-71 13-5 0 0,0-1-1 0 0,0 1 1 0 0,0-1-1 0 0,0 0 0 0 0,7-5 1 0 0,-12 7-44 0 0,-1 0-1 0 0,1 0 1 0 0,0 0 0 0 0,0 0 0 0 0,0 0 0 0 0,0 0 0 0 0,0 0 0 0 0,0 0 0 0 0,0 0 0 0 0,-1 0 0 0 0,1 0 0 0 0,0 0 0 0 0,0 0 0 0 0,0 0 0 0 0,0 0 0 0 0,0 0 0 0 0,0-1 0 0 0,0 1 0 0 0,0 0 0 0 0,0 0 0 0 0,-1 0 0 0 0,1 0 0 0 0,0 0 0 0 0,0 0 0 0 0,0 0 0 0 0,0 0 0 0 0,0-1 0 0 0,0 1 0 0 0,0 0 0 0 0,0 0 0 0 0,0 0 0 0 0,0 0 0 0 0,0 0 0 0 0,0 0 0 0 0,0-1 0 0 0,0 1 0 0 0,0 0 0 0 0,0 0 0 0 0,0 0 0 0 0,0 0 0 0 0,0 0 0 0 0,0 0 0 0 0,0-1 0 0 0,0 1 0 0 0,0 0 0 0 0,0 0 0 0 0,0 0 0 0 0,1 0 0 0 0,-1 0 0 0 0,0 0 0 0 0,0 0 0 0 0,0 0 0 0 0,0-1-1 0 0,0 1 1 0 0,0 0 0 0 0,0 0 0 0 0,0 0-37 0 0,-1 0 0 0 0,0 0 0 0 0,0 0 0 0 0,0 0 0 0 0,0 1-1 0 0,0-1 1 0 0,1 0 0 0 0,-1 0 0 0 0,0 1 0 0 0,0-1-1 0 0,0 0 1 0 0,1 1 0 0 0,-1-1 0 0 0,-1 1 0 0 0,-25 27-3533 0 0,14-14-3713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29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32 2304 0 0,'0'-1'92'0'0,"0"1"1"0"0,0 0-1 0 0,0 0 0 0 0,0 0 0 0 0,1-1 0 0 0,-1 1 0 0 0,0 0 0 0 0,0 0 0 0 0,1 0 0 0 0,-1-1 0 0 0,0 1 0 0 0,0 0 0 0 0,0 0 0 0 0,1 0 0 0 0,-1 0 0 0 0,0 0 0 0 0,1 0 0 0 0,-1 0 0 0 0,0 0 0 0 0,0 0 0 0 0,1 0 0 0 0,-1 0 0 0 0,0 0 0 0 0,0 0 0 0 0,1 0 0 0 0,-1 0 0 0 0,0 0 0 0 0,1 0 0 0 0,-1 0 0 0 0,1 0-12 0 0,-1 0 1 0 0,0 0 0 0 0,0 0 0 0 0,1 0 0 0 0,-1 0 0 0 0,0 0 0 0 0,0 0-1 0 0,1 0 1 0 0,-1 0 0 0 0,0 0 0 0 0,0 0 0 0 0,0 0 0 0 0,1 0-1 0 0,-1 0 1 0 0,0 0 0 0 0,0 0 0 0 0,1 0 0 0 0,-1 0 0 0 0,0-1-1 0 0,0 1 1 0 0,0 0 0 0 0,1 0 0 0 0,-1 0 0 0 0,0 0 0 0 0,0 0 0 0 0,0-1-1 0 0,0 1 1 0 0,1 0 0 0 0,-1 0 0 0 0,0 0 0 0 0,0-1 0 0 0,0 1-1 0 0,0 0 1 0 0,0 0 0 0 0,0-1 0 0 0,0 1 0 0 0,0 0 0 0 0,1 0-1 0 0,-1-1 1 0 0,0 1 0 0 0,11-24 6553 0 0,-13 32-6204 0 0,1-1 0 0 0,0 1 0 0 0,1-1 0 0 0,-1 1 1 0 0,1-1-1 0 0,1 1 0 0 0,0-1 0 0 0,3 15 1 0 0,2 22 1304 0 0,-2 21-1305 0 0,-9 122-1 0 0,5-185-432 0 0,0 0 0 0 0,0 1 0 0 0,-1-1 1 0 0,1 0-1 0 0,-1 0 0 0 0,1 1 0 0 0,-1-1 0 0 0,0 0 0 0 0,0 0 0 0 0,0 0 0 0 0,0 0 0 0 0,0 0 0 0 0,-1 0 0 0 0,-2 3 0 0 0,2-3-9 0 0,-1 0 0 0 0,1-1 0 0 0,-1 1-1 0 0,1-1 1 0 0,-1 0 0 0 0,0 0 0 0 0,0 0-1 0 0,1 0 1 0 0,-1 0 0 0 0,0 0 0 0 0,-3 0 0 0 0,-47 12-120 0 0,41-11 207 0 0,0 0 1 0 0,0 0 0 0 0,-13-1-1 0 0,40 3 1871 0 0,-9-5-1567 0 0,1 1-1 0 0,-1-1 1 0 0,10-3-1 0 0,13-1 216 0 0,164-10-701 0 0,-30 4 58 0 0,-155 10 49 0 0,10-1 0 0 0,25-5 0 0 0,-32 2-156 0 0,-13 2 33 0 0,-5 2 34 0 0,5 2-16 0 0,0-1-98 0 0,-30-8-14636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31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49 6385 0 0,'-18'-8'2346'0'0,"16"8"-1711"0"0,0 1-1 0 0,0-1 0 0 0,0 0 1 0 0,0 1-1 0 0,0-1 0 0 0,0 1 1 0 0,0 0-1 0 0,0 0 0 0 0,0 0 1 0 0,0 0-1 0 0,0 0 0 0 0,1 0 1 0 0,-1 0-1 0 0,-2 3 0 0 0,3-3-469 0 0,0 0 0 0 0,0 0 0 0 0,0 0 1 0 0,0 0-1 0 0,0 0 0 0 0,1 0 0 0 0,-1 0 0 0 0,0 0 0 0 0,1 0 0 0 0,-1 0 0 0 0,1 0 0 0 0,-1 1 0 0 0,1-1 0 0 0,0 0 0 0 0,-1 0 0 0 0,1 1 0 0 0,0-1 0 0 0,0 0 0 0 0,0 0 0 0 0,0 1 1 0 0,0-1-1 0 0,0 0 0 0 0,0 0 0 0 0,1 2 0 0 0,10 7 768 0 0,-3-3-506 0 0,-7-6-420 0 0,0-1-1 0 0,0 1 1 0 0,0 0-1 0 0,0-1 1 0 0,0 1-1 0 0,0-1 1 0 0,0 1-1 0 0,1-1 1 0 0,-1 0-1 0 0,0 1 1 0 0,0-1-1 0 0,1 0 1 0 0,-1 0-1 0 0,0 0 1 0 0,0 0-1 0 0,1 0 1 0 0,-1 0-1 0 0,0 0 1 0 0,0 0-1 0 0,1 0 1 0 0,-1-1-1 0 0,0 1 1 0 0,2-1-1 0 0,9-1 629 0 0,6 0-541 0 0,0 0 0 0 0,-1-1-1 0 0,0-1 1 0 0,0-1 0 0 0,33-14 0 0 0,1 1 16 0 0,56-13-174 0 0,-96 29 72 0 0,0 0-1 0 0,1 0 0 0 0,0 1 0 0 0,-1 1 0 0 0,22 1 0 0 0,22-1 14 0 0,-39-1-21 0 0,0 1 0 0 0,0 1 0 0 0,28 6 0 0 0,-31-5 0 0 0,0 0 0 0 0,0 0 0 0 0,0-1 0 0 0,0-1 0 0 0,0 0 0 0 0,22-4 0 0 0,-23 2 0 0 0,0-1 0 0 0,0-1 0 0 0,15-6 0 0 0,-21 9 0 0 0,0 0 0 0 0,-1 0 0 0 0,1 0 0 0 0,1 1 0 0 0,-1 0 0 0 0,0 0 0 0 0,0 0 0 0 0,0 1 0 0 0,11 2 0 0 0,-11-2 0 0 0,73 17 0 0 0,-71-19-20 0 0,-7 1 18 0 0,-1 0 1 0 0,0-1 0 0 0,0 1 0 0 0,0 0 0 0 0,0 0 0 0 0,0 0 0 0 0,1 0 0 0 0,-1 0 0 0 0,0 0 0 0 0,0 0-1 0 0,0-1 1 0 0,0 1 0 0 0,1 0 0 0 0,-1 0 0 0 0,0 0 0 0 0,0 0 0 0 0,0 0 0 0 0,1 0 0 0 0,-1 0-1 0 0,0 0 1 0 0,0 0 0 0 0,0 0 0 0 0,1 0 0 0 0,-1 0 0 0 0,0 0 0 0 0,0 0 0 0 0,0 0 0 0 0,1 0-1 0 0,-1 0 1 0 0,0 1 0 0 0,0-1 0 0 0,0 0 0 0 0,0 0 0 0 0,1 0 0 0 0,-1 0 0 0 0,0 0 0 0 0,0 0-1 0 0,0 0 1 0 0,0 1 0 0 0,0-1 0 0 0,1 0 0 0 0,-1 0 0 0 0,0 0 0 0 0,0 0 0 0 0,0 1 0 0 0,0-1-1 0 0,0 0 1 0 0,0 0 0 0 0,0 0 0 0 0,0 0 0 0 0,0 1 0 0 0,0-1 0 0 0,1 0 0 0 0,-1 0 0 0 0,0 0-1 0 0,0 1 1 0 0,0 0-59 0 0,2 3-200 0 0,2 1 233 0 0,4 7-30 0 0,16 18 1 0 0,-22-27-41 0 0,3 3-165 0 0,-5-6 260 0 0,0 0 1 0 0,0 0 0 0 0,0 0 0 0 0,0 0 0 0 0,0 0 0 0 0,0 0 0 0 0,0 0 0 0 0,0 0 0 0 0,0 0-1 0 0,0 0 1 0 0,0 0 0 0 0,0 0 0 0 0,0 0 0 0 0,0 0 0 0 0,1 0 0 0 0,-1 0 0 0 0,0 0 0 0 0,0 0-1 0 0,0 0 1 0 0,0 0 0 0 0,0 0 0 0 0,0 0 0 0 0,0 0 0 0 0,0-1 0 0 0,0 1 0 0 0,0 0 0 0 0,0 0-1 0 0,0 0 1 0 0,0 0 0 0 0,0 0 0 0 0,0 0 0 0 0,0 0 0 0 0,0 0 0 0 0,0 0 0 0 0,1 1 0 0 0,-1-1-1 0 0,0 0 1 0 0,0 0 0 0 0,0 0 0 0 0,0 0 0 0 0,0 0 0 0 0,0 0 0 0 0,0 0 0 0 0,0 0 0 0 0,0 0 0 0 0,0 0-1 0 0,0 0 1 0 0,0 0 0 0 0,0 0 0 0 0,0 0 0 0 0,0 0 0 0 0,0 0 0 0 0,0 0 0 0 0,0 0 0 0 0,0 0-1 0 0,0 0 1 0 0,0 0 0 0 0,0 0 0 0 0,0 0 0 0 0,0 0 0 0 0,0 0 0 0 0,0 1 0 0 0,0-1 0 0 0,0-1 149 0 0,4 4-190 0 0,2 1 68 0 0,12 10-16 0 0,-17-12-10 0 0,0 0 0 0 0,0 0 0 0 0,0 0 0 0 0,-1 0 0 0 0,1 0 0 0 0,-1 0 0 0 0,1 0 0 0 0,-1 0 0 0 0,0 1 0 0 0,0-1 0 0 0,0 0 0 0 0,0 0 0 0 0,0 0 0 0 0,-1 1 0 0 0,0 3 0 0 0,1-5 0 0 0,-1 1 0 0 0,1 1 0 0 0,-1-1 0 0 0,0 0 0 0 0,1 0 0 0 0,-1 0 0 0 0,0 0 0 0 0,0 0 0 0 0,-1-1 0 0 0,1 1 0 0 0,0 0 0 0 0,0 0 0 0 0,-1-1 0 0 0,-2 3 0 0 0,-2 3 0 0 0,-31 50 0 0 0,23-35 0 0 0,0 0 0 0 0,-1-1 0 0 0,-20 20 0 0 0,24-31 0 0 0,1-1 0 0 0,-1 0 0 0 0,0-1 0 0 0,-1 0 0 0 0,-13 7 0 0 0,14-9 0 0 0,1 1 0 0 0,-17 13 0 0 0,2 0 0 0 0,1-3 0 0 0,-22 21 0 0 0,37-29 0 0 0,1-1 0 0 0,-1 2 0 0 0,1-1 0 0 0,1 1 0 0 0,-7 12 0 0 0,6-4 58 0 0,8-18-45 0 0,2-9-9 0 0,0 7 79 0 0,1 7-12 0 0,6 8 56 0 0,-9-13-120 0 0,0 0 0 0 0,1 1-1 0 0,-1-1 1 0 0,0 0 0 0 0,1 0 0 0 0,-1 1 0 0 0,0-1-1 0 0,1 0 1 0 0,-1 0 0 0 0,1 1 0 0 0,-1-1 0 0 0,0 0 0 0 0,1 0-1 0 0,-1 0 1 0 0,1 0 0 0 0,-1 0 0 0 0,1 0 0 0 0,-1 0-1 0 0,1 0 1 0 0,-1 0 0 0 0,0 0 0 0 0,1 0 0 0 0,-1 0-1 0 0,1 0 1 0 0,-1 0 0 0 0,1 0 0 0 0,-1 0 0 0 0,1 0 0 0 0,-1-1-1 0 0,4-1 8 0 0,-1 0 0 0 0,1 0-1 0 0,-1-1 1 0 0,0 1 0 0 0,0-1 0 0 0,0 0-1 0 0,0 0 1 0 0,0 0 0 0 0,3-5-1 0 0,17-34 117 0 0,-19 34-125 0 0,-1 3-68 0 0,-4 5 24 0 0,1 0-1 0 0,0 0 1 0 0,0 0 0 0 0,0 0 0 0 0,0 0 0 0 0,0 0 0 0 0,0 0 0 0 0,-1 0 0 0 0,1 0-1 0 0,0 0 1 0 0,0 0 0 0 0,0 0 0 0 0,0 0 0 0 0,0 0 0 0 0,0 0 0 0 0,0 0 0 0 0,-1 0-1 0 0,1 0 1 0 0,0 0 0 0 0,0 0 0 0 0,0 0 0 0 0,0 0 0 0 0,0-1 0 0 0,0 1 0 0 0,0 0 0 0 0,0 0-1 0 0,-1 0 1 0 0,1 0 0 0 0,0 0 0 0 0,0 0 0 0 0,0 0 0 0 0,0 0 0 0 0,0-1 0 0 0,0 1-1 0 0,0 0 1 0 0,0 0 0 0 0,0 0 0 0 0,0 0 0 0 0,0 0 0 0 0,0 0 0 0 0,0-1 0 0 0,0 1-1 0 0,0 0 1 0 0,0 0 0 0 0,0 0 0 0 0,0 0 0 0 0,0 0 0 0 0,0 0 0 0 0,0-1 0 0 0,0 1 0 0 0,0 0-1 0 0,0 0 1 0 0,0 0 0 0 0,0 0 0 0 0,1 0 0 0 0,-1 0 0 0 0,-7 0-1636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32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19 456 0 0,'1'0'251'0'0,"-1"0"0"0"0,1-1 0 0 0,-1 1 0 0 0,1 0 0 0 0,-1 0 0 0 0,1-1-1 0 0,-1 1 1 0 0,0 0 0 0 0,1 0 0 0 0,-1-1 0 0 0,0 1 0 0 0,1-1 0 0 0,-1 1 0 0 0,0 0 0 0 0,1-1 0 0 0,-1 1-1 0 0,0-1 1 0 0,0 1 0 0 0,1 0 0 0 0,-1-1 0 0 0,0 1 0 0 0,0-1 0 0 0,0 1 0 0 0,0-1 0 0 0,0 1 0 0 0,0-1 0 0 0,0 0-1 0 0,0 1-84 0 0,0 0 0 0 0,0-1 1 0 0,0 1-1 0 0,0 0 0 0 0,0 0 0 0 0,0-1 0 0 0,0 1 0 0 0,0 0 0 0 0,0 0 0 0 0,0-1 0 0 0,1 1 0 0 0,-1 0 0 0 0,0 0 0 0 0,0-1 0 0 0,0 1 0 0 0,0 0 0 0 0,0 0 0 0 0,0-1 0 0 0,0 1 0 0 0,1-1 498 0 0,-1 1-498 0 0,1 0 0 0 0,-1 0 0 0 0,0 0 1 0 0,0 0-1 0 0,0 0 0 0 0,1-1 0 0 0,-1 1 0 0 0,0 0 0 0 0,0 0 0 0 0,1 0 0 0 0,-1 0 0 0 0,0 0 0 0 0,0 0 0 0 0,1 0 0 0 0,-1 0 0 0 0,6 3 387 0 0,0 0 1 0 0,-1 1-1 0 0,0 0 0 0 0,0 0 0 0 0,0 0 1 0 0,9 10-1 0 0,5 8 1061 0 0,17 19-59 0 0,10 19-1136 0 0,-31-44-241 0 0,-2 2 0 0 0,1 0-1 0 0,-2 1 1 0 0,-1 0 0 0 0,0 0 0 0 0,9 24 0 0 0,-13-19-164 0 0,-1-1 0 0 0,-1 1 1 0 0,-1-1-1 0 0,-1 1 0 0 0,-1 0 1 0 0,-1 32-1 0 0,-3-25 6 0 0,-1 1 0 0 0,-1-1 0 0 0,-2 0 0 0 0,-13 42 0 0 0,12-52-6 0 0,-1 1-1 0 0,-2-1 1 0 0,0-1 0 0 0,0 0 0 0 0,-20 27 0 0 0,20-34-3 0 0,-1 0 0 0 0,0-1 0 0 0,0 0-1 0 0,-2-1 1 0 0,1 0 0 0 0,-1-1 0 0 0,-1-1 0 0 0,-17 10 0 0 0,-20 9 184 0 0,44-25-151 0 0,6-2-34 0 0,0-1 0 0 0,0 1 0 0 0,0 0 1 0 0,0-1-1 0 0,0 1 0 0 0,0-1 0 0 0,-1 1 0 0 0,1-1 0 0 0,0 0 0 0 0,0 0 1 0 0,-1 1-1 0 0,1-1 0 0 0,0 0 0 0 0,0 0 0 0 0,-1 0 0 0 0,1 0 0 0 0,0-1 1 0 0,-1 1-1 0 0,1 0 0 0 0,0 0 0 0 0,0-1 0 0 0,-3 0 0 0 0,4 1 5 0 0,0 0-12 0 0,-1 0 0 0 0,1 0 0 0 0,0 0 0 0 0,-1-1 1 0 0,1 1-1 0 0,0 0 0 0 0,-1 0 0 0 0,1 0 0 0 0,0 0 0 0 0,-1 0 1 0 0,1-1-1 0 0,0 1 0 0 0,-1 0 0 0 0,1 0 0 0 0,0-1 0 0 0,0 1 1 0 0,-1 0-1 0 0,1 0 0 0 0,0-1 0 0 0,0 1 0 0 0,0 0 0 0 0,-1-1 1 0 0,1 1-1 0 0,0 0 0 0 0,0-1 0 0 0,0 1 0 0 0,0 0 0 0 0,0-1 1 0 0,0 1-1 0 0,0 0 0 0 0,0-1 0 0 0,0 1 0 0 0,0 0 0 0 0,0-1 1 0 0,0 1-1 0 0,0 0 0 0 0,0-1 0 0 0,0 1 0 0 0,0 0 0 0 0,0-1 1 0 0,0 1-1 0 0,0-1 0 0 0,0 1 0 0 0,0 0 0 0 0,1-1 0 0 0,-1 1-112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53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43 11522 0 0,'2'-2'578'0'0,"-1"1"0"0"0,1-1 0 0 0,-1 0 0 0 0,1 0 0 0 0,-1 0 0 0 0,0 0 0 0 0,0 0 0 0 0,2-3 0 0 0,-3 5-371 0 0,1-1 0 0 0,-1 0 0 0 0,1 0-1 0 0,-1 0 1 0 0,0 0 0 0 0,1 0 0 0 0,-1 0 0 0 0,0 1 0 0 0,0-1 0 0 0,0 0 0 0 0,0 0 0 0 0,1 0 0 0 0,-1 0 0 0 0,-1 0 0 0 0,1 0 0 0 0,0 0-1 0 0,0 0 1 0 0,0 0 0 0 0,0 0 0 0 0,-1 0 0 0 0,1 1 0 0 0,0-1 0 0 0,-1-1 0 0 0,1 2-180 0 0,0 0 0 0 0,0 0 1 0 0,-1 0-1 0 0,1 0 0 0 0,0-1 0 0 0,0 1 0 0 0,0 0 0 0 0,0 0 1 0 0,0 0-1 0 0,0 0 0 0 0,0 0 0 0 0,-1 0 0 0 0,1 0 0 0 0,0 0 1 0 0,0 0-1 0 0,0 0 0 0 0,0 0 0 0 0,0 0 0 0 0,0 0 1 0 0,0 0-1 0 0,0 0 0 0 0,-1 1 0 0 0,1-1 0 0 0,0 0 0 0 0,0 0 1 0 0,0 0-1 0 0,0 0 0 0 0,0 0 0 0 0,0 0 0 0 0,0 0 0 0 0,0 0 1 0 0,-1 0-1 0 0,1 0 0 0 0,0 0 0 0 0,0 0 0 0 0,0 0 1 0 0,0 1-1 0 0,0-1 0 0 0,0 0 0 0 0,0 0 0 0 0,0 0 0 0 0,-5 8 149 0 0,2-2 718 0 0,3-6-894 0 0,-8 13 95 0 0,1 0 0 0 0,0 0-1 0 0,-7 23 1 0 0,9-16-38 0 0,-17 77 319 0 0,19-82-318 0 0,2 1 0 0 0,-1 0 0 0 0,2-1 0 0 0,2 21 0 0 0,-1-27-14 0 0,1 0 0 0 0,1-1 0 0 0,0 1 0 0 0,0-1 0 0 0,1 0 1 0 0,-1 0-1 0 0,2 0 0 0 0,-1 0 0 0 0,10 11 0 0 0,-8-11 6 0 0,1-1 0 0 0,0-1 0 0 0,0 1 1 0 0,0-1-1 0 0,1 0 0 0 0,12 7 0 0 0,-13-10-39 0 0,-1 0-1 0 0,0-1 1 0 0,1 0 0 0 0,0 0-1 0 0,-1-1 1 0 0,14 2 0 0 0,-20-3-11 0 0,6 0 1 0 0,0 0 0 0 0,-1 1 1 0 0,1-2-1 0 0,0 1 1 0 0,-1-1-1 0 0,1 0 1 0 0,0 0-1 0 0,-1-1 1 0 0,1 1-1 0 0,-1-1 0 0 0,0 0 1 0 0,0-1-1 0 0,0 1 1 0 0,0-1-1 0 0,0 0 1 0 0,7-6-1 0 0,3-5 8 0 0,0 0 0 0 0,-1 0 0 0 0,16-23-1 0 0,-6 7-3 0 0,9-12-5 0 0,-21 25 0 0 0,22-23 0 0 0,-13 15-25 0 0,-16 18 10 0 0,1 0 1 0 0,-1 1-1 0 0,10-8 1 0 0,-7 8-13 0 0,0 0 1 0 0,0 0-1 0 0,14-7 0 0 0,-18 12 20 0 0,-1-1 0 0 0,0 1 0 0 0,1 0 0 0 0,0 0 0 0 0,-1 0 0 0 0,1 1 0 0 0,0-1 0 0 0,-1 1 0 0 0,1 0 0 0 0,0 0 0 0 0,-1 0 0 0 0,8 2 0 0 0,-9-2 7 0 0,0 1 0 0 0,0 0 0 0 0,-1-1 0 0 0,1 1 0 0 0,0 0 0 0 0,0 0 0 0 0,-1 0 0 0 0,1 1 0 0 0,-1-1 0 0 0,1 0 0 0 0,-1 1 0 0 0,1-1 0 0 0,-1 0 0 0 0,0 1 0 0 0,1 0 0 0 0,-1-1 0 0 0,0 1 0 0 0,0 0 0 0 0,-1 0 0 0 0,1-1 0 0 0,0 1 0 0 0,0 0 0 0 0,0 4 0 0 0,1 4 0 0 0,0 1 0 0 0,0 0 0 0 0,0 13 0 0 0,-1-11 0 0 0,1 22 0 0 0,-1 1 0 0 0,-6 46 0 0 0,6-65 0 0 0,2-10 0 0 0,-3-7 0 0 0,0 0 0 0 0,0 0 0 0 0,1 0 0 0 0,-1 0 0 0 0,0 0 0 0 0,0 0 0 0 0,0 0 0 0 0,1 0 0 0 0,-1-1 0 0 0,0 1 0 0 0,0 0 0 0 0,1 0 0 0 0,-1 0 0 0 0,0 0 0 0 0,0 0 0 0 0,0 0 0 0 0,0 0 0 0 0,1 0 0 0 0,-1-1 0 0 0,0 1 0 0 0,0 0 0 0 0,0 0 0 0 0,0 0 0 0 0,1 0 0 0 0,-1-1 0 0 0,0 1 0 0 0,0 0 0 0 0,0 0 0 0 0,0 0 0 0 0,0-1 0 0 0,0 1 0 0 0,0 0 0 0 0,23-25 0 0 0,-19 21 0 0 0,0 0 0 0 0,0 0 0 0 0,0 0 0 0 0,-1-1 0 0 0,1 1 0 0 0,2-7 0 0 0,66-125-352 0 0,-56 98 235 0 0,-9 21-58 0 0,16-30 0 0 0,-21 43 159 0 0,1 1 0 0 0,-1-1 1 0 0,1 0-1 0 0,0 1 0 0 0,0 0 0 0 0,0 0 1 0 0,0 0-1 0 0,1 0 0 0 0,-1 0 0 0 0,1 1 1 0 0,0-1-1 0 0,6-2 0 0 0,-9 4 16 0 0,0 1 0 0 0,0-1 0 0 0,0 1 0 0 0,-1-1 0 0 0,1 1 0 0 0,0 0 0 0 0,0 0 0 0 0,0 0 0 0 0,0-1 0 0 0,0 1 0 0 0,0 0 0 0 0,0 0 0 0 0,-1 0 0 0 0,1 0 0 0 0,0 0 0 0 0,0 1 0 0 0,0-1 0 0 0,0 0 0 0 0,0 0 0 0 0,0 0 0 0 0,-1 1 0 0 0,1-1 0 0 0,0 1 0 0 0,0-1 0 0 0,0 0 0 0 0,-1 1 0 0 0,1-1 0 0 0,0 1 0 0 0,0 0 0 0 0,-1-1 0 0 0,1 1 0 0 0,-1 0 0 0 0,1-1 0 0 0,0 1 0 0 0,-1 0 0 0 0,1 0 0 0 0,-1-1 0 0 0,0 1 0 0 0,1 0 0 0 0,-1 0 0 0 0,0 0 0 0 0,1 1 0 0 0,0 4 0 0 0,1 0 0 0 0,-1 1 0 0 0,-1 0 0 0 0,1 12 0 0 0,-1-2 0 0 0,2 4 13 0 0,-1-7 12 0 0,6 25 1 0 0,-1-8 3 0 0,-3-17 14 0 0,0 1 1 0 0,1-1-1 0 0,6 14 0 0 0,-9-25-35 0 0,1 1 0 0 0,0-1-1 0 0,-1 0 1 0 0,1 1-1 0 0,1-1 1 0 0,-1 0-1 0 0,0 0 1 0 0,1 0-1 0 0,0-1 1 0 0,0 1 0 0 0,-1-1-1 0 0,1 1 1 0 0,1-1-1 0 0,-1 0 1 0 0,0 0-1 0 0,5 2 1 0 0,18 10 72 0 0,-24-12-69 0 0,0 0-1 0 0,1-1 1 0 0,-1 1 0 0 0,1-1-1 0 0,0 0 1 0 0,-1 1 0 0 0,1-1-1 0 0,0 0 1 0 0,0 0 0 0 0,0-1-1 0 0,0 1 1 0 0,0-1 0 0 0,0 1-1 0 0,0-1 1 0 0,0 0 0 0 0,3 0-1 0 0,9-1-3 0 0,-11 1-1 0 0,0-1 0 0 0,-1 1 0 0 0,1 0 0 0 0,0-1-1 0 0,6-2 1 0 0,-9 3-5 0 0,0 0 0 0 0,0-1 0 0 0,0 1-1 0 0,0-1 1 0 0,0 1 0 0 0,-1-1 0 0 0,1 0 0 0 0,0 1-1 0 0,-1-1 1 0 0,1 0 0 0 0,0 1 0 0 0,-1-1 0 0 0,1 0-1 0 0,0 0 1 0 0,-1 0 0 0 0,0 1 0 0 0,1-1-1 0 0,-1 0 1 0 0,1 0 0 0 0,-1 0 0 0 0,0 0 0 0 0,0 0-1 0 0,1 0 1 0 0,-1 0 0 0 0,0 0 0 0 0,0 0 0 0 0,0-2-1 0 0,0 0-284 0 0,0 0 0 0 0,-1 0 0 0 0,1 0 0 0 0,-1 0-1 0 0,0-1 1 0 0,0 1 0 0 0,-1-3 0 0 0,-3-6-8005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53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15667 0 0,'9'-16'6192'0'0,"-2"2"-4443"0"0,-6 14-1685 0 0,-1 0-1 0 0,0-1 1 0 0,1 1 0 0 0,-1 0-1 0 0,0 0 1 0 0,1-1 0 0 0,-1 1-1 0 0,1 0 1 0 0,-1 0 0 0 0,0 0-1 0 0,1 0 1 0 0,-1 0 0 0 0,1 0-1 0 0,-1 0 1 0 0,1 0 0 0 0,-1 0-1 0 0,1 0 1 0 0,-1 0 0 0 0,0 0-1 0 0,1 0 1 0 0,-1 0 0 0 0,1 0-1 0 0,-1 0 1 0 0,1 0 0 0 0,-1 0-1 0 0,0 1 1 0 0,1-1 0 0 0,-1 0-1 0 0,0 0 1 0 0,1 1 0 0 0,0-1-1 0 0,8 7 166 0 0,0 0 0 0 0,-1 0 0 0 0,10 10 0 0 0,8 7-310 0 0,-8-10-225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55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41 8290 0 0,'0'-6'1019'0'0,"0"2"190"0"0,0 0-1 0 0,0 0 1 0 0,0 0 0 0 0,1 1 0 0 0,-1-1 0 0 0,3-7-1 0 0,-2 12-847 0 0,-1 0-1 0 0,1 0 1 0 0,0 0-1 0 0,-1 0 1 0 0,1 0-1 0 0,-1 0 1 0 0,1 0-1 0 0,-1 0 0 0 0,1 0 1 0 0,-1 0-1 0 0,0 1 1 0 0,1 0-1 0 0,-1 0-187 0 0,0-1 267 0 0,1 4-239 0 0,4 27 254 0 0,-2 0 0 0 0,-2 47 0 0 0,-10 72 19 0 0,5-94-322 0 0,5 313 425 0 0,0-352-450 0 0,-2 0 0 0 0,0 0 1 0 0,-5 29-1 0 0,6-47-124 0 0,0 0 0 0 0,0 0 0 0 0,0 1 0 0 0,0-1 1 0 0,0 0-1 0 0,0 0 0 0 0,0 0 0 0 0,0 1 0 0 0,0-1 0 0 0,0 0 0 0 0,0 0 0 0 0,0 0 1 0 0,0 1-1 0 0,0-1 0 0 0,0 0 0 0 0,0 0 0 0 0,0 0 0 0 0,-1 0 0 0 0,1 1 0 0 0,0-1 1 0 0,0 0-1 0 0,0 0 0 0 0,0 0 0 0 0,0 0 0 0 0,0 1 0 0 0,-1-1 0 0 0,1 0 0 0 0,0 0 1 0 0,0 0-1 0 0,0 0 0 0 0,0 0 0 0 0,-1 0 0 0 0,1 0 0 0 0,0 0 0 0 0,0 1 0 0 0,0-1 1 0 0,-1 0-1 0 0,1 0 0 0 0,0 0 0 0 0,0 0 0 0 0,0 0 0 0 0,-1 0 0 0 0,1 0 0 0 0,0 0 0 0 0,0 0 1 0 0,-1 0-1 0 0,1-2 5 0 0,-1 1 0 0 0,0 0 1 0 0,1 0-1 0 0,-1 0 1 0 0,1 0-1 0 0,0 0 0 0 0,-1-1 1 0 0,1 1-1 0 0,0 0 1 0 0,0 0-1 0 0,-1-1 0 0 0,1 1 1 0 0,0-2-1 0 0,4-124-1734 0 0,-2 114 1126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55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5065 0 0,'11'-23'2770'0'0,"-10"20"-1793"0"0,0 0 0 0 0,0 0 0 0 0,1 1 0 0 0,-1-1-1 0 0,1 0 1 0 0,-1 0 0 0 0,1 1 0 0 0,0-1 0 0 0,0 1 0 0 0,0-1 0 0 0,5-3 0 0 0,-5 6-624 0 0,0-1 1 0 0,1 0 0 0 0,-1 1 0 0 0,0-1 0 0 0,1 1-1 0 0,-1 0 1 0 0,5 0 0 0 0,3-1 111 0 0,0 1-338 0 0,-1 0 0 0 0,0 0 0 0 0,0 1 0 0 0,0 0 0 0 0,0 0 0 0 0,0 1 0 0 0,0 1 0 0 0,0-1 0 0 0,12 7-1 0 0,-15-5-105 0 0,0 0 0 0 0,0 0-1 0 0,-1 1 1 0 0,0-1 0 0 0,0 1-1 0 0,0 1 1 0 0,-1-1-1 0 0,0 1 1 0 0,5 7 0 0 0,-5-7-17 0 0,-2-3 2 0 0,1 1-1 0 0,-1 0 0 0 0,-1-1 0 0 0,1 1 1 0 0,-1 0-1 0 0,1 0 0 0 0,-1 0 1 0 0,0 0-1 0 0,-1 0 0 0 0,1 1 1 0 0,-1-1-1 0 0,0 0 0 0 0,0 0 1 0 0,0 0-1 0 0,-1 8 0 0 0,-2 3 30 0 0,-1 0-1 0 0,-10 28 1 0 0,9-32-32 0 0,3-4 14 0 0,-1 1 0 0 0,0-1-1 0 0,-1-1 1 0 0,0 1-1 0 0,0 0 1 0 0,0-1 0 0 0,-1 0-1 0 0,0 0 1 0 0,0 0 0 0 0,-1-1-1 0 0,1 0 1 0 0,-1 0 0 0 0,-1 0-1 0 0,1 0 1 0 0,0-1 0 0 0,-1 0-1 0 0,0-1 1 0 0,0 0-1 0 0,0 0 1 0 0,0 0 0 0 0,-1-1-1 0 0,1 0 1 0 0,-1 0 0 0 0,-11 1-1 0 0,-40-2 464 0 0,59-1-401 0 0,0-1 657 0 0,4-2-668 0 0,2 0-59 0 0,-5 1-11 0 0,1 1 0 0 0,0 0 0 0 0,0-1 0 0 0,0 1 0 0 0,1 0 0 0 0,-1 0 0 0 0,0 1 0 0 0,3-2 0 0 0,3 2-565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56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60 12443 0 0,'2'1'123'0'0,"12"5"2847"0"0,-14-2-1055 0 0,-2 1 2327 0 0,-5 20-3942 0 0,0 0 1 0 0,1 0-1 0 0,2 0 1 0 0,0 1 0 0 0,2-1-1 0 0,1 1 1 0 0,1 0-1 0 0,1 0 1 0 0,6 35 0 0 0,-6-56-281 0 0,0-1 1 0 0,0 1-1 0 0,1 0 0 0 0,0 0 1 0 0,0-1-1 0 0,0 1 1 0 0,1-1-1 0 0,-1 1 1 0 0,1-1-1 0 0,5 6 1 0 0,-7-9-13 0 0,1 0 0 0 0,-1 1 0 0 0,0-1 0 0 0,1 0 0 0 0,0 0 1 0 0,-1 0-1 0 0,1 0 0 0 0,-1 0 0 0 0,1 0 0 0 0,0 0 0 0 0,0-1 0 0 0,-1 1 1 0 0,1-1-1 0 0,0 1 0 0 0,0-1 0 0 0,0 0 0 0 0,0 0 0 0 0,-1 0 0 0 0,1 0 1 0 0,0 0-1 0 0,0 0 0 0 0,0 0 0 0 0,0 0 0 0 0,0-1 0 0 0,-1 1 0 0 0,1-1 0 0 0,0 1 1 0 0,0-1-1 0 0,0 0 0 0 0,2-1 0 0 0,2-2 5 0 0,0-1 1 0 0,-1 1-1 0 0,1-1 0 0 0,-1 0 1 0 0,0 0-1 0 0,0 0 0 0 0,0-1 1 0 0,6-11-1 0 0,28-53-16 0 0,-38 69 3 0 0,99-229-449 0 0,-88 183 92 0 0,-6 23 158 0 0,-6 24 198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0 0 0 0,0 0 0 0 0,1 0 0 0 0,-1 0 0 0 0,0-1 0 0 0,0 1 0 0 0,0 0 0 0 0,0 0 0 0 0,0 0 0 0 0,0 0 0 0 0,0 0 0 0 0,0 0 0 0 0,0 0 0 0 0,0 0 0 0 0,0 0 0 0 0,0 0 0 0 0,0 0 0 0 0,0 0 0 0 0,0 0 0 0 0,1 11-71 0 0,-1 29 59 0 0,4 105 213 0 0,4-60 7 0 0,8 55 204 0 0,-16-139-411 0 0,0 0-1 0 0,0 0 0 0 0,0 0 0 0 0,0 0 1 0 0,0 0-1 0 0,1 0 0 0 0,-1 0 0 0 0,1 0 0 0 0,-1 0 1 0 0,0 0-1 0 0,1 0 0 0 0,0 0 0 0 0,-1 0 1 0 0,2 1-1 0 0,-2-2 0 0 0,0 0 0 0 0,0 0 0 0 0,1 0-1 0 0,-1 0 1 0 0,0 0 0 0 0,1 0 0 0 0,-1 0 0 0 0,0 0 0 0 0,0-1 0 0 0,1 1 0 0 0,-1 0 0 0 0,0 0 0 0 0,0 0 0 0 0,1 0-1 0 0,-1 0 1 0 0,0 0 0 0 0,0-1 0 0 0,0 1 0 0 0,1 0 0 0 0,-1 0 0 0 0,0 0 0 0 0,0 0 0 0 0,0-1 0 0 0,1 1-1 0 0,-1 0 1 0 0,0 0 0 0 0,0-1 0 0 0,0 1 0 0 0,0 0 0 0 0,0 0 0 0 0,0 0 0 0 0,1-1 0 0 0,10-30-156 0 0,-10 28 129 0 0,7-23-2087 0 0,-5 11-6020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57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20 112 9218 0 0,'1'0'44'0'0,"-1"0"1"0"0,0 0-1 0 0,0 0 1 0 0,0 0-1 0 0,0 0 0 0 0,1 0 1 0 0,-1 0-1 0 0,0 0 1 0 0,0-1-1 0 0,0 1 1 0 0,1 0-1 0 0,-1 0 0 0 0,0 0 1 0 0,0 0-1 0 0,0 0 1 0 0,0 0-1 0 0,0-1 0 0 0,1 1 1 0 0,-1 0-1 0 0,0 0 1 0 0,0 0-1 0 0,0 0 0 0 0,0-1 1 0 0,0 1-1 0 0,0 0 1 0 0,0 0-1 0 0,0 0 1 0 0,0 0-1 0 0,0-1 0 0 0,0 1 1 0 0,0 0-1 0 0,0 0 1 0 0,0 0-1 0 0,0-1 0 0 0,0 1 1 0 0,0 0-1 0 0,0 0 1 0 0,0 0-1 0 0,0-1 0 0 0,0 1 1 0 0,0 0-1 0 0,0 0 1 0 0,0 0-1 0 0,0-1 1 0 0,0 1-1 0 0,0 0 0 0 0,0 0 1 0 0,-1 0-1 0 0,1 0 1 0 0,0-1-1 0 0,0 1 0 0 0,0 0 1 0 0,-6-10 2045 0 0,6 10-2002 0 0,-17-26 7349 0 0,17 26-7397 0 0,0 0-1 0 0,0-1 1 0 0,0 1-1 0 0,1 0 1 0 0,-1 0-1 0 0,0 0 0 0 0,0 0 1 0 0,0-1-1 0 0,0 1 1 0 0,0 0-1 0 0,0 0 1 0 0,0 0-1 0 0,0 0 1 0 0,0 0-1 0 0,1-1 1 0 0,-1 1-1 0 0,0 0 1 0 0,0 0-1 0 0,0 0 0 0 0,0 0 1 0 0,0 0-1 0 0,1 0 1 0 0,-1 0-1 0 0,0 0 1 0 0,0 0-1 0 0,0 0 1 0 0,0-1-1 0 0,0 1 1 0 0,1 0-1 0 0,-1 0 1 0 0,0 0-1 0 0,0 0 0 0 0,0 0 1 0 0,1 0-1 0 0,-1 0 1 0 0,0 0-1 0 0,0 0 1 0 0,0 0-1 0 0,0 0 1 0 0,1 1-1 0 0,14-2 1135 0 0,-14 1-1055 0 0,33-2 393 0 0,0-2 0 0 0,34-9 0 0 0,-36 6-389 0 0,91-10 105 0 0,8-2-215 0 0,-129 18-14 0 0,-2 1 0 0 0,0 0 1 0 0,0 0 0 0 0,0 0 0 0 0,1 0-1 0 0,-1 0 1 0 0,0 0 0 0 0,0 0 0 0 0,0-1-1 0 0,0 1 1 0 0,0 0 0 0 0,0 0 0 0 0,0 0-1 0 0,1 0 1 0 0,-1 0 0 0 0,0 0 0 0 0,0 0-1 0 0,0 0 1 0 0,0 0 0 0 0,0 0 0 0 0,0 0-1 0 0,1 0 1 0 0,-1 0 0 0 0,0 0 0 0 0,0 0-1 0 0,0 0 1 0 0,0 0 0 0 0,0 0 0 0 0,0 0-1 0 0,1 0 1 0 0,-1 0 0 0 0,0 0 0 0 0,0 1-1 0 0,0-1 1 0 0,0 0 0 0 0,0 0 0 0 0,0 0-1 0 0,0 0 1 0 0,1 0 0 0 0,-1 0 0 0 0,0 0-1 0 0,0 0 1 0 0,0 0 0 0 0,0 1 0 0 0,0-1-1 0 0,0 0 1 0 0,0 0 0 0 0,0 0 0 0 0,0 0-1 0 0,0 0 1 0 0,0 0 0 0 0,0 1 0 0 0,0-1-1 0 0,0 0 1 0 0,0 0 0 0 0,0 0-69 0 0,-4 5 11 0 0,-2 1-68 0 0,0-1 0 0 0,0 1 0 0 0,-13 8 0 0 0,15-12-100 0 0,0 0 0 0 0,0 1-1 0 0,-1-1 1 0 0,1-1-1 0 0,0 1 1 0 0,-1 0 0 0 0,1-1-1 0 0,-1 0 1 0 0,1 0 0 0 0,-8 0-1 0 0,2-1-678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57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28 4609 0 0,'1'0'189'0'0,"0"0"1"0"0,0 0-1 0 0,0-1 0 0 0,0 1 1 0 0,0 0-1 0 0,0-1 0 0 0,0 1 1 0 0,0 0-1 0 0,0-1 0 0 0,-1 0 1 0 0,1 1-1 0 0,0-1 0 0 0,0 1 1 0 0,0-1-1 0 0,-1 0 0 0 0,1 0 1 0 0,0 1-1 0 0,-1-1 0 0 0,1 0 1 0 0,0 0-1 0 0,-1 0 0 0 0,1 0 1 0 0,-1 0-1 0 0,1 0 0 0 0,-1-1 1 0 0,7-8 4372 0 0,-6 12-3885 0 0,0 0 0 0 0,0 0 0 0 0,-1 0 0 0 0,1 0 1 0 0,0 0-1 0 0,-1 0 0 0 0,0 0 0 0 0,1 6 1361 0 0,-1-2-1749 0 0,-20 157 1262 0 0,1-22-1103 0 0,14-85-410 0 0,2 1 0 0 0,3 0 0 0 0,8 70 0 0 0,-6-110-23 0 0,2-1-1 0 0,-1 0 0 0 0,10 25 1 0 0,-11-35-4 0 0,1-1 0 0 0,0 1 0 0 0,0 0 0 0 0,0-1 1 0 0,1 0-1 0 0,-1 0 0 0 0,1 0 0 0 0,0 0 0 0 0,1-1 0 0 0,-1 1 1 0 0,1-1-1 0 0,8 5 0 0 0,-2-1 39 0 0,2 0 76 0 0,20 10 0 0 0,-28-16-87 0 0,0 0 0 0 0,0-1 1 0 0,0 1-1 0 0,1-1 0 0 0,-1 0 0 0 0,0 0 1 0 0,10 0-1 0 0,16-1 163 0 0,0-2 0 0 0,42-7 1 0 0,-70 8-159 0 0,1 0 0 0 0,0 0 0 0 0,0-1 0 0 0,-1 1 0 0 0,1-1 0 0 0,-1 0 1 0 0,0 0-1 0 0,7-5 0 0 0,-10 7-55 0 0,1-1 0 0 0,0 1-1 0 0,-1-1 1 0 0,1 1 0 0 0,-1-1 0 0 0,1 0 0 0 0,-1 1 0 0 0,0-1 0 0 0,1 0 0 0 0,-1 1 0 0 0,0-1 0 0 0,1 0 0 0 0,-1 1-1 0 0,0-1 1 0 0,0 0 0 0 0,1 0 0 0 0,-1 1 0 0 0,0-1 0 0 0,0-1 0 0 0,0 1-82 0 0,-1 0 0 0 0,1 0 0 0 0,0 0 0 0 0,-1 0 0 0 0,1 0 0 0 0,-1 0 0 0 0,0 1-1 0 0,1-1 1 0 0,-1 0 0 0 0,1 0 0 0 0,-1 1 0 0 0,0-1 0 0 0,0 0 0 0 0,1 1 0 0 0,-1-1 0 0 0,0 1 0 0 0,0-1 0 0 0,0 1 0 0 0,0-1 0 0 0,-1 1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2:59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327 627 456 0 0,'2'2'429'0'0,"10"9"4755"0"0,-12-10-4916 0 0,1-1-1 0 0,-1 0 0 0 0,1 1 0 0 0,-1-1 0 0 0,1 0 0 0 0,-1 1 0 0 0,1-1 0 0 0,-1 0 0 0 0,1 1 0 0 0,-1-1 1 0 0,1 0-1 0 0,-1 0 0 0 0,1 0 0 0 0,-1 1 0 0 0,1-1 0 0 0,0 0 0 0 0,-1 0 0 0 0,1 0 0 0 0,-1 0 0 0 0,2 0 1 0 0,-1-1 131 0 0,0 1 1 0 0,-1-1 0 0 0,1 1 0 0 0,0-1 0 0 0,-1 1 0 0 0,1-1 0 0 0,0 0 0 0 0,-1 1 0 0 0,1-1 0 0 0,0 0 0 0 0,-1 0-1 0 0,1 0 1 0 0,-1 1 0 0 0,0-1 0 0 0,1 0 0 0 0,-1 0 0 0 0,1-1 0 0 0,0-20 1699 0 0,-3 14-1956 0 0,1 0 1 0 0,-7-16-1 0 0,1 4-115 0 0,-1 1 0 0 0,-1-1 0 0 0,-15-22 0 0 0,20 35-29 0 0,-1 0 0 0 0,0 0 0 0 0,0 1 1 0 0,-1 0-1 0 0,1 0 0 0 0,-1 0 0 0 0,-1 1 1 0 0,1 0-1 0 0,-1 0 0 0 0,0 0 0 0 0,-12-5 1 0 0,16 8-1 0 0,-1 1 0 0 0,1 0 0 0 0,-1 0 0 0 0,0 0 0 0 0,1 0 0 0 0,-1 1 0 0 0,0 0 1 0 0,1-1-1 0 0,-1 1 0 0 0,0 0 0 0 0,0 1 0 0 0,1-1 0 0 0,-1 1 0 0 0,0-1 0 0 0,-6 4 1 0 0,5-2 23 0 0,0 0 1 0 0,0 1-1 0 0,0 0 1 0 0,1 0-1 0 0,0 0 1 0 0,-1 1-1 0 0,1-1 0 0 0,0 1 1 0 0,-6 8-1 0 0,0 1 84 0 0,2 0 0 0 0,-1 1 0 0 0,2 0 0 0 0,-1 1-1 0 0,2 0 1 0 0,-7 21 0 0 0,0 8 135 0 0,2 2-1 0 0,-11 90 1 0 0,22-134-241 0 0,-1 1 0 0 0,1 0 0 0 0,0-1 0 0 0,0 1 0 0 0,1-1 0 0 0,-1 1 0 0 0,1-1 0 0 0,-1 1 0 0 0,1-1 0 0 0,0 1 0 0 0,1 3 0 0 0,-1-5-1 0 0,-1 0 0 0 0,1-1 0 0 0,0 1 0 0 0,-1 0 0 0 0,1-1 0 0 0,0 1 0 0 0,0 0 0 0 0,-1-1 0 0 0,1 1 0 0 0,0-1 0 0 0,0 1 0 0 0,0-1 0 0 0,-1 0 0 0 0,1 1-1 0 0,0-1 1 0 0,0 0 0 0 0,0 0 0 0 0,0 1 0 0 0,0-1 0 0 0,0 0 0 0 0,0 0 0 0 0,0 0 0 0 0,0 0 0 0 0,0 0 0 0 0,0 0 0 0 0,0-1 0 0 0,0 1 0 0 0,-1 0 0 0 0,1 0 0 0 0,0-1 0 0 0,0 1 0 0 0,0 0 0 0 0,1-2 0 0 0,12-4 5 0 0,0-1 0 0 0,-1-1 0 0 0,0 0 0 0 0,0-1 0 0 0,12-11-1 0 0,55-55 90 0 0,-77 72-89 0 0,32-35-96 0 0,-2 0 0 0 0,-2-2-1 0 0,-2-2 1 0 0,44-82 0 0 0,-50 79-127 0 0,29-78 1 0 0,-43 95 114 0 0,0-1 1 0 0,-3-1 0 0 0,0 1-1 0 0,2-35 1 0 0,-3 16-23 0 0,-6 47 125 0 0,1 1 11 0 0,-1 0 0 0 0,1 1 0 0 0,-1-1 0 0 0,1 0 1 0 0,-1 1-1 0 0,1-1 0 0 0,-1 1 0 0 0,1-1 0 0 0,-1 1 1 0 0,1-1-1 0 0,0 1 0 0 0,-1 0 0 0 0,1-1 1 0 0,0 1-1 0 0,-1-1 0 0 0,1 1 0 0 0,0 0 0 0 0,0-1 1 0 0,-1 2-1 0 0,-15 39 305 0 0,-11 45 0 0 0,-6 85 239 0 0,26-101-399 0 0,1 84 1 0 0,6-144-117 0 0,1-1 0 0 0,-1 1 0 0 0,2-1 0 0 0,-1 0 0 0 0,1 0-1 0 0,1 0 1 0 0,5 14 0 0 0,-6-19-18 0 0,-1 0 0 0 0,1-1 0 0 0,1 1 0 0 0,-1-1 0 0 0,0 1 0 0 0,1-1 0 0 0,0 0 0 0 0,-1 0-1 0 0,1 0 1 0 0,1 0 0 0 0,-1-1 0 0 0,0 1 0 0 0,1-1 0 0 0,-1 0 0 0 0,1 1 0 0 0,-1-2 0 0 0,1 1 0 0 0,0 0 0 0 0,5 0 0 0 0,10 3 15 0 0,0-2 0 0 0,0 0 0 0 0,0-2 0 0 0,0 0 0 0 0,32-3 0 0 0,-37 1-15 0 0,0-1 0 0 0,-1-1 1 0 0,1 0-1 0 0,-1 0 0 0 0,0-2 0 0 0,0 0 1 0 0,0 0-1 0 0,19-12 0 0 0,-26 13-20 0 0,-1 0 1 0 0,0 0-1 0 0,-1 0 0 0 0,1-1 0 0 0,-1 0 0 0 0,0 0 0 0 0,0 0 1 0 0,0 0-1 0 0,-1 0 0 0 0,0-1 0 0 0,0 0 0 0 0,0 0 0 0 0,-1 1 1 0 0,0-1-1 0 0,2-10 0 0 0,-1 2 1 0 0,0-1 0 0 0,-1 0 0 0 0,-1 1 0 0 0,-1-1 1 0 0,-1-24-1 0 0,0 34-61 0 0,0 0 0 0 0,1 0 0 0 0,-1 0 0 0 0,-1 0 0 0 0,-3-8 0 0 0,5 12 45 0 0,-1 1 0 0 0,1 0 0 0 0,0-1 0 0 0,-1 1 0 0 0,1 0 0 0 0,-1 0 0 0 0,1-1 0 0 0,-1 1 0 0 0,1 0 0 0 0,-1 0 0 0 0,0 0 0 0 0,1 0 0 0 0,-1 0 0 0 0,1 0 0 0 0,-1 0 0 0 0,1 0 0 0 0,-1 0 0 0 0,1 0 0 0 0,-1 0 0 0 0,0 0 0 0 0,1 0 0 0 0,-1 0 0 0 0,1 0 0 0 0,-1 0 0 0 0,1 1 0 0 0,-1-1 0 0 0,1 0 0 0 0,-1 0 0 0 0,1 1 0 0 0,-1-1 0 0 0,1 0 0 0 0,0 1 0 0 0,-1 0 0 0 0,-17 11-104 0 0,6-2 100 0 0,-7 6-63 0 0,0 1-1 0 0,-32 37 0 0 0,46-46 84 0 0,0 0 0 0 0,1 0 0 0 0,-1 1 1 0 0,1 0-1 0 0,1-1 0 0 0,0 1 0 0 0,0 0 0 0 0,1 1 0 0 0,0-1 0 0 0,0 0 1 0 0,1 1-1 0 0,1-1 0 0 0,-1 0 0 0 0,2 1 0 0 0,-1-1 0 0 0,4 19 0 0 0,-3-24 23 0 0,0-1 0 0 0,1 0 0 0 0,-1 1 0 0 0,1-1-1 0 0,-1 0 1 0 0,1 0 0 0 0,0 0 0 0 0,0 0 0 0 0,1 0 0 0 0,-1 0-1 0 0,1-1 1 0 0,-1 1 0 0 0,1-1 0 0 0,5 5 0 0 0,-3-5 5 0 0,0 1 0 0 0,1-1 0 0 0,-1 1 0 0 0,0-1 0 0 0,1-1 0 0 0,-1 1 0 0 0,1-1 0 0 0,9 1 0 0 0,5-1 67 0 0,1-1 0 0 0,-1-1 0 0 0,1-1 0 0 0,20-5 0 0 0,-38 7-84 0 0,9-2 37 0 0,-1-1 0 0 0,1 0 0 0 0,-1-1 0 0 0,0 0 0 0 0,0 0 0 0 0,0-1 0 0 0,17-11 0 0 0,-19 8-51 0 0,-9 8 0 0 0,-1 0-14 0 0,1 1-60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3:00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 9218 0 0,'2'-2'571'0'0,"-1"-1"0"0"0,0 1 0 0 0,1 0 1 0 0,-1 0-1 0 0,0 0 0 0 0,1-5 0 0 0,-1 4-4 0 0,5-12 1825 0 0,-6 12-2083 0 0,1 0-1 0 0,0 1 1 0 0,0-1 0 0 0,0 1-1 0 0,0-1 1 0 0,0 1 0 0 0,0 0-1 0 0,1 0 1 0 0,-1-1 0 0 0,1 1-1 0 0,0 0 1 0 0,-1 0 0 0 0,1 0 0 0 0,0 0-1 0 0,0 1 1 0 0,0-1 0 0 0,4-2-1 0 0,15-7 120 0 0,-13 6-173 0 0,0 0 1 0 0,14-5-1 0 0,-21 10-254 0 0,-1 0-1 0 0,1 0 1 0 0,-1 0 0 0 0,1 0-1 0 0,-1 0 1 0 0,1-1 0 0 0,-1 1-1 0 0,1 0 1 0 0,-1 0 0 0 0,1 0-1 0 0,-1 1 1 0 0,1-1 0 0 0,-1 0-1 0 0,1 0 1 0 0,-1 0 0 0 0,1 0-1 0 0,-1 0 1 0 0,1 1 0 0 0,-1-1-1 0 0,1 0 1 0 0,-1 0 0 0 0,1 1-1 0 0,-1-1 1 0 0,0 0 0 0 0,1 1-1 0 0,-1-1 1 0 0,1 1 0 0 0,0 0 3 0 0,0 1 1 0 0,0-1 0 0 0,0 1 0 0 0,-1 0-1 0 0,1-1 1 0 0,0 1 0 0 0,-1-1-1 0 0,1 4 1 0 0,1 4 17 0 0,-2 0 0 0 0,1 13 1 0 0,-1-20-23 0 0,4 97 1 0 0,-2-86 20 0 0,0-1-1 0 0,0 1 0 0 0,1-1 1 0 0,1 0-1 0 0,9 22 1 0 0,-12-31-5 0 0,1 1 1 0 0,0-1-1 0 0,0 0 0 0 0,0 0 0 0 0,1 0 1 0 0,-1 0-1 0 0,1 0 0 0 0,-1-1 1 0 0,1 1-1 0 0,0-1 0 0 0,0 0 0 0 0,4 3 1 0 0,-5-4-3 0 0,1 0 1 0 0,-1 0-1 0 0,0 0 1 0 0,0-1 0 0 0,0 1-1 0 0,1-1 1 0 0,-1 0-1 0 0,0 1 1 0 0,0-1-1 0 0,1 0 1 0 0,-1 0-1 0 0,0-1 1 0 0,1 1 0 0 0,-1 0-1 0 0,0-1 1 0 0,0 1-1 0 0,0-1 1 0 0,1 0-1 0 0,-1 0 1 0 0,0 0-1 0 0,2-1 1 0 0,5-3-2 0 0,-1 0 1 0 0,0-1-1 0 0,0 0 0 0 0,0 0 0 0 0,-1-1 0 0 0,0 1 1 0 0,0-2-1 0 0,-1 1 0 0 0,0-1 0 0 0,0 0 0 0 0,-1 0 1 0 0,0 0-1 0 0,-1-1 0 0 0,1 0 0 0 0,-2 0 1 0 0,1 0-1 0 0,-1 0 0 0 0,0-1 0 0 0,-1 1 0 0 0,-1-1 1 0 0,1 0-1 0 0,-1-12 0 0 0,0 10-15 0 0,0-40-33 0 0,-1 48 32 0 0,0 0 0 0 0,-1-1 1 0 0,1 1-1 0 0,-1 0 0 0 0,0 0 1 0 0,-1 0-1 0 0,1 0 0 0 0,-1 0 1 0 0,-3-7-1 0 0,5 11 2 0 0,0 0 0 0 0,0 0 0 0 0,-1 0 0 0 0,1-1-1 0 0,0 1 1 0 0,0 0 0 0 0,0 0 0 0 0,0 0 0 0 0,-1 0 0 0 0,1 0-1 0 0,0 0 1 0 0,0-1 0 0 0,-1 1 0 0 0,1 0 0 0 0,0 0 0 0 0,0 0 0 0 0,0 0-1 0 0,-1 0 1 0 0,1 0 0 0 0,0 0 0 0 0,0 0 0 0 0,-1 0 0 0 0,1 0 0 0 0,0 0-1 0 0,0 0 1 0 0,0 0 0 0 0,-1 0 0 0 0,1 0 0 0 0,0 0 0 0 0,0 0-1 0 0,-1 0 1 0 0,1 1 0 0 0,0-1 0 0 0,0 0 0 0 0,0 0 0 0 0,0 0 0 0 0,-1 0-1 0 0,1 0 1 0 0,0 1 0 0 0,0-1 0 0 0,0 0 0 0 0,0 0 0 0 0,-1 0 0 0 0,1 0-1 0 0,0 1 1 0 0,0-1 0 0 0,0 1 1 0 0,-1 0-1 0 0,1-1 0 0 0,0 1 1 0 0,0 0-1 0 0,0-1 0 0 0,0 1 1 0 0,0 0-1 0 0,0-1 0 0 0,0 1 0 0 0,0 0 1 0 0,0-1-1 0 0,0 1 0 0 0,0 0 1 0 0,0-1-1 0 0,0 1 0 0 0,1-1 0 0 0,-1 1 1 0 0,0 0-1 0 0,0-1 0 0 0,1 1 1 0 0,-1-1-1 0 0,0 1 0 0 0,1 0 1 0 0,-1-1-1 0 0,1 1 0 0 0,1 1-9 0 0,1 3 18 0 0,2 0 0 0 0,-1 0 0 0 0,8 7-1 0 0,-11-11-18 0 0,0 0 1 0 0,1 0-1 0 0,-1 0 0 0 0,0 0 0 0 0,1 0 1 0 0,-1 0-1 0 0,1-1 0 0 0,-1 1 0 0 0,1 0 0 0 0,-1-1 1 0 0,1 1-1 0 0,-1-1 0 0 0,1 1 0 0 0,0-1 1 0 0,-1 0-1 0 0,1 0 0 0 0,0 0 0 0 0,-1 0 1 0 0,1 0-1 0 0,-1 0 0 0 0,1 0 0 0 0,2-1 0 0 0,4-3-1480 0 0,0 0-3654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3:00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5985 0 0,'4'-1'806'0'0,"0"0"0"0"0,0 1-1 0 0,0-1 1 0 0,-1 0 0 0 0,7-3 0 0 0,11-3 4123 0 0,26-1 1213 0 0,26 5-4993 0 0,-71 3-1129 0 0,0 0 1 0 0,1 0-1 0 0,-1 0 1 0 0,1 0-1 0 0,-1 1 1 0 0,0-1 0 0 0,1 1-1 0 0,-1 0 1 0 0,0 0-1 0 0,4 2 1 0 0,-5-3-134 0 0,0 1 0 0 0,0 0 0 0 0,0-1 0 0 0,-1 1-1 0 0,1 0 1 0 0,0 0 0 0 0,0 0 0 0 0,-1 0 0 0 0,1 0 0 0 0,-1 0 0 0 0,1-1 0 0 0,-1 1 0 0 0,1 1 0 0 0,-1-1 0 0 0,0 0 0 0 0,1 0-1 0 0,-1 0 1 0 0,0 0 0 0 0,0 0 0 0 0,0 0 0 0 0,0 0 0 0 0,0 0 0 0 0,0 0 0 0 0,0 0 0 0 0,0 2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3:01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6449 0 0,'2'9'796'0'0,"0"0"-1"0"0,-1 0 1 0 0,0 1-1 0 0,0-1 0 0 0,-2 16 1 0 0,-8 47 4682 0 0,2-29-3271 0 0,7-37-1954 0 0,-14 159 3584 0 0,13-148-3765 0 0,0-15-62 0 0,1 1 0 0 0,-1 0 1 0 0,1 0-1 0 0,0 0 0 0 0,0 0 0 0 0,0-1 0 0 0,0 1 0 0 0,1 0 1 0 0,-1 0-1 0 0,2 4 0 0 0,-2-7-9 0 0,1 0 0 0 0,-1 1 0 0 0,0-1 0 0 0,0 0 0 0 0,0 0 0 0 0,0 0 0 0 0,0 0 0 0 0,0 0 0 0 0,0 0 0 0 0,0 0 0 0 0,0 0 0 0 0,1 0 0 0 0,-1 1 0 0 0,0-1 0 0 0,0 0 0 0 0,0 0 0 0 0,0 0 0 0 0,0 0 0 0 0,0 0 0 0 0,1 0 0 0 0,-1 0 0 0 0,0 0 0 0 0,0 0-1 0 0,0 0 1 0 0,0 0 0 0 0,0 0 0 0 0,1 0 0 0 0,-1 0 0 0 0,0 0 0 0 0,0 0 0 0 0,0 0 0 0 0,0 0 0 0 0,0 0 0 0 0,1 0 0 0 0,-1 0 0 0 0,0 0 0 0 0,0-1 0 0 0,0 1 0 0 0,0 0 0 0 0,0 0 0 0 0,0 0 0 0 0,0 0 0 0 0,1 0 0 0 0,-1 0 0 0 0,0 0 0 0 0,0 0 0 0 0,0-1 0 0 0,0 1 0 0 0,0 0 0 0 0,0 0 0 0 0,0 0 0 0 0,0 0 0 0 0,5-8-2262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3:01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87 113 4609 0 0,'3'0'237'0'0,"0"0"1"0"0,0 0-1 0 0,1 0 0 0 0,-1 0 1 0 0,0-1-1 0 0,0 0 0 0 0,0 1 1 0 0,0-1-1 0 0,1 0 0 0 0,-1-1 0 0 0,-1 1 1 0 0,1 0-1 0 0,0-1 0 0 0,0 0 1 0 0,0 1-1 0 0,-1-1 0 0 0,4-3 1 0 0,-4 4 75 0 0,0-1 1 0 0,0 0-1 0 0,-1 0 0 0 0,1 1 1 0 0,0-1-1 0 0,-1 0 1 0 0,1 0-1 0 0,-1 0 1 0 0,1-1-1 0 0,-1 1 1 0 0,0 0-1 0 0,0 0 1 0 0,0-1-1 0 0,0 1 0 0 0,-1-1 1 0 0,1 1-1 0 0,-1 0 1 0 0,1-1-1 0 0,-1 1 1 0 0,0-1-1 0 0,0 1 1 0 0,0-1-1 0 0,-1-3 1 0 0,1 6-256 0 0,0-1 0 0 0,0 1 0 0 0,0-1 1 0 0,0 0-1 0 0,-1 1 0 0 0,1-1 1 0 0,0 1-1 0 0,0-1 0 0 0,-1 1 1 0 0,1-1-1 0 0,0 1 0 0 0,-1-1 1 0 0,1 1-1 0 0,-1 0 0 0 0,1-1 0 0 0,-1 1 1 0 0,1-1-1 0 0,-1 1 0 0 0,1 0 1 0 0,-1-1-1 0 0,1 1 0 0 0,-1 0 1 0 0,1 0-1 0 0,-1-1 0 0 0,1 1 1 0 0,-1 0-1 0 0,-1 0 0 0 0,1 0 12 0 0,-1 0 1 0 0,0 0-1 0 0,0 0 1 0 0,0 0-1 0 0,1 1 0 0 0,-1-1 1 0 0,0 1-1 0 0,0-1 0 0 0,-2 2 1 0 0,-2 1 13 0 0,1 0 0 0 0,-1 0 0 0 0,1 0 0 0 0,-8 7 0 0 0,-2 4 82 0 0,0 0 1 0 0,-24 31-1 0 0,35-39-96 0 0,1 0-1 0 0,-1 0 0 0 0,1 0 1 0 0,0 0-1 0 0,0 0 1 0 0,1 1-1 0 0,0-1 1 0 0,0 1-1 0 0,0 0 0 0 0,1 0 1 0 0,0-1-1 0 0,0 11 1 0 0,1-9 1 0 0,0 0 0 0 0,1 0 0 0 0,0 0 1 0 0,0-1-1 0 0,1 1 0 0 0,0 0 0 0 0,1-1 0 0 0,-1 1 1 0 0,1-1-1 0 0,1 0 0 0 0,-1 0 0 0 0,1 0 0 0 0,0 0 1 0 0,1-1-1 0 0,0 1 0 0 0,0-1 0 0 0,0 0 0 0 0,1-1 1 0 0,0 1-1 0 0,0-1 0 0 0,0 0 0 0 0,1-1 0 0 0,-1 1 1 0 0,1-1-1 0 0,0-1 0 0 0,0 1 0 0 0,1-1 1 0 0,-1-1-1 0 0,1 1 0 0 0,-1-1 0 0 0,1 0 0 0 0,14 1 1 0 0,-10-3-49 0 0,0-1 0 0 0,0 0 1 0 0,-1 0-1 0 0,1-1 0 0 0,-1-1 1 0 0,22-7-1 0 0,64-34 144 0 0,-85 39-164 0 0,11-8-3 0 0,-1-2 0 0 0,0 0 0 0 0,-1-1 0 0 0,26-26 0 0 0,-36 31-7 0 0,0 0 1 0 0,-1-1-1 0 0,-1 0 0 0 0,10-16 1 0 0,-15 20-4 0 0,1-1 0 0 0,-1 1 0 0 0,-1 0 0 0 0,1-1 0 0 0,-1 0 0 0 0,-1 0 0 0 0,0 0 0 0 0,2-11 0 0 0,-4 14-58 0 0,0 1-1 0 0,0 0 0 0 0,-1-1 1 0 0,-2-9-1 0 0,2 13 39 0 0,1-1 1 0 0,-1 1-1 0 0,0-1 0 0 0,0 1 0 0 0,0-1 0 0 0,0 1 0 0 0,0 0 0 0 0,-1-1 0 0 0,1 1 1 0 0,-1 0-1 0 0,-2-3 0 0 0,2 4 18 0 0,1 1 1 0 0,0-1-1 0 0,0 0 1 0 0,-1 1-1 0 0,1 0 1 0 0,0-1-1 0 0,-1 1 1 0 0,1 0-1 0 0,0-1 0 0 0,-1 1 1 0 0,1 0-1 0 0,-1 0 1 0 0,1 0-1 0 0,0 0 1 0 0,-1 1-1 0 0,-1-1 1 0 0,-22 9-153 0 0,18-4 164 0 0,-1 0 0 0 0,1 1 0 0 0,0-1 0 0 0,0 2 0 0 0,0-1 0 0 0,1 1 0 0 0,0 0 0 0 0,-9 15 0 0 0,6-9 0 0 0,1 1 0 0 0,1 0 0 0 0,0 1 0 0 0,-6 20 0 0 0,9-19 91 0 0,0 0 0 0 0,0 1 0 0 0,2 0 1 0 0,0-1-1 0 0,1 1 0 0 0,1 0 0 0 0,0 0 1 0 0,3 19-1 0 0,-1-27-19 0 0,0 0 0 0 0,0 0 0 0 0,1 0 0 0 0,0-1 0 0 0,0 0 0 0 0,1 1 0 0 0,6 10 0 0 0,-6-14-48 0 0,-1 0 0 0 0,1 0 0 0 0,0-1 0 0 0,0 1 0 0 0,1-1 0 0 0,0 0 0 0 0,-1 0-1 0 0,1 0 1 0 0,0-1 0 0 0,1 0 0 0 0,9 5 0 0 0,-11-7-7 0 0,0 1 0 0 0,1-1 0 0 0,-1-1 0 0 0,0 1 0 0 0,1 0-1 0 0,-1-1 1 0 0,0 0 0 0 0,1 0 0 0 0,-1-1 0 0 0,0 1 0 0 0,1-1 0 0 0,-1 0 0 0 0,0 0 0 0 0,0 0-1 0 0,1 0 1 0 0,-1-1 0 0 0,0 0 0 0 0,0 0 0 0 0,-1 0 0 0 0,7-4 0 0 0,1-2 0 0 0,-1 0 1 0 0,0 0-1 0 0,-1-1 1 0 0,0 0 0 0 0,16-20-1 0 0,-15 11-2 0 0,-10 18-16 0 0,0 0 0 0 0,0 0 0 0 0,0 0 0 0 0,0-1 0 0 0,0 1 0 0 0,0 0 0 0 0,0 0 0 0 0,0-1 1 0 0,0 1-1 0 0,0 0 0 0 0,0 0 0 0 0,0-1 0 0 0,0 1 0 0 0,0 0 0 0 0,0 0 0 0 0,0-1 0 0 0,0 1 0 0 0,0 0 1 0 0,0 0-1 0 0,0 0 0 0 0,0-1 0 0 0,0 1 0 0 0,-1 0 0 0 0,1 0 0 0 0,0-1 0 0 0,0 1 0 0 0,-1 0-8 0 0,1 0 0 0 0,-1-1 0 0 0,0 1 0 0 0,1 0 0 0 0,-1 0 0 0 0,1 0 0 0 0,-1 0 0 0 0,0 0 0 0 0,1 0 0 0 0,-1 0 0 0 0,0 0 0 0 0,1 0-1 0 0,-1 0 1 0 0,1 1 0 0 0,-1-1 0 0 0,0 0 0 0 0,-13 7-1839 0 0,4-3-6110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33:04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69 13827 0 0,'1'1'127'0'0,"0"-1"0"0"0,1 0 0 0 0,-1 0 0 0 0,0-1 0 0 0,1 1-1 0 0,-1 0 1 0 0,0 0 0 0 0,0-1 0 0 0,1 1 0 0 0,-1 0 0 0 0,0-1 0 0 0,0 1 0 0 0,0-1 0 0 0,0 0 0 0 0,0 1 0 0 0,0-1 0 0 0,0 0 0 0 0,0 0-1 0 0,0 0 1 0 0,0 1 0 0 0,0-1 0 0 0,0 0 0 0 0,0 0 0 0 0,0-1 0 0 0,-1 1 0 0 0,1 0 0 0 0,-1 0 0 0 0,1 0 0 0 0,0 0 0 0 0,-1 0-1 0 0,0-1 1 0 0,1 1 0 0 0,-1 0 0 0 0,0 0 0 0 0,0-1 0 0 0,0 1 0 0 0,1 0 0 0 0,-1-1 0 0 0,-1 1 0 0 0,1 0 0 0 0,0 0 0 0 0,0-1 0 0 0,0 1-1 0 0,-1 0 1 0 0,1 0 0 0 0,-1-1 0 0 0,1 1 0 0 0,-1 0 0 0 0,1 0 0 0 0,-1 0 0 0 0,1 0 0 0 0,-1 0 0 0 0,0 0 0 0 0,0 0 0 0 0,0 0-1 0 0,0 0 1 0 0,0 0 0 0 0,-1-1 0 0 0,-1 0-104 0 0,-1 0-1 0 0,1 0 1 0 0,0 0-1 0 0,-1 1 1 0 0,1-1 0 0 0,-1 1-1 0 0,1 0 1 0 0,-1 0-1 0 0,1 0 1 0 0,-1 1-1 0 0,0-1 1 0 0,0 1 0 0 0,1 0-1 0 0,-1 0 1 0 0,0 0-1 0 0,1 1 1 0 0,-1-1-1 0 0,0 1 1 0 0,-3 1 0 0 0,2-1-7 0 0,1 1 1 0 0,0 0 0 0 0,0 0-1 0 0,-1 0 1 0 0,1 0 0 0 0,0 1-1 0 0,1 0 1 0 0,-1-1 0 0 0,0 1-1 0 0,1 1 1 0 0,0-1 0 0 0,0 0-1 0 0,0 1 1 0 0,-5 7 0 0 0,4-4 1 0 0,-3 4 65 0 0,0 0 1 0 0,2 0 0 0 0,-1 0-1 0 0,-5 20 1 0 0,5-10 23 0 0,0-2 4 0 0,-2 20-1 0 0,7-33-76 0 0,1 0 0 0 0,-1 0 0 0 0,1 0 0 0 0,0 0 0 0 0,1 0 0 0 0,-1 0 0 0 0,4 10 0 0 0,-3-14-28 0 0,1 0-1 0 0,0 0 1 0 0,0-1 0 0 0,1 1 0 0 0,-1-1 0 0 0,0 1-1 0 0,0-1 1 0 0,1 0 0 0 0,-1 1 0 0 0,5 0-1 0 0,-6-2-4 0 0,4 2 11 0 0,0-1 0 0 0,0 0-1 0 0,-1-1 1 0 0,1 1 0 0 0,1-1 0 0 0,-1 0 0 0 0,0 0-1 0 0,0-1 1 0 0,9-1 0 0 0,23-1 59 0 0,-22 4-27 0 0,1 0 0 0 0,-1 1 0 0 0,0 1-1 0 0,0 1 1 0 0,18 6 0 0 0,-29-9-37 0 0,-1 0 0 0 0,0 0 0 0 0,0 1 0 0 0,0 0 0 0 0,0-1-1 0 0,-1 1 1 0 0,1 0 0 0 0,0 0 0 0 0,-1 1 0 0 0,1-1 0 0 0,-1 0 0 0 0,0 1 0 0 0,0 0 0 0 0,0-1 0 0 0,0 1 0 0 0,0 0 0 0 0,0 0 0 0 0,-1 0 0 0 0,0 0 0 0 0,1 0-1 0 0,-1 1 1 0 0,0-1 0 0 0,-1 0 0 0 0,1 0 0 0 0,0 1 0 0 0,-1-1 0 0 0,0 1 0 0 0,0-1 0 0 0,0 0 0 0 0,-1 5 0 0 0,0-1 3 0 0,-1-1 1 0 0,0 0-1 0 0,0 0 1 0 0,0 0-1 0 0,-1 0 1 0 0,0-1 0 0 0,0 1-1 0 0,0-1 1 0 0,-1 1-1 0 0,0-1 1 0 0,0 0-1 0 0,0-1 1 0 0,0 1-1 0 0,-1-1 1 0 0,-5 4-1 0 0,-6 5 15 0 0,-1-1-1 0 0,0-1 0 0 0,-26 13 0 0 0,19-13 95 0 0,0 0 1 0 0,0-2-1 0 0,-1 0 1 0 0,0-2-1 0 0,-35 6 0 0 0,59-12-101 0 0,0-1 0 0 0,1 0 0 0 0,-1 0-1 0 0,1 0 1 0 0,-1 0 0 0 0,0 0 0 0 0,1 0 0 0 0,-1 0-1 0 0,0 0 1 0 0,1 0 0 0 0,-1 0 0 0 0,0 0 0 0 0,1 0-1 0 0,-1 0 1 0 0,0 0 0 0 0,1-1 0 0 0,-1 1 0 0 0,0 0-1 0 0,1 0 1 0 0,-1-1 0 0 0,1 1 0 0 0,-1 0 0 0 0,1-1-1 0 0,-1 1 1 0 0,1-1 0 0 0,-1 1 0 0 0,1-1-1 0 0,-1 0 1 0 0,0-1 28 0 0,1 1-1 0 0,-1-1 1 0 0,1 0-1 0 0,0 1 1 0 0,0-1 0 0 0,0 0-1 0 0,0 0 1 0 0,0 1-1 0 0,0-3 1 0 0,1-8 12 0 0,-1 12-280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1T05:28:08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4609 0 0,'3'1'408'0'0,"-1"2"-328"0"0,-1-1-80 0 0,-1-1 0 0 0,0 1 0 0 0,0 1 0 0 0,0 2 0 0 0,0-1 96 0 0,0-7-16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34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675 82 8754 0 0,'0'0'107'0'0,"0"-1"0"0"0,1 1 1 0 0,-1-1-1 0 0,0 0 0 0 0,0 1 1 0 0,0-1-1 0 0,1 0 0 0 0,-1 1 1 0 0,0-1-1 0 0,0 0 0 0 0,0 1 1 0 0,0-1-1 0 0,0 0 0 0 0,-1 1 1 0 0,1-1-1 0 0,0 0 0 0 0,0 1 1 0 0,0-1-1 0 0,0 0 0 0 0,-1 1 0 0 0,1-1 1 0 0,0 1-1 0 0,-1-1 0 0 0,1 0 1 0 0,0 1-1 0 0,-1-1 0 0 0,1 1 1 0 0,-1-1-1 0 0,1 1 0 0 0,-1-1 1 0 0,-16-15 2830 0 0,15 14-2873 0 0,-1 0 0 0 0,1 1 0 0 0,-1-1 0 0 0,1 1 0 0 0,-1 0 0 0 0,0 0 1 0 0,1 0-1 0 0,-1 0 0 0 0,0 0 0 0 0,0 0 0 0 0,0 1 0 0 0,0 0 0 0 0,0-1 0 0 0,0 1 0 0 0,0 0 0 0 0,0 0 0 0 0,-2 1 0 0 0,-7 1 482 0 0,0 1 1 0 0,0 0-1 0 0,-11 5 0 0 0,13-4-241 0 0,0-1 0 0 0,0 0 0 0 0,-16 2 0 0 0,12-5-138 0 0,-1 0 1 0 0,1-2-1 0 0,0 1 0 0 0,0-2 1 0 0,0 0-1 0 0,0-1 0 0 0,-23-8 1 0 0,15 4 561 0 0,-38-8 0 0 0,48 15-620 0 0,0 0 0 0 0,0 1 0 0 0,-1 1 0 0 0,1 0 0 0 0,-21 4 0 0 0,20-3-52 0 0,-1 0 0 0 0,0 0-1 0 0,-25-2 1 0 0,33-1 62 0 0,0 0 0 0 0,0-1 1 0 0,0 0-1 0 0,-11-5 0 0 0,13 5-11 0 0,-1 0-1 0 0,0 0 1 0 0,0 1-1 0 0,0-1 1 0 0,0 1 0 0 0,0 0-1 0 0,-6 0 1 0 0,10 1-100 0 0,1 0 0 0 0,0 0 0 0 0,-1 0 0 0 0,1 0 0 0 0,0 0 0 0 0,-1 0 0 0 0,1 0 0 0 0,0 0 0 0 0,0 1 0 0 0,-1-1 0 0 0,1 0 0 0 0,0 0 0 0 0,-1 0 0 0 0,1 0 0 0 0,0 1 0 0 0,-1-1 0 0 0,1 0 0 0 0,0 0 0 0 0,0 0 0 0 0,0 1 0 0 0,-1-1 0 0 0,1 0 0 0 0,0 1 0 0 0,0-1 0 0 0,0 0 0 0 0,-1 0 0 0 0,1 1 0 0 0,0-1 0 0 0,0 0 0 0 0,0 1 0 0 0,0-1 0 0 0,0 0 0 0 0,0 1 0 0 0,0-1 0 0 0,0 0 0 0 0,0 1 0 0 0,0-1 0 0 0,0 0 0 0 0,0 1 0 0 0,0-1 0 0 0,0 0 0 0 0,0 1 0 0 0,0-1 0 0 0,0 1-11 0 0,0 0-1 0 0,1-1 1 0 0,-1 1-1 0 0,0-1 1 0 0,0 1-1 0 0,0-1 1 0 0,1 1-1 0 0,-1-1 1 0 0,0 1 0 0 0,1-1-1 0 0,-1 0 1 0 0,0 1-1 0 0,1-1 1 0 0,-1 1-1 0 0,1-1 1 0 0,-1 0-1 0 0,0 1 1 0 0,1-1 0 0 0,-1 0-1 0 0,1 1 1 0 0,-1-1-1 0 0,1 0 1 0 0,-1 0-1 0 0,1 0 1 0 0,-1 0-1 0 0,1 1 1 0 0,0-1-1 0 0,0 0 1 0 0,2 0-322 0 0,0 0-83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35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 6449 0 0,'-4'-3'7433'0'0,"5"10"-3298"0"0,0-3-5971 0 0,2 3 1408 0 0,1 0 0 0 0,-1 0 1 0 0,1-1-1 0 0,1 1 0 0 0,-1-1 1 0 0,10 9-1 0 0,34 30 799 0 0,70 51 2745 0 0,-91-77-2124 0 0,1-1-1 0 0,48 24 0 0 0,-72-41-881 0 0,-2 1-49 0 0,0-1 0 0 0,0 0 0 0 0,0 0 0 0 0,0-1 0 0 0,0 1 0 0 0,0 0 0 0 0,0-1-1 0 0,0 1 1 0 0,0-1 0 0 0,3 0 0 0 0,-29-2-277 0 0,10 4 38 0 0,0 0-1 0 0,0 1 0 0 0,0 1 1 0 0,1 0-1 0 0,-1 1 0 0 0,1 0 1 0 0,0 1-1 0 0,1 1 0 0 0,-18 12 1 0 0,13-8 316 0 0,2 2 1 0 0,0 0 0 0 0,0 1-1 0 0,2 0 1 0 0,-1 1 0 0 0,-12 20-1 0 0,24-32 4 0 0,-1 1 0 0 0,1-1-1 0 0,1 0 1 0 0,-1 1 0 0 0,1-1 0 0 0,-1 1-1 0 0,1 0 1 0 0,0-1 0 0 0,0 1 0 0 0,0 5-1 0 0,1-6-174 0 0,0-1 0 0 0,0 0 0 0 0,0 0-1 0 0,0 0 1 0 0,0 0 0 0 0,1 0 0 0 0,-1 1 0 0 0,1-1-1 0 0,0 0 1 0 0,-1 0 0 0 0,1 0 0 0 0,0 0 0 0 0,0-1-1 0 0,1 1 1 0 0,-1 0 0 0 0,0 0 0 0 0,0-1-1 0 0,1 1 1 0 0,2 2 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37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1815 0 4145 0 0,'-2'0'235'0'0,"1"0"1"0"0,-1 0-1 0 0,1 1 0 0 0,-1-1 1 0 0,1 0-1 0 0,-1 1 0 0 0,1-1 1 0 0,-1 0-1 0 0,1 1 0 0 0,0 0 1 0 0,-1-1-1 0 0,1 1 0 0 0,0 0 1 0 0,0 0-1 0 0,-1 0 0 0 0,1-1 1 0 0,0 1-1 0 0,0 1 0 0 0,0-1 1 0 0,-2 2-1 0 0,1 1 436 0 0,-1 1 0 0 0,0 0-1 0 0,1 0 1 0 0,-2 8 0 0 0,-9 15 698 0 0,10-22-1279 0 0,-1 0 3 0 0,1 0 0 0 0,-1 0 1 0 0,0-1-1 0 0,-1 1 0 0 0,-8 8 0 0 0,12-13-42 0 0,-1 0 1 0 0,1-1-1 0 0,0 1 0 0 0,-1 0 0 0 0,1 0 0 0 0,-1-1 1 0 0,1 1-1 0 0,-1 0 0 0 0,1-1 0 0 0,-1 0 0 0 0,1 1 1 0 0,-1-1-1 0 0,1 0 0 0 0,-1 0 0 0 0,0 0 0 0 0,1 0 0 0 0,-1 0 1 0 0,0 0-1 0 0,1 0 0 0 0,-1 0 0 0 0,1-1 0 0 0,-1 1 1 0 0,1-1-1 0 0,-1 1 0 0 0,1-1 0 0 0,-1 0 0 0 0,1 1 1 0 0,-1-1-1 0 0,1 0 0 0 0,-2-1 0 0 0,-8-6 366 0 0,-6-4 10 0 0,-29-15 0 0 0,39 24-511 0 0,0 0 1 0 0,0 0 0 0 0,-1 1 0 0 0,1 0 0 0 0,-1 0 0 0 0,0 1 0 0 0,-11-1 0 0 0,-18-1-75 0 0,19 1 145 0 0,-27 1 0 0 0,36 2 23 0 0,0 1 1 0 0,0 0 0 0 0,0 0 0 0 0,-10 4 0 0 0,8-2 121 0 0,1-1 0 0 0,-17 3 0 0 0,5-2 28 0 0,1 0-1 0 0,0 1 1 0 0,0 1-1 0 0,1 1 1 0 0,0 1-1 0 0,0 1 1 0 0,-20 12 0 0 0,25-11 112 0 0,10-7-206 0 0,0 1 0 0 0,-1-1 0 0 0,1 0 0 0 0,-9 2-1 0 0,12-4-66 0 0,-1 0-1 0 0,0-1 1 0 0,1 1-1 0 0,-1-1 1 0 0,0 0-1 0 0,0 0 1 0 0,0 0-1 0 0,1 0 0 0 0,-1 0 1 0 0,0-1-1 0 0,1 1 1 0 0,-1-1-1 0 0,-3-1 1 0 0,-11-5-66 0 0,1 0 1 0 0,0-2-1 0 0,-18-11 0 0 0,21 11-195 0 0,0 1 0 0 0,-1 0 0 0 0,0 1-1 0 0,-29-10 1 0 0,36 16 119 0 0,0-1-1 0 0,0 1 1 0 0,1 0-1 0 0,-1 0 1 0 0,0 1-1 0 0,0 0 1 0 0,0 0-1 0 0,0 1 1 0 0,0 0 0 0 0,0 0-1 0 0,0 0 1 0 0,1 1-1 0 0,-1 0 1 0 0,1 0-1 0 0,-11 6 1 0 0,7-4 635 0 0,0 0 1 0 0,0-1-1 0 0,-15 2 1 0 0,19-4-387 0 0,-1 1 0 0 0,0-1 0 0 0,1 1 0 0 0,-1 0 0 0 0,1 1 0 0 0,0-1 0 0 0,0 1 0 0 0,0 0 0 0 0,0 1 0 0 0,-8 6 1 0 0,8-4-89 0 0,0 0 0 0 0,-8 12 0 0 0,10-12-18 0 0,0-1 0 0 0,0 1-1 0 0,-1-1 1 0 0,-8 7 0 0 0,11-11 0 0 0,0 1 0 0 0,0-1 0 0 0,0 0 0 0 0,0 0 0 0 0,0 0 0 0 0,0 0 0 0 0,0 0 0 0 0,-1-1 0 0 0,1 1 0 0 0,0-1 0 0 0,0 1 0 0 0,-1-1 0 0 0,1 0 0 0 0,-1 0 0 0 0,1 0 0 0 0,0 0 0 0 0,-4-1 0 0 0,-4-1 157 0 0,-1-1 0 0 0,1 0 0 0 0,0-1 0 0 0,-14-7 0 0 0,16 7-104 0 0,0 0 0 0 0,-1 1 0 0 0,1-1 0 0 0,-1 2 0 0 0,0-1-1 0 0,0 1 1 0 0,-10-1 0 0 0,4 3-53 0 0,0 0 0 0 0,1 0 0 0 0,-1 2 0 0 0,1 0 0 0 0,-1 0 0 0 0,1 2 0 0 0,0-1 0 0 0,-19 9 0 0 0,27-10 0 0 0,0 0 0 0 0,-1 0 0 0 0,1 0 0 0 0,-1-1 0 0 0,0 0 0 0 0,1 0 0 0 0,-1-1 0 0 0,-10 0 0 0 0,0-2 0 0 0,-32-7 0 0 0,30 4 0 0 0,-33-2 0 0 0,51 7 3 0 0,1-1-1 0 0,-1 1 1 0 0,0 0 0 0 0,1 0-1 0 0,-1 0 1 0 0,0 0-1 0 0,1 0 1 0 0,-1 0 0 0 0,0 0-1 0 0,0 0 1 0 0,1 0 0 0 0,-1 0-1 0 0,0 1 1 0 0,1-1-1 0 0,-1 0 1 0 0,0 0 0 0 0,1 1-1 0 0,-1-1 1 0 0,1 0-1 0 0,-1 1 1 0 0,0-1 0 0 0,1 0-1 0 0,-1 1 1 0 0,1-1 0 0 0,-1 1-1 0 0,1-1 1 0 0,-1 1-1 0 0,1-1 1 0 0,0 1 0 0 0,-1 0-1 0 0,1-1 1 0 0,-1 2-1 0 0,1 0-174 0 0,0 0-1 0 0,0 1 1 0 0,0-1-1 0 0,0 0 1 0 0,1 0-1 0 0,-1 0 1 0 0,0 0-1 0 0,1 0 1 0 0,1 4-1 0 0,1 1-6166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43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473 976 5065 0 0,'2'-1'457'0'0,"-1"0"0"0"0,1 1 0 0 0,0-1 0 0 0,0 0 0 0 0,0 1 1 0 0,-1 0-1 0 0,1-1 0 0 0,0 1 0 0 0,0 0 0 0 0,0 0 0 0 0,0 0 0 0 0,0 0 0 0 0,-1 0 0 0 0,1 0 0 0 0,4 1 0 0 0,29 11 1615 0 0,-18-6-2043 0 0,13 3 261 0 0,0 0 0 0 0,60 7-1 0 0,-77-15 116 0 0,0 0 0 0 0,0-1 0 0 0,0-1-1 0 0,1 0 1 0 0,-1-1 0 0 0,0 0 0 0 0,0-1 0 0 0,-1-1-1 0 0,21-7 1 0 0,2-5-293 0 0,-1 0 0 0 0,-1-3 0 0 0,-1 0 0 0 0,38-31-1 0 0,-54 37-51 0 0,-1-1 1 0 0,0 0-1 0 0,-1-1 0 0 0,-1-1 0 0 0,0 0 0 0 0,-2-1 0 0 0,1 0 0 0 0,-2-1 0 0 0,13-27 0 0 0,-18 31-43 0 0,0 0 0 0 0,-1 0-1 0 0,-1-1 1 0 0,0 1-1 0 0,-1-1 1 0 0,0 1 0 0 0,-1-1-1 0 0,-1 0 1 0 0,-2-23-1 0 0,-1 20 30 0 0,0 0 0 0 0,-2 0 0 0 0,0 0-1 0 0,0 0 1 0 0,-2 1 0 0 0,0 0 0 0 0,-13-20 0 0 0,7 14-32 0 0,-2 1 0 0 0,0 0 1 0 0,-2 1-1 0 0,0 1 0 0 0,-2 1 1 0 0,0 0-1 0 0,0 1 0 0 0,-2 1 1 0 0,0 1-1 0 0,-1 1 0 0 0,-43-22 1 0 0,17 13-31 0 0,-2 2 0 0 0,0 2 0 0 0,-86-22 0 0 0,119 38 16 0 0,0 2 0 0 0,1 0 0 0 0,-1 0 0 0 0,0 2 0 0 0,-23 1 0 0 0,29 1 0 0 0,-1 0 0 0 0,1 0 0 0 0,0 1 0 0 0,0 0 0 0 0,0 1 0 0 0,1 1 0 0 0,-1-1 0 0 0,-17 13 0 0 0,-19 17 0 0 0,-69 65 0 0 0,54-44 0 0 0,45-40 109 0 0,1 0 0 0 0,1 1 1 0 0,0 1-1 0 0,2 1 0 0 0,-1 0 1 0 0,2 1-1 0 0,1 0 0 0 0,0 0 1 0 0,1 2-1 0 0,-10 32 0 0 0,18-48-102 0 0,1 0-1 0 0,0 1 1 0 0,0-1-1 0 0,0 1 1 0 0,1-1-1 0 0,0 1 1 0 0,0-1-1 0 0,1 1 0 0 0,-1-1 1 0 0,3 10-1 0 0,0-6 34 0 0,0-1 1 0 0,0 0-1 0 0,1 0 0 0 0,0 0 0 0 0,0 0 0 0 0,6 7 0 0 0,6 5 132 0 0,0 0-1 0 0,2-1 1 0 0,30 26-1 0 0,61 42 272 0 0,-65-53-321 0 0,-11-9 45 0 0,1-2 0 0 0,1-2 0 0 0,43 21-1 0 0,-49-33 512 0 0,-28-8-656 0 0,-22 3-699 0 0,12-4-1243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49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1228 1648 6913 0 0,'4'-1'1043'0'0,"0"-1"-1"0"0,1 1 0 0 0,-1 1 0 0 0,0-1 0 0 0,6 1 0 0 0,-1 0-1022 0 0,0 1 1 0 0,0 0-1 0 0,10 4 0 0 0,-13-4 163 0 0,51 11 1739 0 0,0-3 0 0 0,1-2 0 0 0,82 0 0 0 0,65-15-1378 0 0,34-1-841 0 0,121-11 1544 0 0,-290 19-1142 0 0,-49 2-57 0 0,34-4 0 0 0,-55 3-48 0 0,1 0 0 0 0,-1 0 0 0 0,0 0 0 0 0,1 0 0 0 0,-1 0 0 0 0,1 0 0 0 0,-1 0 0 0 0,0-1 0 0 0,1 1 0 0 0,-1 0 0 0 0,0 0 0 0 0,1 0 0 0 0,-1-1 0 0 0,0 1 0 0 0,1 0 0 0 0,-1 0 0 0 0,0-1 0 0 0,0 1 0 0 0,1 0 0 0 0,-1 0 0 0 0,0-1 0 0 0,0 1 0 0 0,1 0 0 0 0,-1-1 0 0 0,0 1 0 0 0,0-1 0 0 0,0 1 0 0 0,-1-14 0 0 0,-12-17 0 0 0,10 25 0 0 0,1 0 3 0 0,0 1 0 0 0,0 0 0 0 0,1-1 0 0 0,0 1 0 0 0,0-1 0 0 0,0 1 1 0 0,1-1-1 0 0,0 1 0 0 0,0-8 0 0 0,2-8 26 0 0,6-23 0 0 0,-1 0-1 0 0,-1-32 48 0 0,-5-101 0 0 0,1 62-97 0 0,-2 115 18 0 0,1-4-13 0 0,-1 1 1 0 0,-1 0-1 0 0,1-1 0 0 0,0 1 1 0 0,-1 0-1 0 0,0-1 1 0 0,-1-4-1 0 0,1 8 16 0 0,1 0 0 0 0,0 1-1 0 0,0-1 1 0 0,-1 0 0 0 0,1 1-1 0 0,0-1 1 0 0,0 0-1 0 0,-1 0 1 0 0,1 1 0 0 0,0-1-1 0 0,0 0 1 0 0,0 1 0 0 0,0-1-1 0 0,-1 1 1 0 0,1-1 0 0 0,0 0-1 0 0,0 1 1 0 0,0-1 0 0 0,0 0-1 0 0,0 1 1 0 0,0-1 0 0 0,0 1-1 0 0,0-1 1 0 0,0 0 0 0 0,0 1-1 0 0,0-1 1 0 0,0 0 0 0 0,0 1-1 0 0,1 0 1 0 0,8 8-22 0 0,-6-8 17 0 0,0 1 1 0 0,0-1-1 0 0,0 0 1 0 0,0 0-1 0 0,0 0 0 0 0,4 0 1 0 0,-2 0 19 0 0,0-2 0 0 0,0 1 0 0 0,0 0 1 0 0,0-1-1 0 0,0 0 0 0 0,0 0 0 0 0,0-1 0 0 0,7-2 0 0 0,37-22 235 0 0,-9 5-131 0 0,-22 13-102 0 0,-1-1-1 0 0,0 0 1 0 0,-1-1-1 0 0,25-20 1 0 0,-32 23-11 0 0,-1-2 1 0 0,0 1 0 0 0,0-1-1 0 0,0 0 1 0 0,-2-1 0 0 0,1 0 0 0 0,-1 0-1 0 0,8-19 1 0 0,-4 5-54 0 0,-2-1-1 0 0,0-1 0 0 0,-2 1 1 0 0,-1-1-1 0 0,3-43 1 0 0,-6 27-54 0 0,-2 1 0 0 0,-11-78 0 0 0,10 113 92 0 0,0-1 1 0 0,-1 1-1 0 0,1-1 1 0 0,-2 1-1 0 0,1 0 1 0 0,-1 0 0 0 0,1 0-1 0 0,-2 0 1 0 0,1 0-1 0 0,-1 0 1 0 0,-8-9-1 0 0,5 8-54 0 0,0 1 0 0 0,0 0 1 0 0,-1 0-1 0 0,0 0 0 0 0,0 1 0 0 0,0 0 1 0 0,-15-6-1 0 0,-33-12-258 0 0,28 13 289 0 0,1-2 0 0 0,1-1 0 0 0,-27-17 1 0 0,7-2 31 0 0,-2 1 0 0 0,-1 3 0 0 0,-82-34 0 0 0,100 51 0 0 0,0 1 0 0 0,0 2 0 0 0,0 1 0 0 0,-1 1 0 0 0,0 2 0 0 0,-48 0 0 0 0,-175 24-472 0 0,190-13 38 0 0,-44 0-32 0 0,-112-7 0 0 0,122-2 1063 0 0,22 4-65 0 0,-140 25-1 0 0,4-1-537 0 0,133-23 90 0 0,-126-12 1 0 0,-78-27 476 0 0,263 33-544 0 0,5 0 28 0 0,0 1 0 0 0,-25 0 0 0 0,35 2-37 0 0,1 0-1 0 0,0 1 0 0 0,0 0 0 0 0,0 0 0 0 0,0 0 1 0 0,0 1-1 0 0,0-1 0 0 0,0 1 0 0 0,0 0 0 0 0,0 1 0 0 0,1-1 1 0 0,-5 4-1 0 0,6-4-7 0 0,-6 4 13 0 0,1 0 1 0 0,1 1-1 0 0,-10 9 0 0 0,14-13-7 0 0,1 1 0 0 0,-1-1 0 0 0,1 1-1 0 0,0-1 1 0 0,0 1 0 0 0,0 0 0 0 0,1 0 0 0 0,0 0 0 0 0,-1 0-1 0 0,0 8 1 0 0,-11 128 261 0 0,-40 318-753 0 0,54-443 413 0 0,-1-12 65 0 0,0 0 0 0 0,1 0 0 0 0,-1 0 0 0 0,-1 0 0 0 0,1 0 0 0 0,-1 3 0 0 0,2-8 87 0 0,1 0 1 0 0,-1 0-1 0 0,0 0 0 0 0,1 1 1 0 0,-1-1-1 0 0,1 0 0 0 0,-1 1 1 0 0,1-1-1 0 0,0 1 0 0 0,0-1 1 0 0,3-1-1 0 0,26-12 99 0 0,-22 12-184 0 0,1 1 0 0 0,0-1 0 0 0,0 2 0 0 0,0 0 0 0 0,0 0 0 0 0,0 0 0 0 0,0 1 0 0 0,1 1 1 0 0,-1 0-1 0 0,0 0 0 0 0,0 1 0 0 0,0 0 0 0 0,10 5 0 0 0,14 5-204 0 0,-1 2 0 0 0,43 25 0 0 0,-19-9 103 0 0,155 89-439 0 0,-192-107 573 0 0,-15-9-48 0 0,-3-2 30 0 0,0 1 0 0 0,0-1 0 0 0,0 0 0 0 0,1 1 0 0 0,-2 0 0 0 0,1-1 0 0 0,2 3-1 0 0,-4-4-2 0 0,0 1-1 0 0,1-1 0 0 0,-1 1 0 0 0,0-1 1 0 0,0 1-1 0 0,0-1 0 0 0,0 1 1 0 0,1-1-1 0 0,-1 1 0 0 0,0 0 0 0 0,0-1 1 0 0,0 1-1 0 0,0-1 0 0 0,0 1 0 0 0,0-1 1 0 0,-1 1-1 0 0,1-1 0 0 0,0 1 0 0 0,0-1 1 0 0,0 1-1 0 0,0-1 0 0 0,-1 1 0 0 0,1-1 1 0 0,0 1-1 0 0,0-1 0 0 0,-1 1 1 0 0,1-1-1 0 0,0 1 0 0 0,-1-1 0 0 0,1 0 1 0 0,-1 1-1 0 0,1-1 0 0 0,0 1 0 0 0,-1-1 1 0 0,1 0-1 0 0,-2 1 0 0 0,-20 18 9 0 0,0 1 1 0 0,1 1-1 0 0,1 0 0 0 0,-30 43 1 0 0,44-55-15 0 0,0 2 1 0 0,0-1-1 0 0,1 0 1 0 0,0 1-1 0 0,1 0 0 0 0,0 0 1 0 0,1 1-1 0 0,0-1 1 0 0,1 1-1 0 0,1-1 1 0 0,-1 1-1 0 0,2 0 1 0 0,-1-1-1 0 0,4 22 1 0 0,-1-17 17 0 0,1 0 1 0 0,0-1-1 0 0,2 0 0 0 0,0 0 1 0 0,0 0-1 0 0,1 0 0 0 0,1-1 1 0 0,1 0-1 0 0,0-1 0 0 0,0 1 1 0 0,1-2-1 0 0,1 1 1 0 0,0-1-1 0 0,1-1 0 0 0,1 1 1 0 0,-1-2-1 0 0,2 0 0 0 0,-1 0 1 0 0,1-1-1 0 0,1-1 1 0 0,15 8-1 0 0,-7-8-31 0 0,0-1 1 0 0,1 0-1 0 0,0-2 0 0 0,37 5 1 0 0,-18-3 3 0 0,-23-5 4 0 0,0 0-1 0 0,0-1 1 0 0,0-1 0 0 0,23-2-1 0 0,73-16-29 0 0,-85 12 33 0 0,-23 5-22 0 0,1 0-1 0 0,-1 0 1 0 0,1 0 0 0 0,-1 1 0 0 0,9 1 0 0 0,-8 0-383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53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8 106 5529 0 0,'-3'-8'7101'0'0,"-2"-2"-1050"0"0,5 9-5976 0 0,0 1 0 0 0,0 0 1 0 0,0 0-1 0 0,0 0 1 0 0,0 0-1 0 0,0 0 1 0 0,0-1-1 0 0,0 1 1 0 0,0 0-1 0 0,0 0 1 0 0,0 0-1 0 0,1 0 1 0 0,-1 0-1 0 0,0 0 1 0 0,0-1-1 0 0,0 1 1 0 0,0 0-1 0 0,0 0 0 0 0,0 0 1 0 0,0 0-1 0 0,0 0 1 0 0,0 0-1 0 0,0 0 1 0 0,0 0-1 0 0,0-1 1 0 0,1 1-1 0 0,-1 0 1 0 0,0 0-1 0 0,0 0 1 0 0,0 0-1 0 0,0 0 1 0 0,0 0-1 0 0,0 0 1 0 0,1 0-1 0 0,-1 0 0 0 0,0 0 1 0 0,0 0-1 0 0,0 0 1 0 0,0 0-1 0 0,0 0 1 0 0,0 0-1 0 0,1 0 1 0 0,-1 0-1 0 0,0 0 1 0 0,0 0-1 0 0,0 0 1 0 0,0 0-1 0 0,0 0 1 0 0,0 0-1 0 0,1 0 1 0 0,-1 0-1 0 0,0 0 0 0 0,0 0 1 0 0,1 1 1005 0 0,17 5-369 0 0,-14-5-627 0 0,-1 0-1 0 0,1-1 1 0 0,-1 1-1 0 0,1-1 0 0 0,-1 0 1 0 0,1 0-1 0 0,-1 0 1 0 0,1 0-1 0 0,-1-1 0 0 0,1 1 1 0 0,-1-1-1 0 0,1 0 1 0 0,-1 0-1 0 0,1 0 1 0 0,2-2-1 0 0,7-3-1 0 0,0-1 0 0 0,17-14 0 0 0,-19 14-32 0 0,0 0 0 0 0,15-8 0 0 0,-14 10-155 0 0,0 1 0 0 0,1 0 0 0 0,15-3 0 0 0,-21 6 33 0 0,-1 0-1 0 0,1 0 1 0 0,0 1-1 0 0,0 0 1 0 0,0 0 0 0 0,-1 1-1 0 0,14 2 1 0 0,-18-2 65 0 0,-1-1-1 0 0,0 1 1 0 0,1 0 0 0 0,-1 0 0 0 0,0 0-1 0 0,0 0 1 0 0,0 0 0 0 0,1 0 0 0 0,-1 0 0 0 0,0 0-1 0 0,0 0 1 0 0,0 0 0 0 0,-1 0 0 0 0,1 1-1 0 0,0-1 1 0 0,0 0 0 0 0,-1 1 0 0 0,1-1 0 0 0,-1 1-1 0 0,1-1 1 0 0,-1 1 0 0 0,1-1 0 0 0,-1 1-1 0 0,0-1 1 0 0,0 1 0 0 0,0 1 0 0 0,1 7-64 0 0,-1 1 0 0 0,-3 18 1 0 0,2-17 48 0 0,1-3 40 0 0,-1-1 0 0 0,0 1-1 0 0,-1-1 1 0 0,0 0-1 0 0,0 0 1 0 0,-1 0 0 0 0,-7 14-1 0 0,9-20-14 0 0,0 1 0 0 0,0-1-1 0 0,-1 0 1 0 0,0 0 0 0 0,1 0 0 0 0,-1 0-1 0 0,0 0 1 0 0,0 0 0 0 0,0-1-1 0 0,0 1 1 0 0,0 0 0 0 0,0-1-1 0 0,0 0 1 0 0,-1 1 0 0 0,1-1 0 0 0,0 0-1 0 0,-1 0 1 0 0,1-1 0 0 0,-1 1-1 0 0,0 0 1 0 0,1-1 0 0 0,-1 0-1 0 0,1 1 1 0 0,-1-1 0 0 0,0 0 0 0 0,1 0-1 0 0,-1 0 1 0 0,1-1 0 0 0,-4 0-1 0 0,5 1-173 0 0,0 0-1 0 0,1 0 0 0 0,-1-1 1 0 0,0 1-1 0 0,1 0 0 0 0,-1 0 0 0 0,1-1 1 0 0,-1 1-1 0 0,0 0 0 0 0,1-1 1 0 0,-1 1-1 0 0,1-1 0 0 0,-1 1 1 0 0,1 0-1 0 0,-1-2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53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5241 0 0,'5'1'1200'0'0,"1"0"-1"0"0,-1 0 1 0 0,1 0 0 0 0,-1 0-1 0 0,1 1 1 0 0,-1 0 0 0 0,0 0-1 0 0,1 1 1 0 0,-1-1 0 0 0,-1 1-1 0 0,7 4 1 0 0,6 6 469 0 0,24 22-1 0 0,-33-27-1605 0 0,0 1-1 0 0,0-1 1 0 0,-1 1-1 0 0,0 1 1 0 0,-1-1-1 0 0,0 1 1 0 0,7 15-1 0 0,-11-20-78 0 0,0 0 0 0 0,0 0 1 0 0,0 0-1 0 0,-1 0 0 0 0,0 1 0 0 0,0-1 0 0 0,0 0 0 0 0,0 1 0 0 0,-1-1 1 0 0,0 0-1 0 0,0 1 0 0 0,-1-1 0 0 0,0 1 0 0 0,0-1 0 0 0,0 0 1 0 0,0 0-1 0 0,-1 0 0 0 0,-2 6 0 0 0,-6 3-900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54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1 153 5529 0 0,'0'0'538'0'0,"1"-1"0"0"0,-1 0 0 0 0,1 0-1 0 0,-1 1 1 0 0,0-1 0 0 0,1 0 0 0 0,-1 0-1 0 0,0 0 1 0 0,1 1 0 0 0,-1-1 0 0 0,0 0 0 0 0,0 0-1 0 0,0 0 1 0 0,0 0 0 0 0,0 0 0 0 0,0 0 0 0 0,0-1-1 0 0,0 0-84 0 0,0 1 0 0 0,0-1-1 0 0,0 0 1 0 0,0 1-1 0 0,1-1 1 0 0,-1 0 0 0 0,0 1-1 0 0,2-4 1 0 0,5-2-109 0 0,0 1 1 0 0,0-1-1 0 0,1 2 1 0 0,0-1-1 0 0,0 1 1 0 0,0 0-1 0 0,1 0 1 0 0,11-3-1 0 0,-1-2-272 0 0,2-1-65 0 0,5-2-664 0 0,42-17 1 0 0,-68 30 623 0 0,0 0 0 0 0,1 0 0 0 0,-1 0 0 0 0,1 0 0 0 0,-1 0 0 0 0,0-1 0 0 0,1 1 0 0 0,-1 0 0 0 0,0 0 0 0 0,1 1 0 0 0,-1-1 0 0 0,0 0 0 0 0,1 0 0 0 0,-1 0 0 0 0,0 0 1 0 0,1 0-1 0 0,-1 0 0 0 0,0 0 0 0 0,1 0 0 0 0,-1 1 0 0 0,0-1 0 0 0,1 0 0 0 0,-1 0 0 0 0,0 1 0 0 0,1-1 0 0 0,-1 0 0 0 0,0 0 0 0 0,1 1 0 0 0,4 13-520 0 0,-2 18 20 0 0,-3-29 430 0 0,0 21 62 0 0,-2-1 1 0 0,0 0-1 0 0,-7 25 0 0 0,1-3 36 0 0,8-43 116 0 0,0-1 0 0 0,0 1 0 0 0,0-1 0 0 0,0 1 1 0 0,1 0-1 0 0,-1-1 0 0 0,0 1 0 0 0,1 0 0 0 0,-1-1 0 0 0,1 1 0 0 0,0-1 0 0 0,-1 1 0 0 0,2 1 0 0 0,-2-2-89 0 0,1-1 0 0 0,-1 0-1 0 0,0 1 1 0 0,1-1-1 0 0,-1 0 1 0 0,0 1-1 0 0,1-1 1 0 0,-1 0-1 0 0,0 0 1 0 0,1 1-1 0 0,-1-1 1 0 0,0 0-1 0 0,1 0 1 0 0,-1 1 0 0 0,1-1-1 0 0,-1 0 1 0 0,1 0-1 0 0,-1 0 1 0 0,1 0-1 0 0,-1 0 1 0 0,0 0-1 0 0,1 0 1 0 0,-1 0-1 0 0,1 0 1 0 0,-1 0-1 0 0,1 0 1 0 0,-1 0 0 0 0,1 0-1 0 0,-1 0 1 0 0,1 0-1 0 0,-1 0 1 0 0,0 0-1 0 0,1-1 1 0 0,-1 1-1 0 0,1 0 1 0 0,-1 0-1 0 0,0 0 1 0 0,1-1-1 0 0,-1 1 1 0 0,0 0 0 0 0,1-1-1 0 0,-1 1 1 0 0,0 0-1 0 0,1-1 1 0 0,-1 1-1 0 0,0 0 1 0 0,0-1-1 0 0,1 1 1 0 0,-1-1-1 0 0,0 0 1 0 0,2-2-1688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55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20 4897 0 0,'3'2'2959'0'0,"-3"-2"-2812"0"0,0 0 1 0 0,0 0 0 0 0,1 0 0 0 0,-1 1 0 0 0,0-1 0 0 0,0 0 0 0 0,0 0 0 0 0,0 0 0 0 0,0 1 0 0 0,0-1 0 0 0,0 0 0 0 0,0 0 0 0 0,0 0 0 0 0,0 0-1 0 0,-1 2 1481 0 0,1-1-1480 0 0,-6 10 2116 0 0,6-9-2554 0 0,-2 1 451 0 0,0 1-1 0 0,1-1 0 0 0,-1 1 1 0 0,1-1-1 0 0,0 1 0 0 0,0 0 1 0 0,0-1-1 0 0,1 1 0 0 0,0 0 1 0 0,-1 0-1 0 0,1 0 0 0 0,0-1 1 0 0,1 1-1 0 0,-1 0 1 0 0,1 0-1 0 0,-1-1 0 0 0,1 1 1 0 0,1 0-1 0 0,-1-1 0 0 0,0 1 1 0 0,1-1-1 0 0,-1 1 0 0 0,1-1 1 0 0,0 0-1 0 0,0 0 0 0 0,1 1 1 0 0,-1-2-1 0 0,1 1 0 0 0,-1 0 1 0 0,1 0-1 0 0,0-1 0 0 0,0 0 1 0 0,4 3-1 0 0,-6-4-188 0 0,1 0 0 0 0,-1 0 0 0 0,1 0 0 0 0,0 0 1 0 0,0 0-1 0 0,-1 0 0 0 0,1-1 0 0 0,0 1 0 0 0,0-1 0 0 0,0 1 0 0 0,-1-1 0 0 0,1 0 0 0 0,0 0 0 0 0,0 0 0 0 0,0 0 0 0 0,0 0 0 0 0,0 0 1 0 0,0 0-1 0 0,-1-1 0 0 0,1 1 0 0 0,0-1 0 0 0,0 1 0 0 0,0-1 0 0 0,-1 0 0 0 0,1 0 0 0 0,0 0 0 0 0,-1 1 0 0 0,1-2 0 0 0,-1 1 0 0 0,1 0 1 0 0,-1 0-1 0 0,1 0 0 0 0,-1-1 0 0 0,2-1 0 0 0,0-1-56 0 0,-1 0 0 0 0,1 0 0 0 0,-1 0 0 0 0,0 0 0 0 0,0 0 0 0 0,-1-1 0 0 0,1 1 0 0 0,-1 0 0 0 0,0-1 0 0 0,0 0 1 0 0,0 1-1 0 0,0-10 0 0 0,-1 10 22 0 0,-1-1 0 0 0,1 0 0 0 0,-1 0 0 0 0,0 1 0 0 0,0-1 0 0 0,0 0 0 0 0,-1 1 0 0 0,0 0 0 0 0,0-1 0 0 0,0 1 0 0 0,0 0 0 0 0,-6-7 1 0 0,7 9 57 0 0,0 1 1 0 0,0-1 0 0 0,-1 1 0 0 0,1 0 0 0 0,0-1-1 0 0,-1 1 1 0 0,1 0 0 0 0,-1 0 0 0 0,0 0 0 0 0,1 0 0 0 0,-1 0-1 0 0,0 1 1 0 0,0-1 0 0 0,1 0 0 0 0,-1 1 0 0 0,0-1 0 0 0,0 1-1 0 0,0 0 1 0 0,0 0 0 0 0,0 0 0 0 0,0 0 0 0 0,1 0 0 0 0,-1 0-1 0 0,0 0 1 0 0,0 0 0 0 0,0 1 0 0 0,0-1 0 0 0,0 1 0 0 0,1-1-1 0 0,-1 1 1 0 0,0 0 0 0 0,0 0 0 0 0,1 0 0 0 0,-3 1-1 0 0,-8 8-340 0 0,8-4-4170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55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3225 0 0,'4'2'15475'0'0,"-2"7"-15108"0"0,1 1 1 0 0,-1-1-1 0 0,2 0 1 0 0,-1 0-1 0 0,1 0 0 0 0,10 15 1 0 0,5 13-254 0 0,-18-32-492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19:55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2304 0 0,'1'-1'250'0'0,"0"1"-1"0"0,1-1 0 0 0,-1 1 0 0 0,0 0 0 0 0,0 0 0 0 0,1 0 0 0 0,-1 0 0 0 0,0 0 0 0 0,1 0 0 0 0,-1 0 0 0 0,0 0 0 0 0,1 0 0 0 0,-1 0 1 0 0,0 1-1 0 0,0-1 0 0 0,1 0 0 0 0,-1 1 0 0 0,0 0 0 0 0,0-1 0 0 0,0 1 0 0 0,1-1 0 0 0,-1 1 0 0 0,0 0 0 0 0,0 0 0 0 0,0 0 0 0 0,0 0 1 0 0,-1 0-1 0 0,2 1 0 0 0,1 1 287 0 0,0 1 1 0 0,0-1 0 0 0,-1 1 0 0 0,1 0-1 0 0,-1 0 1 0 0,0 0 0 0 0,2 4 0 0 0,0 9 494 0 0,0 0 1 0 0,-1 1-1 0 0,-1-1 0 0 0,0 33 1 0 0,1 13-387 0 0,15 34-147 0 0,-8-51 200 0 0,-9-45-675 0 0,-1-1 0 0 0,0 0-1 0 0,0 0 1 0 0,0 1-1 0 0,0-1 1 0 0,0 0 0 0 0,0 1-1 0 0,0-1 1 0 0,1 0 0 0 0,-1 1-1 0 0,0-1 1 0 0,0 0-1 0 0,0 1 1 0 0,0-1 0 0 0,0 0-1 0 0,-1 1 1 0 0,1-1-1 0 0,0 0 1 0 0,0 1 0 0 0,0-1-1 0 0,0 0 1 0 0,0 1-1 0 0,0-1 1 0 0,0 0 0 0 0,-1 1-1 0 0,1-1 1 0 0,0 0-1 0 0,0 0 1 0 0,0 1 0 0 0,-1-1-1 0 0,1 0 1 0 0,0 0-1 0 0,0 1 1 0 0,-1-1 0 0 0,1 0-1 0 0,0 0 1 0 0,-1 0 0 0 0,1 0-1 0 0,0 1 1 0 0,-1-1-1 0 0,-14-3 584 0 0,-1 0-7796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3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2304 0 0,'5'-13'2339'0'0,"-5"12"-1286"0"0,0-1 1 0 0,1 1 0 0 0,-1-1 0 0 0,1 1 0 0 0,-1 0 0 0 0,1-1 0 0 0,0 1-1 0 0,-1 0 1 0 0,1 0 0 0 0,1-2 0 0 0,6 1 3324 0 0,4 6-4071 0 0,10 12 254 0 0,-15-10-159 0 0,0-1 1 0 0,0 0-1 0 0,15 7 1 0 0,-21-11-367 0 0,1 0-1 0 0,0-1 1 0 0,-1 1 0 0 0,1 0 0 0 0,-1-1 0 0 0,1 0-1 0 0,0 1 1 0 0,0-1 0 0 0,-1 0 0 0 0,1 0-1 0 0,0 0 1 0 0,-1 0 0 0 0,1 0 0 0 0,0-1 0 0 0,-1 1-1 0 0,1 0 1 0 0,0-1 0 0 0,-1 1 0 0 0,1-1-1 0 0,-1 0 1 0 0,1 1 0 0 0,0-1 0 0 0,-1 0 0 0 0,0 0-1 0 0,2-1 1 0 0,-2 1-61 0 0,-1 1 0 0 0,0-1 0 0 0,1 1 0 0 0,-1 0 0 0 0,0-1 0 0 0,0 1 0 0 0,0-1 0 0 0,1 1 0 0 0,-1-1-1 0 0,0 1 1 0 0,0-1 0 0 0,0 1 0 0 0,0-1 0 0 0,0 0 0 0 0,0 1 0 0 0,0-1 0 0 0,0 1 0 0 0,0-1 0 0 0,0 1 0 0 0,0-1 0 0 0,0 1 0 0 0,0-1 0 0 0,0 1-1 0 0,-1-1 1 0 0,1 1 0 0 0,0-1 0 0 0,0 1 0 0 0,-1-1 0 0 0,1 0 0 0 0,-2-2-599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4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2304 0 0,'8'3'17116'0'0,"12"-3"-13074"0"0,19-3-5252 0 0,-38 3 1890 0 0,26-4-440 0 0,-1 0 0 0 0,39-13 0 0 0,48-22-143 0 0,-66 21-89 0 0,-47 18-144 0 0,24-6 778 0 0,-23 6-710 0 0,-1 0 0 0 0,0 0-1 0 0,1 0 1 0 0,-1 0 0 0 0,1 0 0 0 0,-1 0-1 0 0,0 0 1 0 0,1 0 0 0 0,-1 0 0 0 0,1 0-1 0 0,-1 0 1 0 0,0 0 0 0 0,1 0 0 0 0,-1 0-1 0 0,0 0 1 0 0,1 1 0 0 0,-1-1 0 0 0,0 0-1 0 0,1 0 1 0 0,0 1 0 0 0,-1-1-230 0 0,0 1-1 0 0,0-1 1 0 0,0 1-1 0 0,0-1 1 0 0,0 1-1 0 0,0-1 1 0 0,0 1-1 0 0,0-1 1 0 0,0 1-1 0 0,0-1 1 0 0,0 1-1 0 0,0-1 1 0 0,0 1-1 0 0,0-1 1 0 0,0 0-1 0 0,-1 1 1 0 0,1-1-1 0 0,0 1 1 0 0,0-1-1 0 0,0 1 1 0 0,-1-1-1 0 0,1 1 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4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9 3225 0 0,'11'-5'5678'0'0,"-3"1"-638"0"0,-8 5-4924 0 0,0-1 0 0 0,0 0-1 0 0,0 1 1 0 0,1-1-1 0 0,-1 1 1 0 0,0-1-1 0 0,0 0 1 0 0,0 1-1 0 0,0-1 1 0 0,0 1-1 0 0,0-1 1 0 0,0 0 0 0 0,0 1-1 0 0,0-1 1 0 0,-1 1-1 0 0,1-1 1 0 0,0 0-1 0 0,0 1 1 0 0,0-1-1 0 0,0 0 1 0 0,0 1-1 0 0,-1-1 1 0 0,1 0 0 0 0,0 1-1 0 0,-1-1 1 0 0,-65 127 3454 0 0,26-54-2155 0 0,35-63-1415 0 0,3-6 0 0 0,0 0 0 0 0,0 0 0 0 0,0 0 0 0 0,0 0 0 0 0,-4 4 0 0 0,6-17-6779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4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 4057 0 0,'8'-3'796'0'0,"-7"6"1839"0"0,-9 13 914 0 0,7-14-3897 0 0,-9 14 1421 0 0,5-6-332 0 0,-1 0 0 0 0,0-1-1 0 0,-1 0 1 0 0,-7 9 0 0 0,12-17-1037 0 0,1-1-151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5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3225 0 0,'2'1'759'0'0,"0"0"1"0"0,1 1 0 0 0,-1-1 0 0 0,0 1-1 0 0,-1-1 1 0 0,1 1 0 0 0,0 0-1 0 0,0 0 1 0 0,-1 0 0 0 0,1 0-1 0 0,-1 0 1 0 0,1 0 0 0 0,0 3 0 0 0,2 3 808 0 0,-1 0 1 0 0,3 14-1 0 0,-4-15-1259 0 0,0-1-1 0 0,0 1 0 0 0,1 0 1 0 0,6 11-1 0 0,-8-16-233 0 0,0 0 0 0 0,1-1 0 0 0,-1 1 0 0 0,1 0 0 0 0,0 0 0 0 0,0-1 0 0 0,0 1 0 0 0,0-1 0 0 0,0 1 0 0 0,0-1 0 0 0,0 0 0 0 0,0 0 0 0 0,0 0 0 0 0,0 0 0 0 0,1 0 0 0 0,-1 0 0 0 0,0-1 0 0 0,4 1 0 0 0,5 0 84 0 0,0 0 1 0 0,1 0 0 0 0,-1-1 0 0 0,22-4 0 0 0,-27 3-119 0 0,1 0 0 0 0,0 0 1 0 0,-1-1-1 0 0,1 0 0 0 0,-1-1 1 0 0,0 1-1 0 0,0-1 0 0 0,0-1 1 0 0,8-4-1 0 0,-12 6-32 0 0,-1 0 1 0 0,1 0-1 0 0,0 0 0 0 0,-1 0 0 0 0,0 0 1 0 0,3-5-1 0 0,-4 6-9 0 0,1 1 0 0 0,-1-1-1 0 0,1 0 1 0 0,-1 0 0 0 0,0 0 0 0 0,0 1 0 0 0,1-1-1 0 0,-1 0 1 0 0,0 0 0 0 0,0 0 0 0 0,0 0 0 0 0,0 1-1 0 0,0-1 1 0 0,0 0 0 0 0,0 0 0 0 0,0 0-1 0 0,0 0 1 0 0,0 0 0 0 0,0 1 0 0 0,-1-1 0 0 0,1 0-1 0 0,0 0 1 0 0,-1-1 0 0 0,-2 5-623 0 0,1-1 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5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5529 0 0,'2'-1'427'0'0,"-1"1"0"0"0,1 0 0 0 0,0-1-1 0 0,0 1 1 0 0,-1 0 0 0 0,1 0 0 0 0,0 0 0 0 0,0 1-1 0 0,0-1 1 0 0,-1 0 0 0 0,1 1 0 0 0,0-1-1 0 0,0 1 1 0 0,-1-1 0 0 0,1 1 0 0 0,0 0 0 0 0,-1 0-1 0 0,1 0 1 0 0,-1 0 0 0 0,1 0 0 0 0,-1 0 0 0 0,2 1-1 0 0,0 2 738 0 0,1 1 0 0 0,-1-1 0 0 0,0 1 0 0 0,0 0-1 0 0,3 8 1 0 0,5 8-3116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5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7426 0 0,'7'3'160'0'0,"-2"-2"40"0"0,-1 1 8 0 0,0-1 0 0 0,-1 0-208 0 0,-2 0 0 0 0,1 0 0 0 0,2 2 0 0 0,3 1 1632 0 0,2 2 289 0 0,1 0 63 0 0,-2 1 0 0 0,-1-1-1392 0 0,-2-1-279 0 0,-2 0-57 0 0,-2 1-16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6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4145 0 0,'1'-1'748'0'0,"0"-1"1"0"0,0 1-1 0 0,-1-1 1 0 0,1 1-1 0 0,0-1 1 0 0,-1 1-1 0 0,1-1 1 0 0,-1 0-1 0 0,1-2 1 0 0,-1 3-413 0 0,0 0 0 0 0,1 0 0 0 0,-1-1 1 0 0,0 1-1 0 0,0 0 0 0 0,1 0 0 0 0,-1 0 0 0 0,0 0 0 0 0,1 0 0 0 0,0 0 1 0 0,-1 0-1 0 0,1 0 0 0 0,-1 0 0 0 0,1 0 0 0 0,0 0 0 0 0,0 0 0 0 0,-1 0 1 0 0,1 1-1 0 0,0-1 0 0 0,0 0 0 0 0,0 0 0 0 0,0 1 0 0 0,2-2 1 0 0,-3 3-262 0 0,0-1 1 0 0,1 0 0 0 0,-1 0 0 0 0,1 0 0 0 0,-1 1 0 0 0,0-1 0 0 0,1 0 0 0 0,-1 0 0 0 0,0 1 0 0 0,1-1 0 0 0,-1 0 0 0 0,0 1 0 0 0,1-1 0 0 0,-1 0 0 0 0,0 1 0 0 0,0-1 0 0 0,1 1 0 0 0,-1-1 0 0 0,0 0 0 0 0,0 1 0 0 0,0-1 0 0 0,1 1 0 0 0,-1-1 0 0 0,0 1 0 0 0,0-1-1 0 0,0 0 1 0 0,0 1 0 0 0,0 0 0 0 0,3 18 228 0 0,-3-17-175 0 0,7 74 213 0 0,-4 79 0 0 0,-3-143-338 0 0,-1-5 4 0 0,-3-10-221 0 0,-2-9-2284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4609 0 0,'0'-1'385'0'0,"0"0"0"0"0,1 1 0 0 0,-1-1 0 0 0,0 0 0 0 0,0 0 0 0 0,0 1 0 0 0,1-1 1 0 0,-1 0-1 0 0,0 1 0 0 0,1-1 0 0 0,-1 0 0 0 0,1 1 0 0 0,-1-1 0 0 0,1 1 0 0 0,-1-1 0 0 0,1 0 0 0 0,-1 1 0 0 0,1-1 0 0 0,-1 1 0 0 0,1 0 0 0 0,0-1 1 0 0,-1 1-1 0 0,1-1 0 0 0,0 1 0 0 0,-1 0 0 0 0,1 0 0 0 0,1-1 0 0 0,25-5 5186 0 0,-8 2-4968 0 0,143-46 645 0 0,-156 49-1262 0 0,0 0 0 0 0,1 0 0 0 0,-1 0 1 0 0,1 1-1 0 0,-1 0 0 0 0,0 0 0 0 0,1 0 0 0 0,-1 1 0 0 0,0 0 1 0 0,11 4-1 0 0,-7-2-11 0 0,0 0-1 0 0,0 2 1 0 0,-1-1-1 0 0,1 1 1 0 0,13 10 0 0 0,-20-13 23 0 0,-1 0 0 0 0,0 0 0 0 0,-1 0 0 0 0,1 1 0 0 0,0-1 0 0 0,-1 0 0 0 0,1 1 0 0 0,-1-1 0 0 0,0 1 0 0 0,1 0 0 0 0,-1-1 1 0 0,-1 1-1 0 0,1 0 0 0 0,1 4 0 0 0,0 6-15 0 0,1 23-1 0 0,-3-30 18 0 0,-1 98-68 0 0,-1-69-222 0 0,3 54 0 0 0,0-81 257 0 0,0-1 0 0 0,1 1 0 0 0,0-1 0 0 0,0 0 0 0 0,0 1 1 0 0,1-1-1 0 0,0 0 0 0 0,1 0 0 0 0,-1-1 0 0 0,6 7 0 0 0,-18-30-2015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7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6073 0 0,'20'4'8918'0'0,"-3"3"-3710"0"0,-14-6-5013 0 0,-1 0 1 0 0,1 1-1 0 0,0-1 0 0 0,-1 0 0 0 0,1-1 0 0 0,0 1 1 0 0,0 0-1 0 0,-1-1 0 0 0,1 1 0 0 0,0-1 0 0 0,0 0 1 0 0,0 0-1 0 0,0 0 0 0 0,0 0 0 0 0,5-2 0 0 0,28-10-95 0 0,54-14 9 0 0,-78 23-167 0 0,0 1-1 0 0,0 1 1 0 0,0 0 0 0 0,0 1-1 0 0,21 1 1 0 0,-33-1-35 0 0,1 0-1 0 0,-1 0 1 0 0,1 0 0 0 0,-1 0-1 0 0,1 0 1 0 0,-1 0 0 0 0,1 0-1 0 0,-1 0 1 0 0,1 0 0 0 0,-1 0 0 0 0,0 1-1 0 0,1-1 1 0 0,-1 0 0 0 0,1 0-1 0 0,-1 0 1 0 0,1 1 0 0 0,-1-1-1 0 0,0 0 1 0 0,1 1 0 0 0,-1-1-1 0 0,0 0 1 0 0,1 1 0 0 0,-1-1-1 0 0,0 0 1 0 0,1 1 0 0 0,-1-1 0 0 0,0 1-1 0 0,0-1 1 0 0,1 0 0 0 0,-1 1-1 0 0,0 0 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8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7370 0 0,'2'-1'735'0'0,"-1"0"0"0"0,0 1 0 0 0,1-1 0 0 0,-1 0 0 0 0,0 0 1 0 0,0 0-1 0 0,1 0 0 0 0,-1 0 0 0 0,0 0 0 0 0,0 0 0 0 0,0 0 0 0 0,1-2 1 0 0,6-5 1757 0 0,-5 5-2176 0 0,1 1 0 0 0,0 0 0 0 0,0 1 0 0 0,0-1 0 0 0,0 1 1 0 0,0-1-1 0 0,0 1 0 0 0,0 0 0 0 0,9 0 0 0 0,42 0-216 0 0,-25 2 116 0 0,20-7-56 0 0,-35 4-662 0 0,23-1 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28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2761 0 0,'7'2'101'0'0,"19"7"2201"0"0,-24-9-2101 0 0,-1 0-1 0 0,0 0 1 0 0,0 1-1 0 0,0-1 1 0 0,1 0-1 0 0,-1 0 1 0 0,0 0-1 0 0,0 0 0 0 0,1 0 1 0 0,-1 0-1 0 0,0-1 1 0 0,0 1-1 0 0,1 0 1 0 0,-1-1-1 0 0,0 1 1 0 0,0-1-1 0 0,2 0 1 0 0,-3 0-21 0 0,1 0 0 0 0,-1 0 0 0 0,0 0 0 0 0,1 0 0 0 0,-1 0 0 0 0,0 0 0 0 0,0 0 0 0 0,1 0 0 0 0,-1 0 0 0 0,0 0 1 0 0,0 0-1 0 0,0 0 0 0 0,0 0 0 0 0,-1 0 0 0 0,1-1 0 0 0,0 1 0 0 0,0 0 0 0 0,-1 0 0 0 0,1 0 0 0 0,0 0 1 0 0,-1 0-1 0 0,1 1 0 0 0,-2-3 0 0 0,3 4 175 0 0,0 0 0 0 0,-1 0 0 0 0,1 0 0 0 0,-1 0 0 0 0,1 0 0 0 0,-1 0 0 0 0,1 1 0 0 0,-1-1 0 0 0,0 0 0 0 0,1 0 0 0 0,-1 2 0 0 0,2 28 896 0 0,-2-14-949 0 0,3 18-54 0 0,-3 1-1 0 0,-5 51 1 0 0,4-71-345 0 0,0 1 0 0 0,1-1-1 0 0,1 0 1 0 0,0 1 0 0 0,6 22 0 0 0,-1-29 822 0 0,-2-8-299 0 0,-5-8-653 0 0,1 4-249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30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10594 0 0,'3'-1'1304'0'0,"0"-1"0"0"0,0 1 0 0 0,0 0 0 0 0,0-1 0 0 0,0 0 0 0 0,3-3 0 0 0,-4 3-824 0 0,0 1-1 0 0,1-1 0 0 0,-1 1 1 0 0,0-1-1 0 0,0 1 1 0 0,0 0-1 0 0,5-1 0 0 0,-6 1-429 0 0,0 1-1 0 0,0 0 1 0 0,1 0-1 0 0,-1 0 1 0 0,0 0-1 0 0,0 0 0 0 0,1 0 1 0 0,-1 1-1 0 0,0-1 1 0 0,0 0-1 0 0,1 1 1 0 0,-1-1-1 0 0,0 1 1 0 0,0-1-1 0 0,0 1 1 0 0,0 0-1 0 0,0-1 1 0 0,0 1-1 0 0,0 0 0 0 0,1 1 1 0 0,5 3-2 0 0,-1 0 1 0 0,-1 1-1 0 0,1-1 0 0 0,-1 1 0 0 0,0 1 1 0 0,0-1-1 0 0,-1 1 0 0 0,6 10 1 0 0,-10-15-592 0 0,-2-3 28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30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4145 0 0,'3'1'426'0'0,"7"0"1648"0"0,-1 1 1 0 0,0 0 0 0 0,1 1-1 0 0,-1 0 1 0 0,9 5-1 0 0,-16-7-1659 0 0,0 0 0 0 0,-1 0 1 0 0,1 0-1 0 0,0 1 0 0 0,0-1 0 0 0,0 1 1 0 0,-1-1-1 0 0,1 1 0 0 0,-1 0 0 0 0,1 0 0 0 0,-1 0 1 0 0,0 0-1 0 0,2 4 0 0 0,-2-4-424 0 0,0 0 0 0 0,-1 0 0 0 0,1 1-1 0 0,-1-1 1 0 0,0 0 0 0 0,1 0 0 0 0,-1 1 0 0 0,0-1 0 0 0,-1 5 0 0 0,-1 1 81 0 0,0 0 0 0 0,0 0 0 0 0,-1 0 0 0 0,0-1 0 0 0,0 1 1 0 0,-1-1-1 0 0,-9 13 0 0 0,-6 9-4096 0 0,13-20 1208 0 0,-2 2-4259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31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9674 0 0,'17'-11'7154'0'0,"5"-3"-1924"0"0,-11 9-5124 0 0,0 1 0 0 0,1 1 0 0 0,-1 0 0 0 0,1 1 0 0 0,0 0 0 0 0,0 0 1 0 0,0 1-1 0 0,0 1 0 0 0,0 0 0 0 0,0 1 0 0 0,0 0 0 0 0,18 4 0 0 0,-29-4-107 0 0,1-1 0 0 0,-1 1-1 0 0,0-1 1 0 0,0 1 0 0 0,0-1 0 0 0,0 1 0 0 0,0-1 0 0 0,0 1-1 0 0,0 0 1 0 0,0 0 0 0 0,0 0 0 0 0,0-1 0 0 0,0 1-1 0 0,-1 0 1 0 0,1 0 0 0 0,0 0 0 0 0,-1 0 0 0 0,1 0-1 0 0,0 3 1 0 0,0-2-5 0 0,0 1 1 0 0,0 0-1 0 0,-1 0 0 0 0,1-1 0 0 0,-1 1 0 0 0,0 0 1 0 0,0 0-1 0 0,0 4 0 0 0,-2 3-13 0 0,0 1 0 0 0,-1 0 0 0 0,-4 14 0 0 0,2-13-312 0 0,1 0 0 0 0,-1-1 1 0 0,-1 1-1 0 0,-8 12 0 0 0,12-21 130 0 0,1-1 0 0 0,-1 1 0 0 0,0-1 1 0 0,0 0-1 0 0,0 0 0 0 0,0 1 0 0 0,0-1 0 0 0,0-1 0 0 0,0 1 1 0 0,-1 0-1 0 0,1 0 0 0 0,-1-1 0 0 0,1 0 0 0 0,-1 1 1 0 0,0-1-1 0 0,0 0 0 0 0,1 0 0 0 0,-1 0 0 0 0,0-1 0 0 0,0 1 1 0 0,0-1-1 0 0,0 0 0 0 0,0 1 0 0 0,-3-2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31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5065 0 0,'2'1'756'0'0,"0"0"0"0"0,0 1 0 0 0,0-1 0 0 0,0 0 0 0 0,0 1 0 0 0,0 0 0 0 0,0-1 0 0 0,-1 1 0 0 0,1 0 0 0 0,-1 0 0 0 0,3 3-1 0 0,-3-2-151 0 0,1 1-1 0 0,0 0 0 0 0,-1-1 1 0 0,0 1-1 0 0,0 0 0 0 0,1 6 1 0 0,-1 4-274 0 0,0 0 0 0 0,-1 0 0 0 0,-3 16 0 0 0,2-1 346 0 0,5 236 1190 0 0,1-211-1713 0 0,2-2 0 0 0,27 103 0 0 0,-29-140-24 0 0,5 20 135 0 0,-9-33-198 0 0,-1 1 0 0 0,1 0 1 0 0,-1-1-1 0 0,0 1 0 0 0,0 0 1 0 0,0 0-1 0 0,0-1 0 0 0,0 1 1 0 0,-2 5-1 0 0,2-8-60 0 0,0 0 1 0 0,0 0-1 0 0,0 0 0 0 0,0 0 0 0 0,0 0 1 0 0,0 0-1 0 0,0 0 0 0 0,0 0 1 0 0,0-1-1 0 0,0 1 0 0 0,0 0 0 0 0,0 0 1 0 0,0 0-1 0 0,0 0 0 0 0,0 0 1 0 0,0 0-1 0 0,0 0 0 0 0,0 0 0 0 0,0 0 1 0 0,0 0-1 0 0,0 0 0 0 0,0 0 1 0 0,0 0-1 0 0,0 0 0 0 0,0 1 0 0 0,-1-1 1 0 0,1 0-1 0 0,0 0 0 0 0,0 0 1 0 0,0 0-1 0 0,0 0 0 0 0,0 0 0 0 0,0 0 1 0 0,0 0-1 0 0,0 0 0 0 0,0 0 1 0 0,0 0-1 0 0,0 0 0 0 0,0 0 0 0 0,0 0 1 0 0,0-6-2973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31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5985 0 0,'4'-1'1813'0'0,"-1"-1"0"0"0,1 1 0 0 0,0 0 0 0 0,0 0 0 0 0,0 0 0 0 0,5 0 0 0 0,6 0-190 0 0,24 2-1 0 0,-12 0-810 0 0,15-3-784 0 0,-28 0-288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36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642 199 4145 0 0,'-1'-3'420'0'0,"0"1"0"0"0,0 0 0 0 0,-1-1 1 0 0,1 1-1 0 0,-1 0 0 0 0,1 0 0 0 0,-1 0 0 0 0,0 0 1 0 0,0 1-1 0 0,0-1 0 0 0,0 0 0 0 0,0 1 0 0 0,0-1 0 0 0,-4-1 1 0 0,-5-3 14 0 0,-23-7 1 0 0,14 5-70 0 0,-24-9-172 0 0,-92-22-1 0 0,-50 5 983 0 0,136 25 115 0 0,25 4-137 0 0,1-2 1 0 0,0 0-1 0 0,-31-14 0 0 0,55 21-1142 0 0,0-1 0 0 0,0 1-1 0 0,0 0 1 0 0,0 0 0 0 0,0 0-1 0 0,0 0 1 0 0,0 0 0 0 0,0 0 0 0 0,-1 0-1 0 0,1 0 1 0 0,0 0 0 0 0,0 0-1 0 0,0 0 1 0 0,0 0 0 0 0,0 0 0 0 0,0-1-1 0 0,0 1 1 0 0,0 0 0 0 0,0 0-1 0 0,0 0 1 0 0,0 0 0 0 0,0 0 0 0 0,0 0-1 0 0,0 0 1 0 0,-1 0 0 0 0,1 0-1 0 0,0 0 1 0 0,0 0 0 0 0,0 0 0 0 0,0 0-1 0 0,0 0 1 0 0,0 0 0 0 0,0 0-1 0 0,0 0 1 0 0,0 0 0 0 0,0 0 0 0 0,0 0-1 0 0,-1 0 1 0 0,1 0 0 0 0,0 0-1 0 0,0 0 1 0 0,0 0 0 0 0,0 0 0 0 0,0 0-1 0 0,0 0 1 0 0,0 0 0 0 0,0 0-1 0 0,0 0 1 0 0,0 1 0 0 0,0-1 0 0 0,0 0-1 0 0,0 0 1 0 0,0 0 0 0 0,-1 0 0 0 0,1 0-1 0 0,0 0 1 0 0,0 0 0 0 0,0 0-1 0 0,0 0 1 0 0,0 0 0 0 0,0 0 0 0 0,0 0-1 0 0,0 0 1 0 0,0 1 0 0 0,0-1-1 0 0,0 0 1 0 0,0 0 0 0 0,5 6 213 0 0,10 7-363 0 0,-1-4-2804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37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61 3225 0 0,'0'-1'145'0'0,"1"1"0"0"0,-1-1 1 0 0,1 0-1 0 0,-1 0 1 0 0,0 0-1 0 0,0 1 0 0 0,1-1 1 0 0,-1 0-1 0 0,0 0 1 0 0,0 0-1 0 0,0 0 0 0 0,0 0 1 0 0,0 0-1 0 0,0 0 0 0 0,0 1 1 0 0,0-1-1 0 0,0 0 1 0 0,0-1-1 0 0,-4-17 2412 0 0,-8 1-467 0 0,4 12-1264 0 0,8 6-806 0 0,-1 0 0 0 0,1 0 0 0 0,0 0 0 0 0,0 0-1 0 0,-1 0 1 0 0,1 0 0 0 0,0 0 0 0 0,0 0 0 0 0,-1 0 0 0 0,1 0 0 0 0,0 0-1 0 0,-1 0 1 0 0,1 0 0 0 0,0 0 0 0 0,0 0 0 0 0,0 0 0 0 0,-1 0 0 0 0,1 1 0 0 0,0-1-1 0 0,0 0 1 0 0,-1 0 0 0 0,1 0 0 0 0,0 0 0 0 0,0 1 0 0 0,0-1 0 0 0,-1 0 0 0 0,1 0-1 0 0,0 0 1 0 0,0 1 0 0 0,0-1 0 0 0,-1 0 0 0 0,1 2 37 0 0,0-1 0 0 0,0 0 0 0 0,-1 1 0 0 0,1-1 0 0 0,0 0 0 0 0,0 1 1 0 0,0-1-1 0 0,0 0 0 0 0,0 1 0 0 0,0-1 0 0 0,1 0 0 0 0,-1 1 0 0 0,0-1 0 0 0,1 0 0 0 0,-1 1 0 0 0,1-1 1 0 0,0 0-1 0 0,-1 0 0 0 0,2 2 0 0 0,14 22 690 0 0,-15-24-729 0 0,1 2 61 0 0,133 189 3095 0 0,-130-185-3137 0 0,-2-3-14 0 0,-1 1 0 0 0,1-1-1 0 0,-1 1 1 0 0,1-1 0 0 0,-1 1 0 0 0,2 6 0 0 0,-4-11-23 0 0,0 0 0 0 0,0 0 0 0 0,0 1-1 0 0,0-1 1 0 0,0 0 0 0 0,0 0 0 0 0,0 0 0 0 0,0 0-1 0 0,0 0 1 0 0,0 0 0 0 0,0 0 0 0 0,0 0 0 0 0,0 0 0 0 0,0 0-1 0 0,0 1 1 0 0,0-1 0 0 0,0 0 0 0 0,0 0 0 0 0,0 0 0 0 0,0 0-1 0 0,0 0 1 0 0,0 0 0 0 0,0 0 0 0 0,0 0 0 0 0,0 0-1 0 0,0 0 1 0 0,0 0 0 0 0,-1 0 0 0 0,1 1 0 0 0,0-1 0 0 0,0 0-1 0 0,0 0 1 0 0,0 0 0 0 0,0 0 0 0 0,0 0 0 0 0,0 0 0 0 0,0 0-1 0 0,0 0 1 0 0,0 0 0 0 0,0 0 0 0 0,0 0 0 0 0,-1 0 0 0 0,1 0-1 0 0,0 0 1 0 0,0 0 0 0 0,0 0 0 0 0,0 0 0 0 0,0 0-1 0 0,0 0 1 0 0,-6-2-143 0 0,-8-7 42 0 0,12 8 218 0 0,-1-1 66 0 0,-1 0 1 0 0,0 0-1 0 0,0 1 1 0 0,0-1-1 0 0,0 1 0 0 0,0 0 1 0 0,0 0-1 0 0,0 1 1 0 0,-5-1-1 0 0,-42 0 719 0 0,30 2-852 0 0,16-1-407 0 0,-31 1 1132 0 0,13 6-6677 0 0,14-2-371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5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33 111 920 0 0,'-5'-3'578'0'0,"-13"-11"9354"0"0,18 14-9433 0 0,-1-1 0 0 0,0 0-1 0 0,0 1 1 0 0,0-1 0 0 0,1 0 0 0 0,-1 0 0 0 0,0 0 0 0 0,1 0 0 0 0,-1 0 0 0 0,0 1 0 0 0,1-1 0 0 0,-1 0 0 0 0,1 0-1 0 0,-1-2 1 0 0,2 2-272 0 0,1 0-1 0 0,-1 1 0 0 0,0-1 1 0 0,1 0-1 0 0,-1 1 1 0 0,1-1-1 0 0,-1 1 0 0 0,1-1 1 0 0,-1 1-1 0 0,1 0 0 0 0,-1-1 1 0 0,1 1-1 0 0,2 0 1 0 0,0 0 63 0 0,105-17 1145 0 0,-68 12-1324 0 0,1-1 1 0 0,49-16-1 0 0,-90 22-149 0 0,17-7-68 0 0,-17 7 80 0 0,0 0 1 0 0,0-1-1 0 0,-1 1 0 0 0,1 0 1 0 0,0-1-1 0 0,-1 1 0 0 0,1-1 1 0 0,0 1-1 0 0,-1 0 0 0 0,1-1 1 0 0,-1 1-1 0 0,1-1 0 0 0,-1 0 1 0 0,1 1-1 0 0,-1-1 1 0 0,1 1-1 0 0,-1-1 0 0 0,1 0 1 0 0,-1-1-1 0 0,0 2-18 0 0,0 0 0 0 0,0 0 0 0 0,0-1-1 0 0,0 1 1 0 0,-1 0 0 0 0,1 0 0 0 0,0-1 0 0 0,0 1 0 0 0,0 0-1 0 0,-1 0 1 0 0,1 0 0 0 0,0-1 0 0 0,-1 1 0 0 0,1 0 0 0 0,0 0-1 0 0,0 0 1 0 0,-1 0 0 0 0,1 0 0 0 0,0 0 0 0 0,-1 0 0 0 0,1 0 0 0 0,0-1-1 0 0,-1 1 1 0 0,1 0-43 0 0,-5-1-766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5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2 456 0 0,'19'-1'2245'0'0,"-17"1"-1294"0"0,0 0 0 0 0,0 0 0 0 0,0 0 0 0 0,0 0 1 0 0,0 1-1 0 0,0-1 0 0 0,0 1 0 0 0,3 1 0 0 0,-3-1-234 0 0,-1 0 0 0 0,1 0 0 0 0,-1 0 0 0 0,0 0 0 0 0,0 0 0 0 0,1 0 0 0 0,-1 1 0 0 0,0-1 0 0 0,0 0 0 0 0,0 1 0 0 0,1 1 0 0 0,5 15 1603 0 0,-1 4-2286 0 0,-1 0-1 0 0,-1 1 1 0 0,-1 0 0 0 0,-1 0 0 0 0,-1 0-1 0 0,-1 0 1 0 0,-1 0 0 0 0,-4 23 0 0 0,-1-21-342 0 0,0-9-2962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6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5761 0 0,'1'0'286'0'0,"0"1"-1"0"0,-1-1 1 0 0,1 0-1 0 0,0 0 1 0 0,-1 1-1 0 0,1-1 0 0 0,-1 0 1 0 0,1 1-1 0 0,0-1 1 0 0,-1 0-1 0 0,1 1 1 0 0,-1-1-1 0 0,1 1 1 0 0,-1-1-1 0 0,1 1 1 0 0,-1-1-1 0 0,0 1 0 0 0,1-1 1 0 0,-1 1-1 0 0,0 0 1 0 0,1-1-1 0 0,-1 1 1 0 0,0 0-1 0 0,0-1 1 0 0,0 1-1 0 0,1 0 1 0 0,-1-1-1 0 0,0 1 0 0 0,0 0 1 0 0,0 0-1 0 0,2 28 1801 0 0,-2-19-1661 0 0,13 94 1137 0 0,-6-62-2201 0 0,1 85-1 0 0,-8-124 214 0 0,1-1-114 0 0,-1 0 0 0 0,0 0 0 0 0,0 0 0 0 0,0 0-1 0 0,-1 0 1 0 0,1 0 0 0 0,0 0 0 0 0,-1 0 0 0 0,1 0 0 0 0,-1 0 0 0 0,0 0 0 0 0,1 0 0 0 0,-1 0 0 0 0,0 0 0 0 0,-2 2-1 0 0,0-2 351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6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59 3209 0 0,'-5'-21'2922'0'0,"4"19"-2086"0"0,0 0 0 0 0,1-1 1 0 0,-1 1-1 0 0,0 0 1 0 0,1 0-1 0 0,0 0 0 0 0,-1-1 1 0 0,1 1-1 0 0,0 0 0 0 0,0-1 1 0 0,0 1-1 0 0,1 0 0 0 0,-1-3 1 0 0,1 5-676 0 0,-1-1 1 0 0,1 1-1 0 0,-1 0 0 0 0,0-1 1 0 0,1 1-1 0 0,-1 0 0 0 0,1 0 1 0 0,-1-1-1 0 0,1 1 0 0 0,-1 0 1 0 0,1 0-1 0 0,0 0 1 0 0,-1 0-1 0 0,1-1 0 0 0,-1 1 1 0 0,1 0-1 0 0,-1 0 0 0 0,1 0 1 0 0,-1 0-1 0 0,1 0 1 0 0,0 0-1 0 0,-1 1 0 0 0,1-1 1 0 0,-1 0-1 0 0,2 0 0 0 0,18 6-52 0 0,-13-3 206 0 0,-6-3-303 0 0,58 13 253 0 0,-52-12-294 0 0,0-1-1 0 0,0 1 1 0 0,0-1-1 0 0,0 0 1 0 0,0 0 0 0 0,11-3-1 0 0,-19 4-412 0 0,0 0-1 0 0,0-1 0 0 0,0 1 1 0 0,0 0-1 0 0,0 0 0 0 0,0 0 1 0 0,0-1-1 0 0,0 1 1 0 0,0 0-1 0 0,0 0 0 0 0,1 0 1 0 0,-1 0-1 0 0,0 1 1 0 0,1-1-1 0 0,-1 0 0 0 0,1 0 1 0 0,-1 2-1 0 0,-1 4 443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6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1840 0 0,'5'-11'9340'0'0,"-3"10"-8562"0"0,16-15 5417 0 0,-14 15-5889 0 0,-1-1-1 0 0,1 1 0 0 0,0 0 0 0 0,-1 0 1 0 0,1 0-1 0 0,0 1 0 0 0,0-1 1 0 0,0 1-1 0 0,-1 0 0 0 0,6 0 0 0 0,42 7-286 0 0,-35-4 8 0 0,-4-2-2801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7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79 6913 0 0,'-7'4'10987'0'0,"9"-6"-10718"0"0,0-1-1 0 0,1 1 1 0 0,-1 0 0 0 0,1 0 0 0 0,0 0 0 0 0,-1 0-1 0 0,1 0 1 0 0,0 0 0 0 0,0 1 0 0 0,0-1 0 0 0,0 1-1 0 0,0 0 1 0 0,1 0 0 0 0,4-1 0 0 0,11-1 119 0 0,26-3-1 0 0,-25 4-226 0 0,159-33-36 0 0,-172 34-267 0 0,27-6-256 0 0,-31 6 220 0 0,-1 1-1 0 0,0 0 1 0 0,1 0 0 0 0,-1 0-1 0 0,1 0 1 0 0,-1 0-1 0 0,0 0 1 0 0,1 1 0 0 0,-1-1-1 0 0,0 1 1 0 0,4 1-1 0 0,-2 4-1421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7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 6913 0 0,'1'0'221'0'0,"-1"1"-1"0"0,0-1 1 0 0,1 1-1 0 0,-1-1 0 0 0,0 1 1 0 0,1-1-1 0 0,-1 1 0 0 0,0 0 1 0 0,1-1-1 0 0,-1 1 0 0 0,0-1 1 0 0,0 1-1 0 0,0 0 0 0 0,0-1 1 0 0,0 1-1 0 0,0 0 0 0 0,0-1 1 0 0,0 1-1 0 0,0 0 0 0 0,0-1 1 0 0,0 1-1 0 0,0-1 0 0 0,0 2 1 0 0,-1 0 227 0 0,0 0-1 0 0,1-1 1 0 0,-1 1 0 0 0,0 0 0 0 0,0 0-1 0 0,-1-1 1 0 0,-1 4 0 0 0,-1 0 477 0 0,-1-1-1 0 0,0 1 1 0 0,-9 6 0 0 0,-12 3 141 0 0,23-13-1172 0 0,-1 0 0 0 0,0 1 0 0 0,1 0 1 0 0,-1-1-1 0 0,1 1 0 0 0,0 1 0 0 0,0-1 0 0 0,0 0 0 0 0,0 1 0 0 0,0 0 0 0 0,0-1 1 0 0,1 1-1 0 0,-4 5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7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5985 0 0,'9'0'1925'0'0,"0"1"0"0"0,0 1-1 0 0,17 4 1 0 0,-16-3-927 0 0,0-1-1 0 0,13 1 1 0 0,-20-2-886 0 0,3-1 24 0 0,1 1 0 0 0,-1-1 0 0 0,0 0 0 0 0,0-1 0 0 0,0 1 0 0 0,9-3 0 0 0,-14 2-409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8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4609 0 0,'0'1'201'0'0,"1"0"1"0"0,-1 0-1 0 0,1 0 0 0 0,0 0 0 0 0,-1-1 1 0 0,1 1-1 0 0,0 0 0 0 0,0 0 0 0 0,-1 0 1 0 0,1-1-1 0 0,0 1 0 0 0,0 0 0 0 0,0-1 1 0 0,0 1-1 0 0,0-1 0 0 0,0 1 0 0 0,0-1 1 0 0,0 0-1 0 0,0 1 0 0 0,0-1 0 0 0,0 0 1 0 0,1 0-1 0 0,-1 1 0 0 0,0-1 0 0 0,0 0 1 0 0,0 0-1 0 0,0 0 0 0 0,0-1 0 0 0,0 1 1 0 0,0 0-1 0 0,1 0 0 0 0,-1-1 0 0 0,1 0 1 0 0,7-1 2276 0 0,0-1 0 0 0,-1-1 0 0 0,11-5 0 0 0,-6 3-1109 0 0,-13 5-1370 0 0,0 1 0 0 0,0 0 0 0 0,0 0-1 0 0,0 0 1 0 0,1 0 0 0 0,-1 0 0 0 0,0 0 0 0 0,0 0 0 0 0,0 0 0 0 0,0 0 0 0 0,0 0 0 0 0,1 0-1 0 0,-1 0 1 0 0,0 0 0 0 0,0 0 0 0 0,0 0 0 0 0,0 0 0 0 0,0 0 0 0 0,1 0 0 0 0,-1 0 0 0 0,0 0-1 0 0,0 0 1 0 0,0 0 0 0 0,0 0 0 0 0,0 0 0 0 0,1 0 0 0 0,-1 1 0 0 0,0-1 0 0 0,0 0 0 0 0,0 0-1 0 0,0 0 1 0 0,0 0 0 0 0,0 0 0 0 0,0 0 0 0 0,1 0 0 0 0,-1 1 0 0 0,1 7-101 0 0,-4 13-155 0 0,2-14 174 0 0,-2 23-677 0 0,3-23 655 0 0,0 1-1 0 0,-1-1 0 0 0,0 1 0 0 0,0-1 1 0 0,0 1-1 0 0,-1-1 0 0 0,-3 8 0 0 0,7-18 287 0 0,0 0 0 0 0,1 1 0 0 0,-1-1 0 0 0,1 0 0 0 0,0 1 0 0 0,0 0 0 0 0,0-1 0 0 0,0 1 0 0 0,0 0 0 0 0,0 1 0 0 0,7-3 0 0 0,17-8-1167 0 0,-2 4-4735 0 0,-15 5-1194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8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49 6449 0 0,'-1'-6'13376'0'0,"17"7"-11262"0"0,90-14-974 0 0,-86 9-1161 0 0,1-1 0 0 0,-1 0 0 0 0,21-10 1 0 0,-33 13-192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8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3225 0 0,'1'0'389'0'0,"-1"0"0"0"0,1 0 1 0 0,0 0-1 0 0,0 0 0 0 0,0 0 1 0 0,-1 1-1 0 0,1-1 0 0 0,0 0 1 0 0,0 1-1 0 0,-1-1 0 0 0,1 0 1 0 0,0 1-1 0 0,-1-1 1 0 0,1 1-1 0 0,0-1 0 0 0,-1 1 1 0 0,1 0-1 0 0,9 15 3026 0 0,-1 19-662 0 0,-9-34-2582 0 0,43 206 2542 0 0,8-1-4314 0 0,-51-205 1604 0 0,4 20-1364 0 0,-4-21 1336 0 0,0 0-1 0 0,0 0 0 0 0,0 1 0 0 0,0-1 1 0 0,0 0-1 0 0,0 0 0 0 0,0 0 0 0 0,0 0 1 0 0,0 0-1 0 0,0 1 0 0 0,0-1 0 0 0,0 0 1 0 0,0 0-1 0 0,0 0 0 0 0,0 0 0 0 0,0 0 0 0 0,0 0 1 0 0,0 1-1 0 0,-1-1 0 0 0,1 0 0 0 0,0 0 1 0 0,0 0-1 0 0,0 0 0 0 0,0 0 0 0 0,0 0 1 0 0,0 0-1 0 0,0 1 0 0 0,-1-1 0 0 0,1 0 0 0 0,0 0 1 0 0,0 0-1 0 0,0 0 0 0 0,0 0 0 0 0,0 0 1 0 0,0 0-1 0 0,-1 0 0 0 0,1 0 0 0 0,-10-6-538 0 0,-7-14-1112 0 0,11 11 1068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8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 7370 0 0,'0'0'134'0'0,"0"0"1"0"0,1 0 0 0 0,-1 0-1 0 0,0 0 1 0 0,0 0-1 0 0,1 0 1 0 0,-1 0 0 0 0,0 0-1 0 0,0 1 1 0 0,1-1 0 0 0,-1 0-1 0 0,0 0 1 0 0,0 0 0 0 0,1 0-1 0 0,-1 1 1 0 0,0-1 0 0 0,0 0-1 0 0,0 0 1 0 0,0 1 0 0 0,1-1-1 0 0,-1 0 1 0 0,0 0-1 0 0,0 0 1 0 0,0 1 0 0 0,0-1-1 0 0,0 0 1 0 0,0 1 0 0 0,0-1-1 0 0,0 0 1 0 0,0 0 0 0 0,1 1-1 0 0,-1-1 1 0 0,0 0 0 0 0,-1 1-1 0 0,1-1 1 0 0,0 0 0 0 0,0 0-1 0 0,0 1 1 0 0,0-1 0 0 0,-7 16 2673 0 0,-16 12-247 0 0,6-14-1881 0 0,0 0-1 0 0,-30 17 1 0 0,-18 14-941 0 0,65-45 194 0 0,-1 1-125 0 0,-1 0 1 0 0,1 0 0 0 0,-1 0-1 0 0,1 0 1 0 0,0 1 0 0 0,0-1 0 0 0,0 0-1 0 0,0 1 1 0 0,0-1 0 0 0,0 0-1 0 0,0 1 1 0 0,0-1 0 0 0,0 1 0 0 0,0 2-1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9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1 920 0 0,'17'0'1827'0'0,"1"0"0"0"0,29 5 0 0 0,-25-2-770 0 0,21 0-1 0 0,-35-3-1056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9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 5529 0 0,'31'-11'12608'0'0,"8"-3"-7498"0"0,101-37-5195 0 0,-129 46-96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1:00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7370 0 0,'24'9'9023'0'0,"0"-1"-4307"0"0,49 10-4582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1:00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4609 0 0,'2'0'191'0'0,"-1"-1"-1"0"0,0 1 1 0 0,1 0-1 0 0,-1 0 1 0 0,0 0-1 0 0,1 1 1 0 0,-1-1-1 0 0,0 0 1 0 0,1 0-1 0 0,-1 1 1 0 0,0-1-1 0 0,0 1 1 0 0,1-1-1 0 0,-1 1 1 0 0,0 0-1 0 0,0-1 1 0 0,0 1-1 0 0,0 0 1 0 0,0 0-1 0 0,0 0 1 0 0,0 0-1 0 0,0-1 1 0 0,0 1 0 0 0,0 1-1 0 0,0-1 1 0 0,-1 0-1 0 0,1 0 1 0 0,0 0-1 0 0,-1 0 1 0 0,1 1-1 0 0,-1-1 1 0 0,1 0-1 0 0,-1 0 1 0 0,0 1-1 0 0,1-1 1 0 0,-1 0-1 0 0,0 1 1 0 0,0-1-1 0 0,0 0 1 0 0,0 1-1 0 0,0-1 1 0 0,-1 3-1 0 0,0 1-120 0 0,0-1 0 0 0,-1 1-1 0 0,0 0 1 0 0,0-1 0 0 0,0 1-1 0 0,-1-1 1 0 0,0 0 0 0 0,1 0-1 0 0,-1 0 1 0 0,-1 0 0 0 0,1 0-1 0 0,-4 3 1 0 0,-1 1-286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1:00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3681 0 0,'0'-1'570'0'0,"0"-1"0"0"0,0 1 0 0 0,0 0 0 0 0,1 0 0 0 0,-1 0 0 0 0,0-1 0 0 0,0 1 0 0 0,1 0 0 0 0,-1 0 0 0 0,1 0 0 0 0,-1 0 0 0 0,1 0 0 0 0,-1 0 0 0 0,1 0 0 0 0,1-1 0 0 0,-1 1-97 0 0,0-1 0 0 0,0 2 0 0 0,0-1 0 0 0,1 0 0 0 0,-1 0 0 0 0,0 0 0 0 0,1 1 0 0 0,-1-1 0 0 0,0 0 0 0 0,4 0 0 0 0,1 0 174 0 0,1 0 1 0 0,0 0 0 0 0,0 1-1 0 0,11 0 1 0 0,-7 0-473 0 0,3 0 24 0 0,-9 0-199 0 0,1-1-1 0 0,-1 1 1 0 0,1 0 0 0 0,-1 1-1 0 0,1-1 1 0 0,-1 1 0 0 0,1 0 0 0 0,-1 0-1 0 0,0 1 1 0 0,8 3 0 0 0,-12-4-9 0 0,0 0 1 0 0,0 0 0 0 0,0 1 0 0 0,0-1-1 0 0,0 0 1 0 0,-1 1 0 0 0,1-1 0 0 0,0 0-1 0 0,-1 1 1 0 0,1-1 0 0 0,-1 1-1 0 0,0-1 1 0 0,1 1 0 0 0,-1-1 0 0 0,0 1-1 0 0,0-1 1 0 0,0 1 0 0 0,0-1 0 0 0,-1 3-1 0 0,-4 30 23 0 0,3-24 52 0 0,-1 0 1 0 0,0-1 0 0 0,-1 1-1 0 0,-4 8 1 0 0,-10 8-859 0 0,16-23 46 0 0,-1 0 0 0 0,0-1-1 0 0,0 1 1 0 0,0 0 0 0 0,-5 2 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1:01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5929 0 0,'12'-5'13641'0'0,"-9"14"-13624"0"0,4 14 546 0 0,-2-1-1 0 0,0 1 1 0 0,-2 1 0 0 0,1 24 0 0 0,-1-14-501 0 0,3 21-44 0 0,2 0 0 0 0,20 74 0 0 0,-26-124-79 0 0,-3-9-44 0 0,0-5-7144 0 0,-1-1 741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1:01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59 456 0 0,'1'-2'364'0'0,"0"0"1"0"0,0 0-1 0 0,1 1 0 0 0,-1-1 1 0 0,0 0-1 0 0,1 0 0 0 0,-1 1 1 0 0,1-1-1 0 0,0 1 0 0 0,-1-1 1 0 0,1 1-1 0 0,0 0 0 0 0,0 0 1 0 0,0 0-1 0 0,0 0 0 0 0,0 0 1 0 0,4-1-1 0 0,5-2 2351 0 0,0 1 1 0 0,13-2-1 0 0,-19 4-2429 0 0,78-14 1026 0 0,-69 12-1787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4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9218 0 0,'7'0'8508'0'0,"10"-5"-5817"0"0,-9 3-1741 0 0,44-8 1066 0 0,36-8-864 0 0,-74 14-1240 0 0,-1 0-1 0 0,1-1 1 0 0,-1-1 0 0 0,14-7-1 0 0,-28 13-281 0 0,1 0 337 0 0,0 0-1 0 0,0 0 1 0 0,0 0-1 0 0,0 0 0 0 0,0 0 1 0 0,0 0-1 0 0,0 0 1 0 0,0 0-1 0 0,0 0 0 0 0,0 0 1 0 0,0-1-1 0 0,0 1 1 0 0,0 0-1 0 0,0 0 0 0 0,0 0 1 0 0,0 0-1 0 0,0 0 1 0 0,0 0-1 0 0,0 0 0 0 0,0 0 1 0 0,0 0-1 0 0,0 0 0 0 0,0 0 1 0 0,1 0-370 0 0,-9 0-2447 0 0,-2 1 1513 0 0,5-1 1294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4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2761 0 0,'2'1'685'0'0,"-1"0"0"0"0,1 0 0 0 0,-1 0 0 0 0,0 0 0 0 0,1 0 0 0 0,-1 1 1 0 0,0-1-1 0 0,0 0 0 0 0,0 0 0 0 0,1 3 0 0 0,8 16 2248 0 0,-8-11-2164 0 0,0 0 1 0 0,1 18 0 0 0,9 72-458 0 0,36 150 0 0 0,-48-248-247 0 0,1 0-1 0 0,-1 1 0 0 0,0-1 0 0 0,1 0 0 0 0,-1 0 0 0 0,0 1 0 0 0,0-1 0 0 0,0 0 0 0 0,0 1 0 0 0,-1-1 0 0 0,1 3 0 0 0,-4-5-731 0 0,-2-8-3643 0 0,2 3-828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4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0 456 0 0,'0'1'144'0'0,"0"-1"-1"0"0,0 0 1 0 0,0 0-1 0 0,0 1 0 0 0,0-1 1 0 0,0 0-1 0 0,0 1 1 0 0,0-1-1 0 0,0 0 1 0 0,-1 1-1 0 0,1-1 1 0 0,0 0-1 0 0,0 0 1 0 0,0 1-1 0 0,0-1 1 0 0,0 0-1 0 0,-1 0 1 0 0,1 1-1 0 0,0-1 1 0 0,0 0-1 0 0,0 0 1 0 0,-1 0-1 0 0,1 1 1 0 0,0-1-1 0 0,0 0 0 0 0,-1 0 1 0 0,1 0-1 0 0,0 0 1 0 0,-1 1-1 0 0,1-1 1 0 0,-1 0-1 0 0,-13 10 6604 0 0,11-8-5840 0 0,-15 11 473 0 0,1 2 0 0 0,0 0 0 0 0,1 0 0 0 0,-22 28 1 0 0,36-41-3059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5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5 100 4145 0 0,'-5'-4'13547'0'0,"5"0"-13316"0"0,0 0 0 0 0,1 0 1 0 0,-1 1-1 0 0,1-1 0 0 0,0 0 1 0 0,0 1-1 0 0,0-1 0 0 0,1 0 1 0 0,-1 1-1 0 0,1-1 0 0 0,0 1 1 0 0,-1 0-1 0 0,2 0 0 0 0,-1 0 1 0 0,3-4-1 0 0,-2 4-164 0 0,-1 0 0 0 0,1 0 0 0 0,0 0 0 0 0,0 0 0 0 0,1 1 0 0 0,-1-1-1 0 0,0 1 1 0 0,1 0 0 0 0,0 0 0 0 0,-1 0 0 0 0,1 0 0 0 0,0 1 0 0 0,0-1 0 0 0,7 0 0 0 0,-10 2-67 0 0,0 0 0 0 0,0 0 0 0 0,0 0 0 0 0,0 0 0 0 0,0 1-1 0 0,0-1 1 0 0,0 0 0 0 0,0 1 0 0 0,0-1 0 0 0,0 1 0 0 0,0-1 0 0 0,0 1 0 0 0,0-1 0 0 0,0 1 0 0 0,0 0 0 0 0,0 0 0 0 0,-1-1 0 0 0,1 1 0 0 0,0 0 0 0 0,-1 0 0 0 0,1 0 0 0 0,0 0 0 0 0,0 0-1 0 0,15 29-61 0 0,-10-15 46 0 0,14 17-8 0 0,1 0 0 0 0,38 44 0 0 0,-47-65 92 0 0,-9-12 39 0 0,-7-8-150 0 0,-6-9-589 0 0,5 10 100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5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20 920 0 0,'23'-11'18822'0'0,"-28"13"-18124"0"0,-4 3-326 0 0,7-2-315 0 0,0-1 0 0 0,1 0 0 0 0,-1 1 0 0 0,1-1 0 0 0,-1 1 0 0 0,1 0 0 0 0,0-1 0 0 0,0 1 0 0 0,0 0 0 0 0,1 0 0 0 0,-1-1-1 0 0,1 1 1 0 0,-1 0 0 0 0,1 0 0 0 0,0 0 0 0 0,0 0 0 0 0,0 0 0 0 0,1 0 0 0 0,-1-1 0 0 0,2 5 0 0 0,-2-4-38 0 0,1 0 0 0 0,-1-1 1 0 0,1 1-1 0 0,0-1 0 0 0,0 1 1 0 0,0-1-1 0 0,0 0 1 0 0,1 1-1 0 0,-1-1 0 0 0,1 0 1 0 0,-1 0-1 0 0,1 0 0 0 0,0 0 1 0 0,0 0-1 0 0,0 0 0 0 0,0-1 1 0 0,0 1-1 0 0,0-1 0 0 0,0 1 1 0 0,0-1-1 0 0,1 0 0 0 0,3 2 1 0 0,-5-3-26 0 0,0 0 0 0 0,1 1 0 0 0,-1-1 0 0 0,0 0 0 0 0,0 0 0 0 0,1 0 0 0 0,-1 0 0 0 0,0 0 1 0 0,1 0-1 0 0,-1 0 0 0 0,0-1 0 0 0,0 1 0 0 0,1 0 0 0 0,-1-1 0 0 0,0 1 0 0 0,0-1 0 0 0,0 1 0 0 0,0-1 0 0 0,2-1 0 0 0,-1 0-2 0 0,0 1 0 0 0,0-1-1 0 0,-1 0 1 0 0,1 0 0 0 0,-1 0-1 0 0,1 0 1 0 0,-1 0-1 0 0,0 0 1 0 0,2-4 0 0 0,-1 0 34 0 0,0 0 1 0 0,0 0 0 0 0,-1 0 0 0 0,0 0-1 0 0,0-1 1 0 0,-1 1 0 0 0,0-8 0 0 0,0 11 11 0 0,0 1 0 0 0,-1 0 0 0 0,1-1 0 0 0,-1 1 0 0 0,0 0 0 0 0,1-1 0 0 0,-1 1 0 0 0,0 0-1 0 0,-1 0 1 0 0,1 0 0 0 0,0 0 0 0 0,-3-4 0 0 0,3 6-131 0 0,1-1-1 0 0,-1 0 1 0 0,0 1-1 0 0,1-1 1 0 0,-1 1-1 0 0,0-1 1 0 0,0 1-1 0 0,1-1 1 0 0,-1 1-1 0 0,0 0 1 0 0,0-1-1 0 0,0 1 1 0 0,0 0-1 0 0,1 0 1 0 0,-1-1-1 0 0,0 1 1 0 0,0 0 0 0 0,0 0-1 0 0,-1 0 1 0 0,1 0-357 0 0,0 1 0 0 0,0-1 1 0 0,0 0-1 0 0,0 1 0 0 0,0-1 1 0 0,0 0-1 0 0,0 1 0 0 0,0-1 1 0 0,0 1-1 0 0,1-1 1 0 0,-1 1-1 0 0,-1 1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6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5065 0 0,'8'-3'668'0'0,"-8"2"-207"0"0,1 1-1 0 0,0 0 1 0 0,-1 0-1 0 0,1-1 1 0 0,10 2 9722 0 0,-10 1-9647 0 0,7 69 2125 0 0,2 9-1805 0 0,-8-68-788 0 0,1-1-1 0 0,0 0 1 0 0,0 0 0 0 0,11 20-1 0 0,-14-30-49 0 0,1 0 0 0 0,0 0 0 0 0,0 0 1 0 0,-1 0-1 0 0,1-1 0 0 0,0 1 0 0 0,0 0 0 0 0,0 0 0 0 0,0-1 0 0 0,0 1 0 0 0,1 0 0 0 0,-1-1 1 0 0,0 1-1 0 0,0-1 0 0 0,0 1 0 0 0,0-1 0 0 0,1 0 0 0 0,-1 1 0 0 0,0-1 0 0 0,0 0 0 0 0,1 0 0 0 0,-1 0 1 0 0,0 0-1 0 0,0 0 0 0 0,1 0 0 0 0,-1 0 0 0 0,0-1 0 0 0,0 1 0 0 0,1 0 0 0 0,-1-1 0 0 0,0 1 1 0 0,0-1-1 0 0,2 0 0 0 0,6-3 76 0 0,-1 0 1 0 0,1-1-1 0 0,10-7 1 0 0,-12 7-69 0 0,12-7 148 0 0,-10 6-158 0 0,-1 0 0 0 0,1 1 0 0 0,0 0 0 0 0,0 0-1 0 0,0 1 1 0 0,0 0 0 0 0,1 1 0 0 0,14-4-1 0 0,-22 7-137 0 0,-1 0 0 0 0,0 0 0 0 0,0 0 0 0 0,1 0 0 0 0,-1 0 0 0 0,0 0-1 0 0,0 0 1 0 0,1 0 0 0 0,-1 1 0 0 0,0-1 0 0 0,0 1 0 0 0,0-1 0 0 0,0 1-1 0 0,0-1 1 0 0,1 1 0 0 0,0 0 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7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12443 0 0,'3'-2'10532'0'0,"5"-6"-8823"0"0,-6 7-1658 0 0,0-1-1 0 0,1 1 1 0 0,-1 0 0 0 0,1-1-1 0 0,-1 1 1 0 0,1 0 0 0 0,-1 1-1 0 0,1-1 1 0 0,0 0 0 0 0,-1 1-1 0 0,1-1 1 0 0,0 1 0 0 0,0 0-1 0 0,3 0 1 0 0,5-1 70 0 0,10-2-506 0 0,20-4 1004 0 0,-15-2-8130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7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5 10138 0 0,'0'0'289'0'0,"0"1"0"0"0,0 0 0 0 0,0-1 0 0 0,0 1 0 0 0,0 0-1 0 0,0 0 1 0 0,0-1 0 0 0,0 1 0 0 0,0 0 0 0 0,0 0 0 0 0,-1-1 0 0 0,1 1 0 0 0,0 0-1 0 0,0-1 1 0 0,-1 1 0 0 0,1 0 0 0 0,0-1 0 0 0,-1 1 0 0 0,1-1 0 0 0,-1 2 0 0 0,-3 7 6125 0 0,4-8-6344 0 0,1-1 0 0 0,-1 0 0 0 0,1 1 0 0 0,-1-1 0 0 0,0 0 1 0 0,1 1-1 0 0,-1-1 0 0 0,1 0 0 0 0,-1 0 0 0 0,1 1 1 0 0,-1-1-1 0 0,1 0 0 0 0,-1 0 0 0 0,1 0 0 0 0,-1 0 1 0 0,1 0-1 0 0,-1 0 0 0 0,1 1 0 0 0,-1-1 0 0 0,1 0 0 0 0,0-1 1 0 0,-1 1-1 0 0,1 0 0 0 0,0 0 0 0 0,23 0 415 0 0,0-1 0 0 0,0-1 0 0 0,0-1 0 0 0,29-7 0 0 0,-11-7-1699 0 0,-41 17 587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7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 5065 0 0,'4'-4'8817'0'0,"5"-6"-3759"0"0,-2 5-4402 0 0,0 1 0 0 0,1-1-1 0 0,0 1 1 0 0,0 1 0 0 0,0-1-1 0 0,0 1 1 0 0,10-2 0 0 0,63-8-1423 0 0,-49 9-318 0 0,-30 4-124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7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 2304 0 0,'-5'14'2125'0'0,"1"1"0"0"0,1 0 0 0 0,-3 27 0 0 0,-2 6 1475 0 0,7-41-3319 0 0,1-3-129 0 0,-1 1 0 0 0,0-1 0 0 0,0 0 0 0 0,0 1 0 0 0,-1-1 1 0 0,1 0-1 0 0,-1 0 0 0 0,0 0 0 0 0,0 0 0 0 0,-1 0 0 0 0,-3 4 0 0 0,6-7-171 0 0,-1-1 0 0 0,1 0 0 0 0,-1 0-1 0 0,1 1 1 0 0,-1-1 0 0 0,1 0 0 0 0,-1 0 0 0 0,1 0-1 0 0,-1 0 1 0 0,0 0 0 0 0,1 0 0 0 0,-1 0 0 0 0,1 0-1 0 0,-1 0 1 0 0,1 0 0 0 0,-1 0 0 0 0,1 0 0 0 0,-1 0-1 0 0,1 0 1 0 0,-1 0 0 0 0,0-1 0 0 0,1 1 0 0 0,-1 0-1 0 0,1 0 1 0 0,-1 0 0 0 0,1-1 0 0 0,0 1-1 0 0,-1 0 1 0 0,1-1 0 0 0,-1 1 0 0 0,1-1 0 0 0,0 1-1 0 0,-1 0 1 0 0,1-1 0 0 0,-1 1 0 0 0,1-1 0 0 0,0 1-1 0 0,0-1 1 0 0,-1 1 0 0 0,1-1 0 0 0,0 1 0 0 0,0-1-1 0 0,0 1 1 0 0,0-2 0 0 0,-3-5 112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8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0 6913 0 0,'0'1'202'0'0,"0"-1"0"0"0,1 1-1 0 0,-1 0 1 0 0,0 0-1 0 0,0-1 1 0 0,1 1 0 0 0,-1 0-1 0 0,0-1 1 0 0,0 1-1 0 0,0 0 1 0 0,0 0 0 0 0,0-1-1 0 0,0 1 1 0 0,0 0-1 0 0,0 0 1 0 0,0-1 0 0 0,0 1-1 0 0,0 0 1 0 0,-1-1-1 0 0,1 1 1 0 0,0 0 0 0 0,0 0-1 0 0,-1-1 1 0 0,1 1-1 0 0,0-1 1 0 0,-1 1 0 0 0,1 0-1 0 0,-1-1 1 0 0,1 1-1 0 0,-1-1 1 0 0,1 1 0 0 0,-2 0-1 0 0,-19 18 1166 0 0,-16 1-503 0 0,28-16-836 0 0,1 0-1 0 0,0 0 1 0 0,0 1-1 0 0,1 0 1 0 0,-12 10-1 0 0,18-15-29 0 0,1 0 0 0 0,-1 1 0 0 0,1-1 0 0 0,0 1 1 0 0,-1-1-1 0 0,1 1 0 0 0,-1-1 0 0 0,1 1 0 0 0,0-1 0 0 0,-1 1 0 0 0,1-1 0 0 0,0 1 0 0 0,0-1 1 0 0,-1 1-1 0 0,1 0 0 0 0,0-1 0 0 0,0 1 0 0 0,0 1 0 0 0,0-2 16 0 0,0 0 0 0 0,0 0-1 0 0,0 1 1 0 0,1-1 0 0 0,-1 0 0 0 0,0 0-1 0 0,0 1 1 0 0,0-1 0 0 0,1 0 0 0 0,-1 0 0 0 0,0 1-1 0 0,0-1 1 0 0,1 0 0 0 0,-1 0 0 0 0,0 0-1 0 0,1 0 1 0 0,-1 0 0 0 0,0 1 0 0 0,0-1 0 0 0,1 0-1 0 0,-1 0 1 0 0,0 0 0 0 0,1 0 0 0 0,-1 0-1 0 0,1 0 1 0 0,2 0 200 0 0,0 0-1 0 0,-1 0 1 0 0,1 0-1 0 0,0 0 1 0 0,0-1-1 0 0,4 0 0 0 0,8-4 642 0 0,-7 2-697 0 0,0 1 0 0 0,1-1 0 0 0,-1 2 0 0 0,0-1 1 0 0,10 1-1 0 0,-16 0-158 0 0,0 1 1 0 0,0 1-1 0 0,-1-1 0 0 0,1 0 0 0 0,0 0 1 0 0,0 1-1 0 0,-1-1 0 0 0,1 1 1 0 0,0-1-1 0 0,-1 1 0 0 0,1 0 1 0 0,0 0-1 0 0,-1 0 0 0 0,1 0 0 0 0,-1 0 1 0 0,0 0-1 0 0,1 0 0 0 0,-1 0 1 0 0,0 0-1 0 0,1 1 0 0 0,-1-1 0 0 0,0 1 1 0 0,0-1-1 0 0,0 1 0 0 0,0-1 1 0 0,-1 1-1 0 0,1-1 0 0 0,0 1 1 0 0,0 3-1 0 0,1 0 20 0 0,-1 0 0 0 0,0 0 1 0 0,-1 0-1 0 0,1 6 0 0 0,-1-9-20 0 0,0 0 0 0 0,0-1 0 0 0,0 1 0 0 0,0 0 0 0 0,0-1 0 0 0,0 1 0 0 0,-1-1 0 0 0,1 1 0 0 0,-1 0 0 0 0,1-1 0 0 0,-1 1 0 0 0,1-1 0 0 0,-1 1 0 0 0,0-1 0 0 0,0 0 0 0 0,0 1 0 0 0,-1 1 0 0 0,2-3-75 0 0,-1 0-1 0 0,1 0 0 0 0,0 0 1 0 0,0 0-1 0 0,0 0 0 0 0,-1 1 0 0 0,1-1 1 0 0,0 0-1 0 0,0 0 0 0 0,-1 0 1 0 0,1 0-1 0 0,0 0 0 0 0,-1 0 1 0 0,1 0-1 0 0,0 0 0 0 0,0 0 1 0 0,-1 0-1 0 0,1 0 0 0 0,0 0 1 0 0,0 0-1 0 0,-1 0 0 0 0,1 0 1 0 0,0 0-1 0 0,0-1 0 0 0,-1 1 1 0 0,1 0-1 0 0,0 0 0 0 0,0 0 1 0 0,0 0-1 0 0,-1 0 0 0 0,1-1 1 0 0,0 1-1 0 0,0 0 0 0 0,0 0 1 0 0,-1 0-1 0 0,1 0 0 0 0,0-1 1 0 0,0 1-1 0 0,0 0 0 0 0,0 0 1 0 0,0-1-1 0 0,-1 1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8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2304 0 0,'2'0'1527'0'0,"1"1"0"0"0,0-1-1 0 0,0 1 1 0 0,0 0 0 0 0,-1 0-1 0 0,1 1 1 0 0,2 0-1 0 0,16 7 3954 0 0,-20-9-5455 0 0,-1 1-1 0 0,1-1 0 0 0,0 0 0 0 0,0 0 0 0 0,0 0 1 0 0,0 0-1 0 0,0 0 0 0 0,-1 0 0 0 0,1 0 1 0 0,0 0-1 0 0,0 0 0 0 0,0 0 0 0 0,0 0 0 0 0,-1-1 1 0 0,1 1-1 0 0,0 0 0 0 0,0-1 0 0 0,0 1 1 0 0,0-1-1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8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4145 0 0,'2'0'910'0'0,"0"1"1"0"0,0-1 0 0 0,1 0-1 0 0,-1 0 1 0 0,0 0-1 0 0,0 0 1 0 0,1 0 0 0 0,-1 0-1 0 0,3-1 1 0 0,22-9 4261 0 0,0-4-4493 0 0,-5-1-5051 0 0,-21 15 4082 0 0,7-5-1435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9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0 3225 0 0,'1'1'355'0'0,"0"-1"1"0"0,0 1-1 0 0,0 0 1 0 0,-1-1-1 0 0,1 1 1 0 0,0 0-1 0 0,-1 0 0 0 0,1 0 1 0 0,-1-1-1 0 0,1 1 1 0 0,-1 0-1 0 0,1 0 1 0 0,-1 0-1 0 0,1 0 1 0 0,-1 0-1 0 0,0 0 1 0 0,0 0-1 0 0,0 0 1 0 0,1 0-1 0 0,-1 0 1 0 0,0 0-1 0 0,0 0 1 0 0,0 0-1 0 0,0 0 1 0 0,-1 0-1 0 0,1 0 1 0 0,0 0-1 0 0,-1 2 0 0 0,-7 29 4488 0 0,4-23-4392 0 0,0-1-1 0 0,-1 0 1 0 0,0 0-1 0 0,0-1 1 0 0,-7 8 0 0 0,-15 23-310 0 0,27-38-142 0 0,0 0 1 0 0,0 0 0 0 0,0 0 0 0 0,0 1 0 0 0,-1-1 0 0 0,1 0 0 0 0,0 0 0 0 0,0 0 0 0 0,0 0 0 0 0,0 0-1 0 0,0 0 1 0 0,0 0 0 0 0,0 1 0 0 0,0-1 0 0 0,0 0 0 0 0,0 0 0 0 0,0 0 0 0 0,-1 0 0 0 0,1 0 0 0 0,0 1 0 0 0,0-1-1 0 0,0 0 1 0 0,0 0 0 0 0,0 0 0 0 0,0 0 0 0 0,0 0 0 0 0,0 1 0 0 0,0-1 0 0 0,0 0 0 0 0,1 0 0 0 0,-1 0-1 0 0,0 0 1 0 0,0 0 0 0 0,0 1 0 0 0,0-1 0 0 0,0 0 0 0 0,0 0 0 0 0,0 0 0 0 0,0 0 0 0 0,0 0 0 0 0,0 0 0 0 0,0 1-1 0 0,1-1 1 0 0,6-3 11 0 0,9-7-117 0 0,-7 3-134 0 0,0 0 1 0 0,1 0 0 0 0,-1 1-1 0 0,1 0 1 0 0,13-5 0 0 0,-21 10 187 0 0,0 1 0 0 0,1-1 0 0 0,-1 0 1 0 0,1 1-1 0 0,-1-1 0 0 0,1 1 0 0 0,-1 0 0 0 0,1 0 1 0 0,-1 0-1 0 0,1 0 0 0 0,-1 0 0 0 0,1 0 0 0 0,2 1 1 0 0,-3 0 33 0 0,-1 0 1 0 0,1 0-1 0 0,0 0 1 0 0,-1 0 0 0 0,1 0-1 0 0,0 0 1 0 0,-1 0 0 0 0,1 1-1 0 0,-1-1 1 0 0,0 1-1 0 0,0-1 1 0 0,1 1 0 0 0,-1-1-1 0 0,0 1 1 0 0,0-1 0 0 0,0 1-1 0 0,0 0 1 0 0,-1 0-1 0 0,2 2 1 0 0,-1 1 28 0 0,1 1 0 0 0,-1-1 0 0 0,-1 0 0 0 0,1 1 0 0 0,-1-1 0 0 0,1 1 0 0 0,-2 7 0 0 0,-7 42 159 0 0,4-32-84 0 0,-4 21-43 0 0,-2 0-1 0 0,-16 47 1 0 0,21-79-42 0 0,3-7 0 0 0,0 0 0 0 0,1 0 1 0 0,-1 0-1 0 0,1 0 0 0 0,0 0 0 0 0,0 0 1 0 0,0 9-1 0 0,1-14 20 0 0,0 0 1 0 0,0 0 0 0 0,0 0-1 0 0,0 0 1 0 0,0 0 0 0 0,0 0-1 0 0,0 0 1 0 0,0 0 0 0 0,0 0-1 0 0,0 0 1 0 0,0 0 0 0 0,1 0-1 0 0,-1 0 1 0 0,0 0 0 0 0,0 0-1 0 0,0 0 1 0 0,0 0 0 0 0,0 0-1 0 0,0 0 1 0 0,0 0 0 0 0,0 0-1 0 0,0 0 1 0 0,0 0 0 0 0,0 0-1 0 0,0 0 1 0 0,0 0 0 0 0,0 0-1 0 0,0 0 1 0 0,0 0 0 0 0,0 0-1 0 0,0 0 1 0 0,1 0 0 0 0,-1 0-1 0 0,0 0 1 0 0,0 0 0 0 0,0 0-1 0 0,0 0 1 0 0,0 0 0 0 0,0 0-1 0 0,0 0 1 0 0,0 0 0 0 0,0 0-1 0 0,0 1 1 0 0,0-1 0 0 0,0 0-1 0 0,0 0 1 0 0,0 0 0 0 0,0 0-1 0 0,0 0 1 0 0,0 0 0 0 0,0 0-1 0 0,0 0 1 0 0,0 0 0 0 0,0 0-1 0 0,0 0 1 0 0,0 0 0 0 0,0 0-1 0 0,0 0 1 0 0,0 0 0 0 0,0 0-1 0 0,3-7 810 0 0,2-10-161 0 0,-1-19-3260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49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3225 0 0,'3'1'976'0'0,"-1"0"0"0"0,1 0 0 0 0,-1 0-1 0 0,0 1 1 0 0,1-1 0 0 0,-1 1 0 0 0,0-1 0 0 0,0 1 0 0 0,2 2 0 0 0,-1-2-412 0 0,-1 1 1 0 0,0-1-1 0 0,0 1 0 0 0,0-1 0 0 0,0 1 1 0 0,0 0-1 0 0,0 0 0 0 0,-1 0 0 0 0,1 0 0 0 0,-1 0 1 0 0,2 7-1 0 0,-3-10-563 0 0,0 0 1 0 0,1 0-1 0 0,-1 1 1 0 0,0-1 0 0 0,0 0-1 0 0,0 0 1 0 0,0 1-1 0 0,0-1 1 0 0,0 0-1 0 0,0 0 1 0 0,0 1-1 0 0,0-1 1 0 0,0 0-1 0 0,0 0 1 0 0,0 1-1 0 0,0-1 1 0 0,0 0-1 0 0,0 0 1 0 0,0 1 0 0 0,0-1-1 0 0,-1 0 1 0 0,1 0-1 0 0,0 1 1 0 0,0-1-1 0 0,0 0 1 0 0,0 0-1 0 0,0 1 1 0 0,-1-1-1 0 0,1 0 1 0 0,0 0-1 0 0,0 0 1 0 0,0 1-1 0 0,-1-1 1 0 0,1 0-1 0 0,0 0 1 0 0,0 0 0 0 0,-1 0-1 0 0,1 0 1 0 0,0 0-1 0 0,0 1 1 0 0,-1-1-1 0 0,1 0 1 0 0,0 0-1 0 0,0 0 1 0 0,-1 0-1 0 0,1 0 1 0 0,0 0-1 0 0,0 0 1 0 0,-1 0-1 0 0,1 0 1 0 0,0 0 0 0 0,0 0-1 0 0,-1 0 1 0 0,1-1-1 0 0,0 1 1 0 0,-1 0-1 0 0,1 0 1 0 0,0 0-1 0 0,-1 0 1 0 0,1-1-253 0 0,-1 1 1 0 0,0-1 0 0 0,0 1 0 0 0,0-1-1 0 0,1 1 1 0 0,-1-1 0 0 0,0 0 0 0 0,1 1-1 0 0,-1-1 1 0 0,0 0 0 0 0,1 1 0 0 0,-1-1-1 0 0,1 0 1 0 0,-1 0 0 0 0,1 0-1 0 0,0 0 1 0 0,-1 0 0 0 0,1-1-220 0 0,-1 1 1 0 0,1-1 0 0 0,0 0-1 0 0,0 1 1 0 0,0-1-1 0 0,0 1 1 0 0,1-1-1 0 0,-1 0 1 0 0,0 1-1 0 0,1-1 1 0 0,-1 1-1 0 0,1-1 1 0 0,0-2-1 0 0,1 2 349 0 0,-1 0 0 0 0,0 0 0 0 0,0 1 0 0 0,1-1-1 0 0,-1 0 1 0 0,1 1 0 0 0,-1-1 0 0 0,1 1 0 0 0,3-2 0 0 0,-3 1 140 0 0,0 1-1 0 0,0 0 1 0 0,1-1 0 0 0,-1 1 0 0 0,1 0 0 0 0,0 1 0 0 0,-1-1 0 0 0,1 0 0 0 0,-1 1 0 0 0,1-1 0 0 0,0 1-1 0 0,-1 0 1 0 0,1 0 0 0 0,0 0 0 0 0,0 0 0 0 0,4 2 0 0 0,-1-1-46 0 0,-1 1 0 0 0,0 0-1 0 0,0 0 1 0 0,0 0 0 0 0,5 4 0 0 0,1 5 3411 0 0,-11-11-3330 0 0,1 1 0 0 0,-1-1 1 0 0,0 0-1 0 0,0 0 0 0 0,0 0 1 0 0,0 0-1 0 0,0 0 0 0 0,0 1 0 0 0,0-1 1 0 0,0 0-1 0 0,0 0 0 0 0,0 0 1 0 0,0 0-1 0 0,0 1 0 0 0,0-1 1 0 0,0 0-1 0 0,0 0 0 0 0,0 0 0 0 0,0 0 1 0 0,0 1-1 0 0,0-1 0 0 0,0 0 1 0 0,0 0-1 0 0,0 0 0 0 0,0 0 1 0 0,-1 1-1 0 0,1-1 0 0 0,0 0 0 0 0,0 0 1 0 0,0 0-1 0 0,0 0 0 0 0,0 0 1 0 0,0 0-1 0 0,0 1 0 0 0,-1-1 1 0 0,1 0-1 0 0,0 0 0 0 0,0 0 1 0 0,0 0-1 0 0,0 0 0 0 0,0 0 0 0 0,-1 0 1 0 0,1 0-1 0 0,0 0 0 0 0,0 0 1 0 0,0 0-1 0 0,0 0 0 0 0,-1 0 1 0 0,1 0-1 0 0,0 0 0 0 0,0 0 0 0 0,0 0 1 0 0,-1 0-1 0 0,-8 1 402 0 0,3-2-445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2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 12443 0 0,'12'12'1661'0'0,"-10"-8"-788"0"0,2 0 0 0 0,-1 0 0 0 0,0-1 0 0 0,1 0 0 0 0,0 0 1 0 0,-1 0-1 0 0,1 0 0 0 0,7 3 0 0 0,-10-7-839 0 0,1 0-1 0 0,-1 0 1 0 0,1 0 0 0 0,-1 0-1 0 0,0 0 1 0 0,0 0-1 0 0,1-1 1 0 0,-1 1 0 0 0,1-2-1 0 0,4-4 39 0 0,1 1 41 0 0,1 0 0 0 0,-1 1 0 0 0,1 0 0 0 0,-1 1 0 0 0,1-1 0 0 0,1 1 0 0 0,-1 1-1 0 0,12-4 1 0 0,-14 7-654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2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1376 0 0,'2'16'19068'0'0,"0"-18"-18864"0"0,0 0 0 0 0,0 1-1 0 0,-1 0 1 0 0,1-1-1 0 0,0 1 1 0 0,0 0 0 0 0,0 0-1 0 0,0 0 1 0 0,1 0 0 0 0,-1 0-1 0 0,0 0 1 0 0,3 0-1 0 0,2 0-157 0 0,0 0-1 0 0,0 0 0 0 0,8 1 0 0 0,-14 0-97 0 0,-1 0 1 0 0,0 0-1 0 0,0 0 0 0 0,0 0 1 0 0,0 0-1 0 0,0 0 1 0 0,0 0-1 0 0,0 0 1 0 0,0 0-1 0 0,0 0 0 0 0,1 0 1 0 0,-1 0-1 0 0,0 0 1 0 0,0 1-1 0 0,0-1 1 0 0,0 0-1 0 0,0 0 1 0 0,0 0-1 0 0,0 0 0 0 0,0 0 1 0 0,0 0-1 0 0,0 0 1 0 0,0 0-1 0 0,0 1 1 0 0,0-1-1 0 0,0 0 1 0 0,0 0-1 0 0,0 0 0 0 0,0 0 1 0 0,0 0-1 0 0,0 0 1 0 0,0 0-1 0 0,0 1 1 0 0,0-1-1 0 0,0 0 1 0 0,0 0-1 0 0,0 0 0 0 0,0 0 1 0 0,0 0-1 0 0,0 0 1 0 0,0 0-1 0 0,0 0 1 0 0,0 1-1 0 0,0-1 0 0 0,0 0 1 0 0,0 0-1 0 0,0 0 1 0 0,0 0-1 0 0,0 0 1 0 0,-1 0-1 0 0,1 0 1 0 0,0 0-1 0 0,0 0 0 0 0,0 0 1 0 0,0 0-1 0 0,0 0 1 0 0,0 1-1 0 0,0-1 1 0 0,-6 6-3794 0 0,2-2 1615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2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1 118 13363 0 0,'2'0'259'0'0,"1"0"1"0"0,0 0-1 0 0,-1 0 0 0 0,1 0 1 0 0,-1 0-1 0 0,1-1 1 0 0,-1 0-1 0 0,1 1 0 0 0,-1-1 1 0 0,1 0-1 0 0,-1 0 1 0 0,0 0-1 0 0,0-1 0 0 0,1 1 1 0 0,-1 0-1 0 0,0-1 1 0 0,3-2-1 0 0,4-5-642 0 0,0 1 0 0 0,10-15 0 0 0,-12 14-378 0 0,1 0 213 0 0,-2 2 375 0 0,1-1 0 0 0,9-8 0 0 0,1 3 161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3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7370 0 0,'11'8'2128'0'0,"-10"-7"-1598"0"0,0-1 1 0 0,0 0-1 0 0,-1 1 1 0 0,1-1-1 0 0,0 0 0 0 0,0 0 1 0 0,0 0-1 0 0,0 0 0 0 0,0 1 1 0 0,0-1-1 0 0,0 0 0 0 0,-1-1 1 0 0,1 1-1 0 0,2 0 0 0 0,-2-1 93 0 0,0 1 0 0 0,1-1 0 0 0,-1 1 0 0 0,0-1 0 0 0,0 0 0 0 0,0 1-1 0 0,0-1 1 0 0,0 0 0 0 0,2-2 0 0 0,6-7-1564 0 0,-6 5 995 0 0,1 1 0 0 0,0 0 1 0 0,0 0-1 0 0,1 1 0 0 0,-1-1 0 0 0,1 1 1 0 0,-1 0-1 0 0,8-4 0 0 0,-10 6-32 0 0,1 0 0 0 0,-1 0 0 0 0,0 0 1 0 0,1 0-1 0 0,-1 0 0 0 0,0 1 0 0 0,1-1 0 0 0,-1 1 0 0 0,1-1 0 0 0,-1 1 0 0 0,1 0 0 0 0,-1 0 0 0 0,1 0 0 0 0,-1 0 1 0 0,1 1-1 0 0,-1-1 0 0 0,1 1 0 0 0,-1 0 0 0 0,1-1 0 0 0,3 3 0 0 0,-5-2-23 0 0,0 0 0 0 0,0-1 0 0 0,0 1 0 0 0,-1 0 0 0 0,1 0 0 0 0,0 0 1 0 0,-1 0-1 0 0,1 0 0 0 0,-1 0 0 0 0,1 0 0 0 0,-1 0 0 0 0,1 0 0 0 0,-1 0 0 0 0,0 0 0 0 0,1 0 0 0 0,-1 0 0 0 0,0 1 0 0 0,0-1 0 0 0,0 0 0 0 0,0 0 1 0 0,0 0-1 0 0,0 0 0 0 0,0 2 0 0 0,-7 29 39 0 0,6-29-6 0 0,-5 15-90 0 0,-1-1 0 0 0,0 0 0 0 0,-13 23-1 0 0,-34 44-314 0 0,26-44-331 0 0,15-18-3132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3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6249 0 0,'21'11'3384'0'0,"26"16"-1"0"0,7 5 1710 0 0,-42-29-5298 0 0,-12-4-34 0 0,1 1 0 0 0,0 0-1 0 0,-1-1 1 0 0,1 1 0 0 0,-1 0 0 0 0,1-1 0 0 0,-1 1-1 0 0,1-1 1 0 0,-1 1 0 0 0,1-1 0 0 0,-1 1 0 0 0,0-1-1 0 0,1 1 1 0 0,-1-1 0 0 0,0 1 0 0 0,1-1-1 0 0,-1 1 1 0 0,0-1 0 0 0,0 0 0 0 0,1 1 0 0 0,-1-2-1 0 0,3-5-1679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3225 0 0,'5'4'10052'0'0,"7"5"-3906"0"0,-8-8-5969 0 0,-1 0 0 0 0,1-1 0 0 0,-1 1 0 0 0,1-1-1 0 0,-1 0 1 0 0,0 0 0 0 0,1 0 0 0 0,5-2 0 0 0,31-7 1730 0 0,-17 3-1392 0 0,-11 3-439 0 0,19-2-1615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3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3225 0 0,'4'8'8463'0'0,"-4"-7"-8078"0"0,12 2 5162 0 0,10-5-1125 0 0,45-20-2672 0 0,8-1-1298 0 0,-47 15-610 0 0,-20 6-10 0 0,1-1 1 0 0,0 1 0 0 0,-1 0-1 0 0,1 1 1 0 0,0 0-1 0 0,0 0 1 0 0,16 1-1 0 0,-24 1-583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5985 0 0,'4'6'830'0'0,"0"0"-1"0"0,-1 1 1 0 0,0-1-1 0 0,-1 0 1 0 0,1 1 0 0 0,-1-1-1 0 0,0 1 1 0 0,-1 0-1 0 0,0 0 1 0 0,0 0-1 0 0,0 7 1 0 0,0-6-491 0 0,-1 1 1 0 0,-1-1 0 0 0,1 0-1 0 0,-1 1 1 0 0,-1-1-1 0 0,0 0 1 0 0,0 0-1 0 0,-6 15 1 0 0,4-15-1611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0:54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0 1376 0 0,'12'3'111'0'0,"-11"-3"380"0"0,0 0 0 0 0,0 1 0 0 0,-1-1-1 0 0,1 0 1 0 0,0 1 0 0 0,0-1 0 0 0,-1 1 0 0 0,1-1 0 0 0,0 0 0 0 0,-1 1 0 0 0,1 0 0 0 0,-1-1 0 0 0,1 1 0 0 0,0 1 0 0 0,0-2-51 0 0,-1 1 0 0 0,0-1 0 0 0,0 1 0 0 0,0 0 0 0 0,1 0 0 0 0,-1-1 0 0 0,0 1 0 0 0,0 0 0 0 0,0-1 0 0 0,0 1 0 0 0,0 0 1 0 0,0 0-1 0 0,0-1 0 0 0,0 1 0 0 0,0 0 0 0 0,-1 1 0 0 0,-4 10-124 0 0,-9 8 1239 0 0,-30 37 1 0 0,32-43-1374 0 0,0 0 0 0 0,1 1 1 0 0,0 1-1 0 0,-13 25 0 0 0,23-38-148 0 0,0-1 0 0 0,0 1 1 0 0,0-1-1 0 0,1 1 0 0 0,-1-1 0 0 0,1 1 1 0 0,-1 0-1 0 0,1-1 0 0 0,0 1 0 0 0,0 0 1 0 0,0-1-1 0 0,0 1 0 0 0,1 0 0 0 0,-1-1 1 0 0,2 6-1 0 0,-1-7 2 0 0,-1 1 1 0 0,1-1 0 0 0,0 0-1 0 0,0 1 1 0 0,0-1 0 0 0,0 0-1 0 0,0 0 1 0 0,0 0 0 0 0,0 1-1 0 0,1-1 1 0 0,-1 0 0 0 0,0-1-1 0 0,1 1 1 0 0,-1 0 0 0 0,0 0-1 0 0,1 0 1 0 0,-1-1 0 0 0,1 1-1 0 0,-1-1 1 0 0,1 1-1 0 0,0-1 1 0 0,-1 0 0 0 0,1 0-1 0 0,-1 1 1 0 0,1-1 0 0 0,2-1-1 0 0,3 1 27 0 0,0 0 0 0 0,0-1 0 0 0,0 0 0 0 0,-1 0 0 0 0,1 0 0 0 0,0-1-1 0 0,-1 0 1 0 0,1-1 0 0 0,-1 1 0 0 0,9-6 0 0 0,-6 2-8 0 0,0 0 1 0 0,-1-1 0 0 0,0 0 0 0 0,0 0-1 0 0,13-16 1 0 0,-20 22-63 0 0,0-1 0 0 0,1 0-1 0 0,-1 1 1 0 0,0-1 0 0 0,1 1 0 0 0,0 0 0 0 0,-1-1 0 0 0,1 1 0 0 0,0 0-1 0 0,0 0 1 0 0,-1 0 0 0 0,4-1 0 0 0,-3 2 2 0 0,-1 0 1 0 0,0 0-1 0 0,0 0 0 0 0,0 0 1 0 0,0 1-1 0 0,0-1 1 0 0,1 0-1 0 0,-1 1 0 0 0,0-1 1 0 0,0 0-1 0 0,0 1 0 0 0,0 0 1 0 0,0-1-1 0 0,0 1 1 0 0,0-1-1 0 0,0 1 0 0 0,0 0 1 0 0,-1 0-1 0 0,1 0 0 0 0,0-1 1 0 0,0 1-1 0 0,-1 0 1 0 0,2 2-1 0 0,5 8 39 0 0,0 0 0 0 0,0 0-1 0 0,-1 1 1 0 0,4 13 0 0 0,5 8 21 0 0,-18-37-1662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1:35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650 944 5529 0 0,'4'-3'664'0'0,"-1"0"0"0"0,0 0-1 0 0,1 0 1 0 0,0 1 0 0 0,0-1 0 0 0,-1 1-1 0 0,1 0 1 0 0,1 0 0 0 0,6-2 0 0 0,-1 1-174 0 0,-1 2 1 0 0,0-1 0 0 0,17 1 0 0 0,121-14 3447 0 0,-143 14-3850 0 0,150-11 1463 0 0,-134 9-1527 0 0,0-1 0 0 0,0-1 1 0 0,0-1-1 0 0,0 0 0 0 0,27-14 0 0 0,-38 15 20 0 0,0-1 0 0 0,0-1-1 0 0,0 1 1 0 0,-1-1 0 0 0,0-1-1 0 0,0 1 1 0 0,-1-2-1 0 0,0 1 1 0 0,0-1 0 0 0,-1 0-1 0 0,0 0 1 0 0,0 0 0 0 0,4-14-1 0 0,5-13 391 0 0,-2-1-1 0 0,12-52 0 0 0,-15 47-307 0 0,-2 15-106 0 0,-2-1 0 0 0,6-52 0 0 0,-11 70 1 0 0,-1 1 0 0 0,-1-1 0 0 0,1 1 0 0 0,-2-1-1 0 0,1 0 1 0 0,-1 1 0 0 0,-1 0 0 0 0,0-1 0 0 0,0 1 0 0 0,0 0 0 0 0,-1 1 0 0 0,-6-11 0 0 0,3 11-9 0 0,1-1 1 0 0,-2 0 0 0 0,1 1-1 0 0,-1 1 1 0 0,0-1-1 0 0,0 1 1 0 0,-1 1 0 0 0,0-1-1 0 0,0 2 1 0 0,-1-1-1 0 0,-15-6 1 0 0,-12-3 55 0 0,-70-17-1 0 0,95 28-65 0 0,-40-9-28 0 0,-132-42-164 0 0,162 47 258 0 0,0 1 0 0 0,0 1 0 0 0,-1 2 0 0 0,0 0 0 0 0,0 1 0 0 0,-41 0 0 0 0,46 4-21 0 0,0 0 1 0 0,-1 2 0 0 0,1 0-1 0 0,0 1 1 0 0,1 1 0 0 0,-1 0-1 0 0,1 2 1 0 0,0 0-1 0 0,-16 9 1 0 0,-18 13-48 0 0,21-11 0 0 0,0-1 0 0 0,-1-2 0 0 0,-36 13 0 0 0,56-25 0 0 0,-15 5 17 0 0,-46 21 0 0 0,63-24-14 0 0,1 0 0 0 0,0 0 0 0 0,0 0 0 0 0,1 1 0 0 0,-1 0 0 0 0,1 1 0 0 0,0-1 0 0 0,1 2 0 0 0,-6 7 0 0 0,2-1 1 0 0,1 1 1 0 0,1 0-1 0 0,0 1 0 0 0,1 0 0 0 0,1 0 1 0 0,1 1-1 0 0,0-1 0 0 0,1 1 0 0 0,0 0 1 0 0,2 1-1 0 0,0-1 0 0 0,1 0 0 0 0,1 1 1 0 0,2 20-1 0 0,0-27 15 0 0,0 0-1 0 0,1 0 1 0 0,1-1 0 0 0,0 1-1 0 0,0-1 1 0 0,1 0 0 0 0,1 0-1 0 0,-1 0 1 0 0,2-1-1 0 0,12 16 1 0 0,8 5 317 0 0,52 44-1 0 0,-50-49-219 0 0,-15-12-19 0 0,1 0 0 0 0,20 11-1 0 0,-30-20-20 0 0,1-1-1 0 0,0 0 1 0 0,0 0-1 0 0,0-1 1 0 0,0 1-1 0 0,0-1 1 0 0,0-1-1 0 0,0 1 1 0 0,1-1-1 0 0,9 1 0 0 0,-14-3-10 0 0,1 1-1 0 0,-1 0 1 0 0,1-1-1 0 0,-1 1 0 0 0,0-1 1 0 0,1 0-1 0 0,-1 0 1 0 0,0 0-1 0 0,4-2 1 0 0,-5 3-170 0 0,0-1 1 0 0,0 0 0 0 0,0 1 0 0 0,0-1 0 0 0,0 0 0 0 0,0 0 0 0 0,0 0 0 0 0,0 0 0 0 0,0 0 0 0 0,0 0 0 0 0,0 0-1 0 0,-1 0 1 0 0,1 0 0 0 0,0-1 0 0 0,-1 1 0 0 0,1 0 0 0 0,-1 0 0 0 0,1-3 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4T05:21:37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752 1051 6449 0 0,'39'2'3745'0'0,"63"-5"0"0"0,-68-1-3251 0 0,0-1 0 0 0,0-1 0 0 0,-1-2 0 0 0,37-14 0 0 0,132-60 990 0 0,-173 69-1301 0 0,2-1-101 0 0,-2-1 1 0 0,0-2-1 0 0,51-39 1 0 0,69-74-70 0 0,-139 121 110 0 0,-1-1 0 0 0,0 0 0 0 0,-1 0 0 0 0,0-1 0 0 0,13-22 0 0 0,-18 27-111 0 0,-1 1 0 0 0,1-1-1 0 0,-1 0 1 0 0,0 0 0 0 0,-1 0-1 0 0,0 0 1 0 0,0 0 0 0 0,0-1-1 0 0,-1 1 1 0 0,1 0 0 0 0,-2 0-1 0 0,1-1 1 0 0,-1 1-1 0 0,-2-11 1 0 0,-3-3-52 0 0,-1 0-1 0 0,0 1 1 0 0,-2 0 0 0 0,0 0-1 0 0,-2 1 1 0 0,0 0 0 0 0,0 1-1 0 0,-2 0 1 0 0,0 1-1 0 0,-21-19 1 0 0,-3 0-10 0 0,-2 2 0 0 0,-2 2 0 0 0,-47-28 0 0 0,59 42-74 0 0,-1 0 1 0 0,-1 2-1 0 0,0 2 1 0 0,-1 0-1 0 0,0 2 1 0 0,0 2-1 0 0,-54-9 1 0 0,58 16 195 0 0,1 0 0 0 0,-1 2 0 0 0,1 1 1 0 0,-46 8-1 0 0,-107 31 384 0 0,174-38-449 0 0,-221 60 1212 0 0,99-18-837 0 0,46-15 17 0 0,70-25-302 0 0,0 2-1 0 0,0-1 1 0 0,0 2-1 0 0,1-1 1 0 0,0 2-1 0 0,0-1 0 0 0,1 2 1 0 0,-14 13-1 0 0,-5 9 348 0 0,-32 45-1 0 0,55-68-437 0 0,-3 4-6 0 0,0 0 0 0 0,1 1 0 0 0,0 1 0 0 0,-10 24 0 0 0,15-28 0 0 0,-1 1 0 0 0,2-1 0 0 0,-1 1 0 0 0,2 0 0 0 0,-1 0 0 0 0,2 0 0 0 0,0 15 0 0 0,1-4 83 0 0,1-1 1 0 0,1 1 0 0 0,1-1-1 0 0,1 0 1 0 0,1 0-1 0 0,0-1 1 0 0,15 30 0 0 0,-15-38-35 0 0,0 0 0 0 0,1-1 0 0 0,0 0 0 0 0,1 0 1 0 0,1-1-1 0 0,0 0 0 0 0,0 0 0 0 0,0-1 0 0 0,2 0 1 0 0,-1-1-1 0 0,1 0 0 0 0,0 0 0 0 0,16 7 0 0 0,-16-10 5 0 0,1-1 0 0 0,0-1 0 0 0,-1 0 0 0 0,20 2 0 0 0,-26-4-65 0 0,-5-1-3 0 0,0 0 0 0 0,0 0 0 0 0,0 0 0 0 0,0 0 0 0 0,0 0 0 0 0,0 0 0 0 0,0 0 0 0 0,0 0 0 0 0,0 0 0 0 0,0 0 0 0 0,0 0 0 0 0,0 0 0 0 0,0 0 0 0 0,0 0 0 0 0,0-1 0 0 0,0 1-1 0 0,0 0 1 0 0,0 0 0 0 0,0 0 0 0 0,0 0 0 0 0,0 0 0 0 0,0 0 0 0 0,0 0 0 0 0,0 0 0 0 0,0 0 0 0 0,0 0 0 0 0,0 0 0 0 0,0 0 0 0 0,0 0 0 0 0,0 0 0 0 0,0 0 0 0 0,0 0 0 0 0,0 0 0 0 0,1-1 0 0 0,-1 1 0 0 0,0 0 0 0 0,0 0 0 0 0,0 0 0 0 0,0 0 0 0 0,-3 0-353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0D4C7-2318-4267-9190-5078303F1899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AD977-1183-4496-9978-889987738D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974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AD977-1183-4496-9978-889987738DB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55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BAFB05-C408-CC6B-C69D-351D69065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2697D24-C2B3-4453-3DE1-58F1216DF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C74024-6539-A3E8-7D83-D3BADF07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CEDA73-8AA9-753A-5DF2-CCB71BC9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820CC1-22CE-2108-3A56-D070575C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7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7A68C3-911F-AEA3-375A-F94190CE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2C4D57-C2BF-ECD0-FF4C-0F3B8A5E4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2C9201-B8B3-F62C-55F6-BC24BB51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D1F823-5C48-6DAB-9120-67C401B3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A11675-B303-0E4A-1138-E238F179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01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CC25BD-D08B-7DF7-54ED-315B749C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6BBF58-A24C-9C03-0B91-A7C0BEFEE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7B0D96-E7C4-0D9A-D6B6-CB230674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988913-AC35-9493-9D97-7FB7766C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F6199E-C429-180C-8C9C-7FFAF29E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37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95032-7EBF-8516-2902-33D71854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7DD954-B836-D43D-ACDD-5EF694783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B7AA59-2AF8-5FC8-A7A3-5A6BC2B1F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EA1EF3-B4AC-7096-2F61-E284B44B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069D74-D2C1-C7C7-B69C-FD2754DD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4D9677-7CF0-4504-7143-EE3178A8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685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0B7466-2F5D-A016-D48D-7F39282A6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B4911A-4500-3181-C7AB-7C1B7541A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F197A9-212F-3A7A-B96C-C988D71E4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749E4F0-BD20-828F-8E1F-41EBC9D15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34E34D2-361E-F06D-E215-44EE2EC16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A5C734-7845-646A-6F4F-427015AA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375E6B-F92C-0604-BF5F-07B2E3AD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E952C1-BBA2-7C65-7571-0620D4C2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01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9D0A2D-71A2-C058-8EDF-889F0EA5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36383D8-DD7D-B91E-8B7D-FC3C29B7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AB08B8-CBC3-708F-1D54-91BEB4C1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2B00E7C-F241-0BF7-2E5F-3F5A1D9D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054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55B58E4-240F-F6DF-9888-22B62840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9F65DE-EBC8-840E-9BB1-087D7A53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2B40B8-2ADD-3234-2E77-CBA0B012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19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C8B64-993B-8FF6-C0F9-63372D61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57EC4B-B4F1-3C2E-822B-08E0BD81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8FB0E4-0283-5E3B-4703-B7789E786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4EA7C6-1D36-6F55-1A71-2627EE34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97D615-E57E-20FE-8767-54401DC5C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4A9F38-4B96-E64D-5D02-840C0DE49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13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B7925-396B-F6D6-45E2-75DFF617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4DA54F-DC54-AE44-04E1-E1EF250C6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E61F5B-87DE-73B3-5160-AF8246018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924E03-BFEC-189C-6140-1FA984BE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66E4BE-DDB1-DD7A-025C-7076FC0E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479F66-2D4B-4B66-3335-5F19B3BB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0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FE4D5-B788-8F63-E416-D0104DCB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2F2A7E-7BF3-0F68-22DA-EF8B72DAC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6DE9E0-332C-2FA8-EBF0-BEFD7CB32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A8924D-A153-32CC-9A7F-ACCE2C68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004BE2-4E04-23E4-1D25-84798124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024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A79E49-F496-D422-0FDD-D776D720A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680FA4-011E-BFC8-BFA9-A12BD6AE4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853060-9B29-348E-6F6A-C0DE17F7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D7EEF7-198E-9114-4BD6-0CB81E48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E34B46-F0F9-7BF4-EAAF-FC2DBE9B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81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65D67C-6828-E85B-18A9-A7C804CB4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77DF4A-C649-5C58-A630-C69550D9E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D5B462-363D-99D0-ED73-733789DAA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2B0D4-FC06-C449-82C5-CD7924856B9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8F01C4-F6A1-7F66-89D6-9E76B8CD8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0911C1-DDAF-1FAC-14AE-69FF19DBE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FCC4A-7E2D-9043-9323-75DEA9B78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328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.xml"/><Relationship Id="rId21" Type="http://schemas.openxmlformats.org/officeDocument/2006/relationships/customXml" Target="../ink/ink9.xml"/><Relationship Id="rId42" Type="http://schemas.openxmlformats.org/officeDocument/2006/relationships/image" Target="../media/image22.png"/><Relationship Id="rId63" Type="http://schemas.openxmlformats.org/officeDocument/2006/relationships/customXml" Target="../ink/ink30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59" Type="http://schemas.openxmlformats.org/officeDocument/2006/relationships/customXml" Target="../ink/ink78.xml"/><Relationship Id="rId170" Type="http://schemas.openxmlformats.org/officeDocument/2006/relationships/image" Target="../media/image86.png"/><Relationship Id="rId191" Type="http://schemas.openxmlformats.org/officeDocument/2006/relationships/customXml" Target="../ink/ink94.xml"/><Relationship Id="rId205" Type="http://schemas.openxmlformats.org/officeDocument/2006/relationships/customXml" Target="../ink/ink101.xml"/><Relationship Id="rId226" Type="http://schemas.openxmlformats.org/officeDocument/2006/relationships/image" Target="../media/image114.png"/><Relationship Id="rId247" Type="http://schemas.openxmlformats.org/officeDocument/2006/relationships/customXml" Target="../ink/ink122.xml"/><Relationship Id="rId107" Type="http://schemas.openxmlformats.org/officeDocument/2006/relationships/customXml" Target="../ink/ink52.xml"/><Relationship Id="rId11" Type="http://schemas.openxmlformats.org/officeDocument/2006/relationships/customXml" Target="../ink/ink4.xml"/><Relationship Id="rId32" Type="http://schemas.openxmlformats.org/officeDocument/2006/relationships/image" Target="../media/image17.png"/><Relationship Id="rId53" Type="http://schemas.openxmlformats.org/officeDocument/2006/relationships/customXml" Target="../ink/ink25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3.xml"/><Relationship Id="rId5" Type="http://schemas.openxmlformats.org/officeDocument/2006/relationships/customXml" Target="../ink/ink1.xml"/><Relationship Id="rId95" Type="http://schemas.openxmlformats.org/officeDocument/2006/relationships/customXml" Target="../ink/ink46.xml"/><Relationship Id="rId160" Type="http://schemas.openxmlformats.org/officeDocument/2006/relationships/image" Target="../media/image81.png"/><Relationship Id="rId181" Type="http://schemas.openxmlformats.org/officeDocument/2006/relationships/customXml" Target="../ink/ink89.xml"/><Relationship Id="rId216" Type="http://schemas.openxmlformats.org/officeDocument/2006/relationships/image" Target="../media/image109.png"/><Relationship Id="rId237" Type="http://schemas.openxmlformats.org/officeDocument/2006/relationships/customXml" Target="../ink/ink117.xml"/><Relationship Id="rId22" Type="http://schemas.openxmlformats.org/officeDocument/2006/relationships/image" Target="../media/image12.png"/><Relationship Id="rId43" Type="http://schemas.openxmlformats.org/officeDocument/2006/relationships/customXml" Target="../ink/ink20.xml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139" Type="http://schemas.openxmlformats.org/officeDocument/2006/relationships/customXml" Target="../ink/ink68.xml"/><Relationship Id="rId85" Type="http://schemas.openxmlformats.org/officeDocument/2006/relationships/customXml" Target="../ink/ink41.xml"/><Relationship Id="rId150" Type="http://schemas.openxmlformats.org/officeDocument/2006/relationships/image" Target="../media/image76.png"/><Relationship Id="rId171" Type="http://schemas.openxmlformats.org/officeDocument/2006/relationships/customXml" Target="../ink/ink84.xml"/><Relationship Id="rId192" Type="http://schemas.openxmlformats.org/officeDocument/2006/relationships/image" Target="../media/image97.png"/><Relationship Id="rId206" Type="http://schemas.openxmlformats.org/officeDocument/2006/relationships/image" Target="../media/image104.png"/><Relationship Id="rId227" Type="http://schemas.openxmlformats.org/officeDocument/2006/relationships/customXml" Target="../ink/ink112.xml"/><Relationship Id="rId248" Type="http://schemas.openxmlformats.org/officeDocument/2006/relationships/image" Target="../media/image125.png"/><Relationship Id="rId12" Type="http://schemas.openxmlformats.org/officeDocument/2006/relationships/image" Target="../media/image7.png"/><Relationship Id="rId33" Type="http://schemas.openxmlformats.org/officeDocument/2006/relationships/customXml" Target="../ink/ink15.xml"/><Relationship Id="rId108" Type="http://schemas.openxmlformats.org/officeDocument/2006/relationships/image" Target="../media/image55.png"/><Relationship Id="rId129" Type="http://schemas.openxmlformats.org/officeDocument/2006/relationships/customXml" Target="../ink/ink63.xml"/><Relationship Id="rId54" Type="http://schemas.openxmlformats.org/officeDocument/2006/relationships/image" Target="../media/image28.png"/><Relationship Id="rId75" Type="http://schemas.openxmlformats.org/officeDocument/2006/relationships/customXml" Target="../ink/ink36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61" Type="http://schemas.openxmlformats.org/officeDocument/2006/relationships/customXml" Target="../ink/ink79.xml"/><Relationship Id="rId182" Type="http://schemas.openxmlformats.org/officeDocument/2006/relationships/image" Target="../media/image92.png"/><Relationship Id="rId217" Type="http://schemas.openxmlformats.org/officeDocument/2006/relationships/customXml" Target="../ink/ink107.xml"/><Relationship Id="rId6" Type="http://schemas.openxmlformats.org/officeDocument/2006/relationships/image" Target="../media/image4.png"/><Relationship Id="rId238" Type="http://schemas.openxmlformats.org/officeDocument/2006/relationships/image" Target="../media/image120.png"/><Relationship Id="rId23" Type="http://schemas.openxmlformats.org/officeDocument/2006/relationships/customXml" Target="../ink/ink10.xml"/><Relationship Id="rId119" Type="http://schemas.openxmlformats.org/officeDocument/2006/relationships/customXml" Target="../ink/ink58.xml"/><Relationship Id="rId44" Type="http://schemas.openxmlformats.org/officeDocument/2006/relationships/image" Target="../media/image23.png"/><Relationship Id="rId65" Type="http://schemas.openxmlformats.org/officeDocument/2006/relationships/customXml" Target="../ink/ink31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51" Type="http://schemas.openxmlformats.org/officeDocument/2006/relationships/customXml" Target="../ink/ink74.xml"/><Relationship Id="rId172" Type="http://schemas.openxmlformats.org/officeDocument/2006/relationships/image" Target="../media/image87.png"/><Relationship Id="rId193" Type="http://schemas.openxmlformats.org/officeDocument/2006/relationships/customXml" Target="../ink/ink95.xml"/><Relationship Id="rId207" Type="http://schemas.openxmlformats.org/officeDocument/2006/relationships/customXml" Target="../ink/ink102.xml"/><Relationship Id="rId228" Type="http://schemas.openxmlformats.org/officeDocument/2006/relationships/image" Target="../media/image115.png"/><Relationship Id="rId249" Type="http://schemas.openxmlformats.org/officeDocument/2006/relationships/customXml" Target="../ink/ink123.xml"/><Relationship Id="rId13" Type="http://schemas.openxmlformats.org/officeDocument/2006/relationships/customXml" Target="../ink/ink5.xml"/><Relationship Id="rId109" Type="http://schemas.openxmlformats.org/officeDocument/2006/relationships/customXml" Target="../ink/ink53.xml"/><Relationship Id="rId34" Type="http://schemas.openxmlformats.org/officeDocument/2006/relationships/image" Target="../media/image18.png"/><Relationship Id="rId55" Type="http://schemas.openxmlformats.org/officeDocument/2006/relationships/customXml" Target="../ink/ink26.xml"/><Relationship Id="rId76" Type="http://schemas.openxmlformats.org/officeDocument/2006/relationships/image" Target="../media/image39.png"/><Relationship Id="rId97" Type="http://schemas.openxmlformats.org/officeDocument/2006/relationships/customXml" Target="../ink/ink47.xml"/><Relationship Id="rId120" Type="http://schemas.openxmlformats.org/officeDocument/2006/relationships/image" Target="../media/image61.png"/><Relationship Id="rId141" Type="http://schemas.openxmlformats.org/officeDocument/2006/relationships/customXml" Target="../ink/ink69.xml"/><Relationship Id="rId7" Type="http://schemas.openxmlformats.org/officeDocument/2006/relationships/customXml" Target="../ink/ink2.xml"/><Relationship Id="rId162" Type="http://schemas.openxmlformats.org/officeDocument/2006/relationships/image" Target="../media/image82.png"/><Relationship Id="rId183" Type="http://schemas.openxmlformats.org/officeDocument/2006/relationships/customXml" Target="../ink/ink90.xml"/><Relationship Id="rId218" Type="http://schemas.openxmlformats.org/officeDocument/2006/relationships/image" Target="../media/image110.png"/><Relationship Id="rId239" Type="http://schemas.openxmlformats.org/officeDocument/2006/relationships/customXml" Target="../ink/ink118.xml"/><Relationship Id="rId250" Type="http://schemas.openxmlformats.org/officeDocument/2006/relationships/image" Target="../media/image126.png"/><Relationship Id="rId24" Type="http://schemas.openxmlformats.org/officeDocument/2006/relationships/image" Target="../media/image13.png"/><Relationship Id="rId45" Type="http://schemas.openxmlformats.org/officeDocument/2006/relationships/customXml" Target="../ink/ink21.xml"/><Relationship Id="rId66" Type="http://schemas.openxmlformats.org/officeDocument/2006/relationships/image" Target="../media/image34.png"/><Relationship Id="rId87" Type="http://schemas.openxmlformats.org/officeDocument/2006/relationships/customXml" Target="../ink/ink42.xml"/><Relationship Id="rId110" Type="http://schemas.openxmlformats.org/officeDocument/2006/relationships/image" Target="../media/image56.png"/><Relationship Id="rId131" Type="http://schemas.openxmlformats.org/officeDocument/2006/relationships/customXml" Target="../ink/ink64.xml"/><Relationship Id="rId152" Type="http://schemas.openxmlformats.org/officeDocument/2006/relationships/image" Target="../media/image77.png"/><Relationship Id="rId173" Type="http://schemas.openxmlformats.org/officeDocument/2006/relationships/customXml" Target="../ink/ink85.xml"/><Relationship Id="rId194" Type="http://schemas.openxmlformats.org/officeDocument/2006/relationships/image" Target="../media/image98.png"/><Relationship Id="rId208" Type="http://schemas.openxmlformats.org/officeDocument/2006/relationships/image" Target="../media/image105.png"/><Relationship Id="rId229" Type="http://schemas.openxmlformats.org/officeDocument/2006/relationships/customXml" Target="../ink/ink113.xml"/><Relationship Id="rId240" Type="http://schemas.openxmlformats.org/officeDocument/2006/relationships/image" Target="../media/image121.png"/><Relationship Id="rId14" Type="http://schemas.openxmlformats.org/officeDocument/2006/relationships/image" Target="../media/image8.png"/><Relationship Id="rId35" Type="http://schemas.openxmlformats.org/officeDocument/2006/relationships/customXml" Target="../ink/ink16.xml"/><Relationship Id="rId56" Type="http://schemas.openxmlformats.org/officeDocument/2006/relationships/image" Target="../media/image29.png"/><Relationship Id="rId77" Type="http://schemas.openxmlformats.org/officeDocument/2006/relationships/customXml" Target="../ink/ink37.xml"/><Relationship Id="rId100" Type="http://schemas.openxmlformats.org/officeDocument/2006/relationships/image" Target="../media/image51.png"/><Relationship Id="rId8" Type="http://schemas.openxmlformats.org/officeDocument/2006/relationships/image" Target="../media/image5.png"/><Relationship Id="rId98" Type="http://schemas.openxmlformats.org/officeDocument/2006/relationships/image" Target="../media/image50.png"/><Relationship Id="rId121" Type="http://schemas.openxmlformats.org/officeDocument/2006/relationships/customXml" Target="../ink/ink59.xml"/><Relationship Id="rId142" Type="http://schemas.openxmlformats.org/officeDocument/2006/relationships/image" Target="../media/image72.png"/><Relationship Id="rId163" Type="http://schemas.openxmlformats.org/officeDocument/2006/relationships/customXml" Target="../ink/ink80.xml"/><Relationship Id="rId184" Type="http://schemas.openxmlformats.org/officeDocument/2006/relationships/image" Target="../media/image93.png"/><Relationship Id="rId219" Type="http://schemas.openxmlformats.org/officeDocument/2006/relationships/customXml" Target="../ink/ink108.xml"/><Relationship Id="rId230" Type="http://schemas.openxmlformats.org/officeDocument/2006/relationships/image" Target="../media/image116.png"/><Relationship Id="rId251" Type="http://schemas.openxmlformats.org/officeDocument/2006/relationships/customXml" Target="../ink/ink124.xml"/><Relationship Id="rId25" Type="http://schemas.openxmlformats.org/officeDocument/2006/relationships/customXml" Target="../ink/ink11.xml"/><Relationship Id="rId46" Type="http://schemas.openxmlformats.org/officeDocument/2006/relationships/image" Target="../media/image24.png"/><Relationship Id="rId67" Type="http://schemas.openxmlformats.org/officeDocument/2006/relationships/customXml" Target="../ink/ink32.xml"/><Relationship Id="rId88" Type="http://schemas.openxmlformats.org/officeDocument/2006/relationships/image" Target="../media/image45.png"/><Relationship Id="rId111" Type="http://schemas.openxmlformats.org/officeDocument/2006/relationships/customXml" Target="../ink/ink54.xml"/><Relationship Id="rId132" Type="http://schemas.openxmlformats.org/officeDocument/2006/relationships/image" Target="../media/image67.png"/><Relationship Id="rId153" Type="http://schemas.openxmlformats.org/officeDocument/2006/relationships/customXml" Target="../ink/ink75.xml"/><Relationship Id="rId174" Type="http://schemas.openxmlformats.org/officeDocument/2006/relationships/image" Target="../media/image88.png"/><Relationship Id="rId195" Type="http://schemas.openxmlformats.org/officeDocument/2006/relationships/customXml" Target="../ink/ink96.xml"/><Relationship Id="rId209" Type="http://schemas.openxmlformats.org/officeDocument/2006/relationships/customXml" Target="../ink/ink103.xml"/><Relationship Id="rId220" Type="http://schemas.openxmlformats.org/officeDocument/2006/relationships/image" Target="../media/image111.png"/><Relationship Id="rId241" Type="http://schemas.openxmlformats.org/officeDocument/2006/relationships/customXml" Target="../ink/ink119.xml"/><Relationship Id="rId15" Type="http://schemas.openxmlformats.org/officeDocument/2006/relationships/customXml" Target="../ink/ink6.xml"/><Relationship Id="rId36" Type="http://schemas.openxmlformats.org/officeDocument/2006/relationships/image" Target="../media/image19.png"/><Relationship Id="rId57" Type="http://schemas.openxmlformats.org/officeDocument/2006/relationships/customXml" Target="../ink/ink27.xml"/><Relationship Id="rId78" Type="http://schemas.openxmlformats.org/officeDocument/2006/relationships/image" Target="../media/image40.png"/><Relationship Id="rId99" Type="http://schemas.openxmlformats.org/officeDocument/2006/relationships/customXml" Target="../ink/ink48.xml"/><Relationship Id="rId101" Type="http://schemas.openxmlformats.org/officeDocument/2006/relationships/customXml" Target="../ink/ink49.xml"/><Relationship Id="rId122" Type="http://schemas.openxmlformats.org/officeDocument/2006/relationships/image" Target="../media/image62.png"/><Relationship Id="rId143" Type="http://schemas.openxmlformats.org/officeDocument/2006/relationships/customXml" Target="../ink/ink70.xml"/><Relationship Id="rId164" Type="http://schemas.openxmlformats.org/officeDocument/2006/relationships/image" Target="../media/image83.png"/><Relationship Id="rId185" Type="http://schemas.openxmlformats.org/officeDocument/2006/relationships/customXml" Target="../ink/ink91.xml"/><Relationship Id="rId9" Type="http://schemas.openxmlformats.org/officeDocument/2006/relationships/customXml" Target="../ink/ink3.xml"/><Relationship Id="rId210" Type="http://schemas.openxmlformats.org/officeDocument/2006/relationships/image" Target="../media/image106.png"/><Relationship Id="rId26" Type="http://schemas.openxmlformats.org/officeDocument/2006/relationships/image" Target="../media/image14.png"/><Relationship Id="rId231" Type="http://schemas.openxmlformats.org/officeDocument/2006/relationships/customXml" Target="../ink/ink114.xml"/><Relationship Id="rId252" Type="http://schemas.openxmlformats.org/officeDocument/2006/relationships/image" Target="../media/image127.png"/><Relationship Id="rId47" Type="http://schemas.openxmlformats.org/officeDocument/2006/relationships/customXml" Target="../ink/ink22.xml"/><Relationship Id="rId68" Type="http://schemas.openxmlformats.org/officeDocument/2006/relationships/image" Target="../media/image35.png"/><Relationship Id="rId89" Type="http://schemas.openxmlformats.org/officeDocument/2006/relationships/customXml" Target="../ink/ink43.xml"/><Relationship Id="rId112" Type="http://schemas.openxmlformats.org/officeDocument/2006/relationships/image" Target="../media/image57.png"/><Relationship Id="rId133" Type="http://schemas.openxmlformats.org/officeDocument/2006/relationships/customXml" Target="../ink/ink65.xml"/><Relationship Id="rId154" Type="http://schemas.openxmlformats.org/officeDocument/2006/relationships/image" Target="../media/image78.png"/><Relationship Id="rId175" Type="http://schemas.openxmlformats.org/officeDocument/2006/relationships/customXml" Target="../ink/ink86.xml"/><Relationship Id="rId196" Type="http://schemas.openxmlformats.org/officeDocument/2006/relationships/image" Target="../media/image99.png"/><Relationship Id="rId200" Type="http://schemas.openxmlformats.org/officeDocument/2006/relationships/image" Target="../media/image101.png"/><Relationship Id="rId16" Type="http://schemas.openxmlformats.org/officeDocument/2006/relationships/image" Target="../media/image9.png"/><Relationship Id="rId221" Type="http://schemas.openxmlformats.org/officeDocument/2006/relationships/customXml" Target="../ink/ink109.xml"/><Relationship Id="rId242" Type="http://schemas.openxmlformats.org/officeDocument/2006/relationships/image" Target="../media/image122.png"/><Relationship Id="rId37" Type="http://schemas.openxmlformats.org/officeDocument/2006/relationships/customXml" Target="../ink/ink17.xml"/><Relationship Id="rId58" Type="http://schemas.openxmlformats.org/officeDocument/2006/relationships/image" Target="../media/image30.png"/><Relationship Id="rId79" Type="http://schemas.openxmlformats.org/officeDocument/2006/relationships/customXml" Target="../ink/ink38.xml"/><Relationship Id="rId102" Type="http://schemas.openxmlformats.org/officeDocument/2006/relationships/image" Target="../media/image52.png"/><Relationship Id="rId123" Type="http://schemas.openxmlformats.org/officeDocument/2006/relationships/customXml" Target="../ink/ink60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Relationship Id="rId165" Type="http://schemas.openxmlformats.org/officeDocument/2006/relationships/customXml" Target="../ink/ink81.xml"/><Relationship Id="rId186" Type="http://schemas.openxmlformats.org/officeDocument/2006/relationships/image" Target="../media/image94.png"/><Relationship Id="rId211" Type="http://schemas.openxmlformats.org/officeDocument/2006/relationships/customXml" Target="../ink/ink104.xml"/><Relationship Id="rId232" Type="http://schemas.openxmlformats.org/officeDocument/2006/relationships/image" Target="../media/image117.png"/><Relationship Id="rId253" Type="http://schemas.openxmlformats.org/officeDocument/2006/relationships/customXml" Target="../ink/ink125.xml"/><Relationship Id="rId27" Type="http://schemas.openxmlformats.org/officeDocument/2006/relationships/customXml" Target="../ink/ink12.xml"/><Relationship Id="rId48" Type="http://schemas.openxmlformats.org/officeDocument/2006/relationships/image" Target="../media/image25.png"/><Relationship Id="rId69" Type="http://schemas.openxmlformats.org/officeDocument/2006/relationships/customXml" Target="../ink/ink33.xml"/><Relationship Id="rId113" Type="http://schemas.openxmlformats.org/officeDocument/2006/relationships/customXml" Target="../ink/ink55.xml"/><Relationship Id="rId134" Type="http://schemas.openxmlformats.org/officeDocument/2006/relationships/image" Target="../media/image68.png"/><Relationship Id="rId80" Type="http://schemas.openxmlformats.org/officeDocument/2006/relationships/image" Target="../media/image41.png"/><Relationship Id="rId155" Type="http://schemas.openxmlformats.org/officeDocument/2006/relationships/customXml" Target="../ink/ink76.xml"/><Relationship Id="rId176" Type="http://schemas.openxmlformats.org/officeDocument/2006/relationships/image" Target="../media/image89.png"/><Relationship Id="rId197" Type="http://schemas.openxmlformats.org/officeDocument/2006/relationships/customXml" Target="../ink/ink97.xml"/><Relationship Id="rId201" Type="http://schemas.openxmlformats.org/officeDocument/2006/relationships/customXml" Target="../ink/ink99.xml"/><Relationship Id="rId222" Type="http://schemas.openxmlformats.org/officeDocument/2006/relationships/image" Target="../media/image112.png"/><Relationship Id="rId243" Type="http://schemas.openxmlformats.org/officeDocument/2006/relationships/customXml" Target="../ink/ink120.xml"/><Relationship Id="rId17" Type="http://schemas.openxmlformats.org/officeDocument/2006/relationships/customXml" Target="../ink/ink7.xml"/><Relationship Id="rId38" Type="http://schemas.openxmlformats.org/officeDocument/2006/relationships/image" Target="../media/image20.png"/><Relationship Id="rId59" Type="http://schemas.openxmlformats.org/officeDocument/2006/relationships/customXml" Target="../ink/ink28.xml"/><Relationship Id="rId103" Type="http://schemas.openxmlformats.org/officeDocument/2006/relationships/customXml" Target="../ink/ink50.xml"/><Relationship Id="rId124" Type="http://schemas.openxmlformats.org/officeDocument/2006/relationships/image" Target="../media/image63.png"/><Relationship Id="rId70" Type="http://schemas.openxmlformats.org/officeDocument/2006/relationships/image" Target="../media/image36.png"/><Relationship Id="rId91" Type="http://schemas.openxmlformats.org/officeDocument/2006/relationships/customXml" Target="../ink/ink44.xml"/><Relationship Id="rId145" Type="http://schemas.openxmlformats.org/officeDocument/2006/relationships/customXml" Target="../ink/ink71.xml"/><Relationship Id="rId166" Type="http://schemas.openxmlformats.org/officeDocument/2006/relationships/image" Target="../media/image84.png"/><Relationship Id="rId187" Type="http://schemas.openxmlformats.org/officeDocument/2006/relationships/customXml" Target="../ink/ink92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07.png"/><Relationship Id="rId233" Type="http://schemas.openxmlformats.org/officeDocument/2006/relationships/customXml" Target="../ink/ink115.xml"/><Relationship Id="rId254" Type="http://schemas.openxmlformats.org/officeDocument/2006/relationships/image" Target="../media/image128.png"/><Relationship Id="rId28" Type="http://schemas.openxmlformats.org/officeDocument/2006/relationships/image" Target="../media/image15.png"/><Relationship Id="rId49" Type="http://schemas.openxmlformats.org/officeDocument/2006/relationships/customXml" Target="../ink/ink23.xml"/><Relationship Id="rId114" Type="http://schemas.openxmlformats.org/officeDocument/2006/relationships/image" Target="../media/image58.png"/><Relationship Id="rId60" Type="http://schemas.openxmlformats.org/officeDocument/2006/relationships/image" Target="../media/image31.png"/><Relationship Id="rId81" Type="http://schemas.openxmlformats.org/officeDocument/2006/relationships/customXml" Target="../ink/ink39.xml"/><Relationship Id="rId135" Type="http://schemas.openxmlformats.org/officeDocument/2006/relationships/customXml" Target="../ink/ink66.xml"/><Relationship Id="rId156" Type="http://schemas.openxmlformats.org/officeDocument/2006/relationships/image" Target="../media/image79.png"/><Relationship Id="rId177" Type="http://schemas.openxmlformats.org/officeDocument/2006/relationships/customXml" Target="../ink/ink87.xml"/><Relationship Id="rId198" Type="http://schemas.openxmlformats.org/officeDocument/2006/relationships/image" Target="../media/image100.png"/><Relationship Id="rId202" Type="http://schemas.openxmlformats.org/officeDocument/2006/relationships/image" Target="../media/image102.png"/><Relationship Id="rId223" Type="http://schemas.openxmlformats.org/officeDocument/2006/relationships/customXml" Target="../ink/ink110.xml"/><Relationship Id="rId244" Type="http://schemas.openxmlformats.org/officeDocument/2006/relationships/image" Target="../media/image123.png"/><Relationship Id="rId18" Type="http://schemas.openxmlformats.org/officeDocument/2006/relationships/image" Target="../media/image10.png"/><Relationship Id="rId39" Type="http://schemas.openxmlformats.org/officeDocument/2006/relationships/customXml" Target="../ink/ink18.xml"/><Relationship Id="rId50" Type="http://schemas.openxmlformats.org/officeDocument/2006/relationships/image" Target="../media/image26.png"/><Relationship Id="rId104" Type="http://schemas.openxmlformats.org/officeDocument/2006/relationships/image" Target="../media/image53.png"/><Relationship Id="rId125" Type="http://schemas.openxmlformats.org/officeDocument/2006/relationships/customXml" Target="../ink/ink61.xml"/><Relationship Id="rId146" Type="http://schemas.openxmlformats.org/officeDocument/2006/relationships/image" Target="../media/image74.png"/><Relationship Id="rId167" Type="http://schemas.openxmlformats.org/officeDocument/2006/relationships/customXml" Target="../ink/ink82.xml"/><Relationship Id="rId188" Type="http://schemas.openxmlformats.org/officeDocument/2006/relationships/image" Target="../media/image95.png"/><Relationship Id="rId71" Type="http://schemas.openxmlformats.org/officeDocument/2006/relationships/customXml" Target="../ink/ink34.xml"/><Relationship Id="rId92" Type="http://schemas.openxmlformats.org/officeDocument/2006/relationships/image" Target="../media/image47.png"/><Relationship Id="rId213" Type="http://schemas.openxmlformats.org/officeDocument/2006/relationships/customXml" Target="../ink/ink105.xml"/><Relationship Id="rId234" Type="http://schemas.openxmlformats.org/officeDocument/2006/relationships/image" Target="../media/image118.png"/><Relationship Id="rId2" Type="http://schemas.openxmlformats.org/officeDocument/2006/relationships/image" Target="../media/image1.emf"/><Relationship Id="rId29" Type="http://schemas.openxmlformats.org/officeDocument/2006/relationships/customXml" Target="../ink/ink13.xml"/><Relationship Id="rId255" Type="http://schemas.openxmlformats.org/officeDocument/2006/relationships/customXml" Target="../ink/ink126.xml"/><Relationship Id="rId40" Type="http://schemas.openxmlformats.org/officeDocument/2006/relationships/image" Target="../media/image21.png"/><Relationship Id="rId115" Type="http://schemas.openxmlformats.org/officeDocument/2006/relationships/customXml" Target="../ink/ink56.xml"/><Relationship Id="rId136" Type="http://schemas.openxmlformats.org/officeDocument/2006/relationships/image" Target="../media/image69.png"/><Relationship Id="rId157" Type="http://schemas.openxmlformats.org/officeDocument/2006/relationships/customXml" Target="../ink/ink77.xml"/><Relationship Id="rId178" Type="http://schemas.openxmlformats.org/officeDocument/2006/relationships/image" Target="../media/image90.png"/><Relationship Id="rId61" Type="http://schemas.openxmlformats.org/officeDocument/2006/relationships/customXml" Target="../ink/ink29.xml"/><Relationship Id="rId82" Type="http://schemas.openxmlformats.org/officeDocument/2006/relationships/image" Target="../media/image42.png"/><Relationship Id="rId199" Type="http://schemas.openxmlformats.org/officeDocument/2006/relationships/customXml" Target="../ink/ink98.xml"/><Relationship Id="rId203" Type="http://schemas.openxmlformats.org/officeDocument/2006/relationships/customXml" Target="../ink/ink100.xml"/><Relationship Id="rId19" Type="http://schemas.openxmlformats.org/officeDocument/2006/relationships/customXml" Target="../ink/ink8.xml"/><Relationship Id="rId224" Type="http://schemas.openxmlformats.org/officeDocument/2006/relationships/image" Target="../media/image113.png"/><Relationship Id="rId245" Type="http://schemas.openxmlformats.org/officeDocument/2006/relationships/customXml" Target="../ink/ink121.xml"/><Relationship Id="rId30" Type="http://schemas.openxmlformats.org/officeDocument/2006/relationships/image" Target="../media/image16.png"/><Relationship Id="rId105" Type="http://schemas.openxmlformats.org/officeDocument/2006/relationships/customXml" Target="../ink/ink51.xml"/><Relationship Id="rId126" Type="http://schemas.openxmlformats.org/officeDocument/2006/relationships/image" Target="../media/image64.png"/><Relationship Id="rId147" Type="http://schemas.openxmlformats.org/officeDocument/2006/relationships/customXml" Target="../ink/ink72.xml"/><Relationship Id="rId168" Type="http://schemas.openxmlformats.org/officeDocument/2006/relationships/image" Target="../media/image85.png"/><Relationship Id="rId51" Type="http://schemas.openxmlformats.org/officeDocument/2006/relationships/customXml" Target="../ink/ink24.xml"/><Relationship Id="rId72" Type="http://schemas.openxmlformats.org/officeDocument/2006/relationships/image" Target="../media/image37.png"/><Relationship Id="rId93" Type="http://schemas.openxmlformats.org/officeDocument/2006/relationships/customXml" Target="../ink/ink45.xml"/><Relationship Id="rId189" Type="http://schemas.openxmlformats.org/officeDocument/2006/relationships/customXml" Target="../ink/ink93.xml"/><Relationship Id="rId3" Type="http://schemas.openxmlformats.org/officeDocument/2006/relationships/image" Target="../media/image2.emf"/><Relationship Id="rId214" Type="http://schemas.openxmlformats.org/officeDocument/2006/relationships/image" Target="../media/image108.png"/><Relationship Id="rId235" Type="http://schemas.openxmlformats.org/officeDocument/2006/relationships/customXml" Target="../ink/ink116.xml"/><Relationship Id="rId256" Type="http://schemas.openxmlformats.org/officeDocument/2006/relationships/image" Target="../media/image129.png"/><Relationship Id="rId116" Type="http://schemas.openxmlformats.org/officeDocument/2006/relationships/image" Target="../media/image59.png"/><Relationship Id="rId137" Type="http://schemas.openxmlformats.org/officeDocument/2006/relationships/customXml" Target="../ink/ink67.xml"/><Relationship Id="rId158" Type="http://schemas.openxmlformats.org/officeDocument/2006/relationships/image" Target="../media/image80.png"/><Relationship Id="rId20" Type="http://schemas.openxmlformats.org/officeDocument/2006/relationships/image" Target="../media/image11.png"/><Relationship Id="rId41" Type="http://schemas.openxmlformats.org/officeDocument/2006/relationships/customXml" Target="../ink/ink19.xml"/><Relationship Id="rId62" Type="http://schemas.openxmlformats.org/officeDocument/2006/relationships/image" Target="../media/image32.png"/><Relationship Id="rId83" Type="http://schemas.openxmlformats.org/officeDocument/2006/relationships/customXml" Target="../ink/ink40.xml"/><Relationship Id="rId179" Type="http://schemas.openxmlformats.org/officeDocument/2006/relationships/customXml" Target="../ink/ink88.xml"/><Relationship Id="rId190" Type="http://schemas.openxmlformats.org/officeDocument/2006/relationships/image" Target="../media/image96.png"/><Relationship Id="rId204" Type="http://schemas.openxmlformats.org/officeDocument/2006/relationships/image" Target="../media/image103.png"/><Relationship Id="rId225" Type="http://schemas.openxmlformats.org/officeDocument/2006/relationships/customXml" Target="../ink/ink111.xml"/><Relationship Id="rId246" Type="http://schemas.openxmlformats.org/officeDocument/2006/relationships/image" Target="../media/image124.png"/><Relationship Id="rId106" Type="http://schemas.openxmlformats.org/officeDocument/2006/relationships/image" Target="../media/image54.png"/><Relationship Id="rId127" Type="http://schemas.openxmlformats.org/officeDocument/2006/relationships/customXml" Target="../ink/ink62.xml"/><Relationship Id="rId10" Type="http://schemas.openxmlformats.org/officeDocument/2006/relationships/image" Target="../media/image6.png"/><Relationship Id="rId31" Type="http://schemas.openxmlformats.org/officeDocument/2006/relationships/customXml" Target="../ink/ink14.xml"/><Relationship Id="rId52" Type="http://schemas.openxmlformats.org/officeDocument/2006/relationships/image" Target="../media/image27.png"/><Relationship Id="rId73" Type="http://schemas.openxmlformats.org/officeDocument/2006/relationships/customXml" Target="../ink/ink35.xml"/><Relationship Id="rId94" Type="http://schemas.openxmlformats.org/officeDocument/2006/relationships/image" Target="../media/image48.png"/><Relationship Id="rId148" Type="http://schemas.openxmlformats.org/officeDocument/2006/relationships/image" Target="../media/image75.png"/><Relationship Id="rId169" Type="http://schemas.openxmlformats.org/officeDocument/2006/relationships/customXml" Target="../ink/ink83.xml"/><Relationship Id="rId4" Type="http://schemas.openxmlformats.org/officeDocument/2006/relationships/image" Target="../media/image3.emf"/><Relationship Id="rId180" Type="http://schemas.openxmlformats.org/officeDocument/2006/relationships/image" Target="../media/image91.png"/><Relationship Id="rId215" Type="http://schemas.openxmlformats.org/officeDocument/2006/relationships/customXml" Target="../ink/ink106.xml"/><Relationship Id="rId236" Type="http://schemas.openxmlformats.org/officeDocument/2006/relationships/image" Target="../media/image11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5.png"/><Relationship Id="rId21" Type="http://schemas.openxmlformats.org/officeDocument/2006/relationships/image" Target="../media/image137.png"/><Relationship Id="rId42" Type="http://schemas.openxmlformats.org/officeDocument/2006/relationships/customXml" Target="../ink/ink145.xml"/><Relationship Id="rId63" Type="http://schemas.openxmlformats.org/officeDocument/2006/relationships/image" Target="../media/image158.png"/><Relationship Id="rId84" Type="http://schemas.openxmlformats.org/officeDocument/2006/relationships/customXml" Target="../ink/ink166.xml"/><Relationship Id="rId138" Type="http://schemas.openxmlformats.org/officeDocument/2006/relationships/customXml" Target="../ink/ink193.xml"/><Relationship Id="rId107" Type="http://schemas.openxmlformats.org/officeDocument/2006/relationships/image" Target="../media/image180.png"/><Relationship Id="rId11" Type="http://schemas.openxmlformats.org/officeDocument/2006/relationships/image" Target="../media/image132.png"/><Relationship Id="rId32" Type="http://schemas.openxmlformats.org/officeDocument/2006/relationships/customXml" Target="../ink/ink140.xml"/><Relationship Id="rId53" Type="http://schemas.openxmlformats.org/officeDocument/2006/relationships/image" Target="../media/image153.png"/><Relationship Id="rId74" Type="http://schemas.openxmlformats.org/officeDocument/2006/relationships/customXml" Target="../ink/ink161.xml"/><Relationship Id="rId128" Type="http://schemas.openxmlformats.org/officeDocument/2006/relationships/customXml" Target="../ink/ink188.xml"/><Relationship Id="rId149" Type="http://schemas.openxmlformats.org/officeDocument/2006/relationships/image" Target="../media/image201.png"/><Relationship Id="rId5" Type="http://schemas.openxmlformats.org/officeDocument/2006/relationships/image" Target="../media/image130.png"/><Relationship Id="rId95" Type="http://schemas.openxmlformats.org/officeDocument/2006/relationships/image" Target="../media/image174.png"/><Relationship Id="rId22" Type="http://schemas.openxmlformats.org/officeDocument/2006/relationships/customXml" Target="../ink/ink135.xml"/><Relationship Id="rId27" Type="http://schemas.openxmlformats.org/officeDocument/2006/relationships/image" Target="../media/image140.png"/><Relationship Id="rId43" Type="http://schemas.openxmlformats.org/officeDocument/2006/relationships/image" Target="../media/image148.png"/><Relationship Id="rId48" Type="http://schemas.openxmlformats.org/officeDocument/2006/relationships/customXml" Target="../ink/ink148.xml"/><Relationship Id="rId64" Type="http://schemas.openxmlformats.org/officeDocument/2006/relationships/customXml" Target="../ink/ink156.xml"/><Relationship Id="rId69" Type="http://schemas.openxmlformats.org/officeDocument/2006/relationships/image" Target="../media/image161.png"/><Relationship Id="rId113" Type="http://schemas.openxmlformats.org/officeDocument/2006/relationships/image" Target="../media/image183.png"/><Relationship Id="rId118" Type="http://schemas.openxmlformats.org/officeDocument/2006/relationships/customXml" Target="../ink/ink183.xml"/><Relationship Id="rId134" Type="http://schemas.openxmlformats.org/officeDocument/2006/relationships/customXml" Target="../ink/ink191.xml"/><Relationship Id="rId139" Type="http://schemas.openxmlformats.org/officeDocument/2006/relationships/image" Target="../media/image196.png"/><Relationship Id="rId80" Type="http://schemas.openxmlformats.org/officeDocument/2006/relationships/customXml" Target="../ink/ink164.xml"/><Relationship Id="rId85" Type="http://schemas.openxmlformats.org/officeDocument/2006/relationships/image" Target="../media/image169.png"/><Relationship Id="rId150" Type="http://schemas.openxmlformats.org/officeDocument/2006/relationships/customXml" Target="../ink/ink199.xml"/><Relationship Id="rId155" Type="http://schemas.openxmlformats.org/officeDocument/2006/relationships/image" Target="../media/image204.png"/><Relationship Id="rId12" Type="http://schemas.openxmlformats.org/officeDocument/2006/relationships/customXml" Target="../ink/ink130.xml"/><Relationship Id="rId17" Type="http://schemas.openxmlformats.org/officeDocument/2006/relationships/image" Target="../media/image135.png"/><Relationship Id="rId33" Type="http://schemas.openxmlformats.org/officeDocument/2006/relationships/image" Target="../media/image143.png"/><Relationship Id="rId38" Type="http://schemas.openxmlformats.org/officeDocument/2006/relationships/customXml" Target="../ink/ink143.xml"/><Relationship Id="rId59" Type="http://schemas.openxmlformats.org/officeDocument/2006/relationships/image" Target="../media/image156.png"/><Relationship Id="rId103" Type="http://schemas.openxmlformats.org/officeDocument/2006/relationships/image" Target="../media/image178.png"/><Relationship Id="rId108" Type="http://schemas.openxmlformats.org/officeDocument/2006/relationships/customXml" Target="../ink/ink178.xml"/><Relationship Id="rId124" Type="http://schemas.openxmlformats.org/officeDocument/2006/relationships/customXml" Target="../ink/ink186.xml"/><Relationship Id="rId129" Type="http://schemas.openxmlformats.org/officeDocument/2006/relationships/image" Target="../media/image191.png"/><Relationship Id="rId54" Type="http://schemas.openxmlformats.org/officeDocument/2006/relationships/customXml" Target="../ink/ink151.xml"/><Relationship Id="rId70" Type="http://schemas.openxmlformats.org/officeDocument/2006/relationships/customXml" Target="../ink/ink159.xml"/><Relationship Id="rId75" Type="http://schemas.openxmlformats.org/officeDocument/2006/relationships/image" Target="../media/image164.png"/><Relationship Id="rId91" Type="http://schemas.openxmlformats.org/officeDocument/2006/relationships/image" Target="../media/image172.png"/><Relationship Id="rId96" Type="http://schemas.openxmlformats.org/officeDocument/2006/relationships/customXml" Target="../ink/ink172.xml"/><Relationship Id="rId140" Type="http://schemas.openxmlformats.org/officeDocument/2006/relationships/customXml" Target="../ink/ink194.xml"/><Relationship Id="rId145" Type="http://schemas.openxmlformats.org/officeDocument/2006/relationships/image" Target="../media/image19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8.xml"/><Relationship Id="rId23" Type="http://schemas.openxmlformats.org/officeDocument/2006/relationships/image" Target="../media/image138.png"/><Relationship Id="rId28" Type="http://schemas.openxmlformats.org/officeDocument/2006/relationships/customXml" Target="../ink/ink138.xml"/><Relationship Id="rId49" Type="http://schemas.openxmlformats.org/officeDocument/2006/relationships/image" Target="../media/image151.png"/><Relationship Id="rId114" Type="http://schemas.openxmlformats.org/officeDocument/2006/relationships/customXml" Target="../ink/ink181.xml"/><Relationship Id="rId119" Type="http://schemas.openxmlformats.org/officeDocument/2006/relationships/image" Target="../media/image186.png"/><Relationship Id="rId44" Type="http://schemas.openxmlformats.org/officeDocument/2006/relationships/customXml" Target="../ink/ink146.xml"/><Relationship Id="rId60" Type="http://schemas.openxmlformats.org/officeDocument/2006/relationships/customXml" Target="../ink/ink154.xml"/><Relationship Id="rId65" Type="http://schemas.openxmlformats.org/officeDocument/2006/relationships/image" Target="../media/image159.png"/><Relationship Id="rId81" Type="http://schemas.openxmlformats.org/officeDocument/2006/relationships/image" Target="../media/image167.png"/><Relationship Id="rId86" Type="http://schemas.openxmlformats.org/officeDocument/2006/relationships/customXml" Target="../ink/ink167.xml"/><Relationship Id="rId130" Type="http://schemas.openxmlformats.org/officeDocument/2006/relationships/customXml" Target="../ink/ink189.xml"/><Relationship Id="rId135" Type="http://schemas.openxmlformats.org/officeDocument/2006/relationships/image" Target="../media/image194.png"/><Relationship Id="rId151" Type="http://schemas.openxmlformats.org/officeDocument/2006/relationships/image" Target="../media/image202.png"/><Relationship Id="rId156" Type="http://schemas.openxmlformats.org/officeDocument/2006/relationships/customXml" Target="../ink/ink202.xml"/><Relationship Id="rId13" Type="http://schemas.openxmlformats.org/officeDocument/2006/relationships/image" Target="../media/image133.png"/><Relationship Id="rId18" Type="http://schemas.openxmlformats.org/officeDocument/2006/relationships/customXml" Target="../ink/ink133.xml"/><Relationship Id="rId39" Type="http://schemas.openxmlformats.org/officeDocument/2006/relationships/image" Target="../media/image146.png"/><Relationship Id="rId109" Type="http://schemas.openxmlformats.org/officeDocument/2006/relationships/image" Target="../media/image181.png"/><Relationship Id="rId34" Type="http://schemas.openxmlformats.org/officeDocument/2006/relationships/customXml" Target="../ink/ink141.xml"/><Relationship Id="rId50" Type="http://schemas.openxmlformats.org/officeDocument/2006/relationships/customXml" Target="../ink/ink149.xml"/><Relationship Id="rId55" Type="http://schemas.openxmlformats.org/officeDocument/2006/relationships/image" Target="../media/image154.png"/><Relationship Id="rId76" Type="http://schemas.openxmlformats.org/officeDocument/2006/relationships/customXml" Target="../ink/ink162.xml"/><Relationship Id="rId97" Type="http://schemas.openxmlformats.org/officeDocument/2006/relationships/image" Target="../media/image175.png"/><Relationship Id="rId104" Type="http://schemas.openxmlformats.org/officeDocument/2006/relationships/customXml" Target="../ink/ink176.xml"/><Relationship Id="rId120" Type="http://schemas.openxmlformats.org/officeDocument/2006/relationships/customXml" Target="../ink/ink184.xml"/><Relationship Id="rId125" Type="http://schemas.openxmlformats.org/officeDocument/2006/relationships/image" Target="../media/image189.png"/><Relationship Id="rId141" Type="http://schemas.openxmlformats.org/officeDocument/2006/relationships/image" Target="../media/image197.png"/><Relationship Id="rId146" Type="http://schemas.openxmlformats.org/officeDocument/2006/relationships/customXml" Target="../ink/ink197.xml"/><Relationship Id="rId71" Type="http://schemas.openxmlformats.org/officeDocument/2006/relationships/image" Target="../media/image162.png"/><Relationship Id="rId92" Type="http://schemas.openxmlformats.org/officeDocument/2006/relationships/customXml" Target="../ink/ink170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41.png"/><Relationship Id="rId24" Type="http://schemas.openxmlformats.org/officeDocument/2006/relationships/customXml" Target="../ink/ink136.xml"/><Relationship Id="rId40" Type="http://schemas.openxmlformats.org/officeDocument/2006/relationships/customXml" Target="../ink/ink144.xml"/><Relationship Id="rId45" Type="http://schemas.openxmlformats.org/officeDocument/2006/relationships/image" Target="../media/image149.png"/><Relationship Id="rId66" Type="http://schemas.openxmlformats.org/officeDocument/2006/relationships/customXml" Target="../ink/ink157.xml"/><Relationship Id="rId87" Type="http://schemas.openxmlformats.org/officeDocument/2006/relationships/image" Target="../media/image170.png"/><Relationship Id="rId110" Type="http://schemas.openxmlformats.org/officeDocument/2006/relationships/customXml" Target="../ink/ink179.xml"/><Relationship Id="rId115" Type="http://schemas.openxmlformats.org/officeDocument/2006/relationships/image" Target="../media/image184.png"/><Relationship Id="rId131" Type="http://schemas.openxmlformats.org/officeDocument/2006/relationships/image" Target="../media/image192.png"/><Relationship Id="rId136" Type="http://schemas.openxmlformats.org/officeDocument/2006/relationships/customXml" Target="../ink/ink192.xml"/><Relationship Id="rId157" Type="http://schemas.openxmlformats.org/officeDocument/2006/relationships/image" Target="../media/image205.png"/><Relationship Id="rId61" Type="http://schemas.openxmlformats.org/officeDocument/2006/relationships/image" Target="../media/image157.png"/><Relationship Id="rId82" Type="http://schemas.openxmlformats.org/officeDocument/2006/relationships/customXml" Target="../ink/ink165.xml"/><Relationship Id="rId152" Type="http://schemas.openxmlformats.org/officeDocument/2006/relationships/customXml" Target="../ink/ink200.xml"/><Relationship Id="rId19" Type="http://schemas.openxmlformats.org/officeDocument/2006/relationships/image" Target="../media/image136.png"/><Relationship Id="rId14" Type="http://schemas.openxmlformats.org/officeDocument/2006/relationships/customXml" Target="../ink/ink131.xml"/><Relationship Id="rId30" Type="http://schemas.openxmlformats.org/officeDocument/2006/relationships/customXml" Target="../ink/ink139.xml"/><Relationship Id="rId35" Type="http://schemas.openxmlformats.org/officeDocument/2006/relationships/image" Target="../media/image144.png"/><Relationship Id="rId56" Type="http://schemas.openxmlformats.org/officeDocument/2006/relationships/customXml" Target="../ink/ink152.xml"/><Relationship Id="rId77" Type="http://schemas.openxmlformats.org/officeDocument/2006/relationships/image" Target="../media/image165.png"/><Relationship Id="rId100" Type="http://schemas.openxmlformats.org/officeDocument/2006/relationships/customXml" Target="../ink/ink174.xml"/><Relationship Id="rId105" Type="http://schemas.openxmlformats.org/officeDocument/2006/relationships/image" Target="../media/image179.png"/><Relationship Id="rId126" Type="http://schemas.openxmlformats.org/officeDocument/2006/relationships/customXml" Target="../ink/ink187.xml"/><Relationship Id="rId147" Type="http://schemas.openxmlformats.org/officeDocument/2006/relationships/image" Target="../media/image200.png"/><Relationship Id="rId51" Type="http://schemas.openxmlformats.org/officeDocument/2006/relationships/image" Target="../media/image152.png"/><Relationship Id="rId72" Type="http://schemas.openxmlformats.org/officeDocument/2006/relationships/customXml" Target="../ink/ink160.xml"/><Relationship Id="rId93" Type="http://schemas.openxmlformats.org/officeDocument/2006/relationships/image" Target="../media/image173.png"/><Relationship Id="rId98" Type="http://schemas.openxmlformats.org/officeDocument/2006/relationships/customXml" Target="../ink/ink173.xml"/><Relationship Id="rId121" Type="http://schemas.openxmlformats.org/officeDocument/2006/relationships/image" Target="../media/image187.png"/><Relationship Id="rId142" Type="http://schemas.openxmlformats.org/officeDocument/2006/relationships/customXml" Target="../ink/ink195.xml"/><Relationship Id="rId3" Type="http://schemas.openxmlformats.org/officeDocument/2006/relationships/image" Target="../media/image2.emf"/><Relationship Id="rId25" Type="http://schemas.openxmlformats.org/officeDocument/2006/relationships/image" Target="../media/image139.png"/><Relationship Id="rId46" Type="http://schemas.openxmlformats.org/officeDocument/2006/relationships/customXml" Target="../ink/ink147.xml"/><Relationship Id="rId67" Type="http://schemas.openxmlformats.org/officeDocument/2006/relationships/image" Target="../media/image160.png"/><Relationship Id="rId116" Type="http://schemas.openxmlformats.org/officeDocument/2006/relationships/customXml" Target="../ink/ink182.xml"/><Relationship Id="rId137" Type="http://schemas.openxmlformats.org/officeDocument/2006/relationships/image" Target="../media/image195.png"/><Relationship Id="rId20" Type="http://schemas.openxmlformats.org/officeDocument/2006/relationships/customXml" Target="../ink/ink134.xml"/><Relationship Id="rId41" Type="http://schemas.openxmlformats.org/officeDocument/2006/relationships/image" Target="../media/image147.png"/><Relationship Id="rId62" Type="http://schemas.openxmlformats.org/officeDocument/2006/relationships/customXml" Target="../ink/ink155.xml"/><Relationship Id="rId83" Type="http://schemas.openxmlformats.org/officeDocument/2006/relationships/image" Target="../media/image168.png"/><Relationship Id="rId88" Type="http://schemas.openxmlformats.org/officeDocument/2006/relationships/customXml" Target="../ink/ink168.xml"/><Relationship Id="rId111" Type="http://schemas.openxmlformats.org/officeDocument/2006/relationships/image" Target="../media/image182.png"/><Relationship Id="rId132" Type="http://schemas.openxmlformats.org/officeDocument/2006/relationships/customXml" Target="../ink/ink190.xml"/><Relationship Id="rId153" Type="http://schemas.openxmlformats.org/officeDocument/2006/relationships/image" Target="../media/image203.png"/><Relationship Id="rId15" Type="http://schemas.openxmlformats.org/officeDocument/2006/relationships/image" Target="../media/image134.png"/><Relationship Id="rId36" Type="http://schemas.openxmlformats.org/officeDocument/2006/relationships/customXml" Target="../ink/ink142.xml"/><Relationship Id="rId57" Type="http://schemas.openxmlformats.org/officeDocument/2006/relationships/image" Target="../media/image155.png"/><Relationship Id="rId106" Type="http://schemas.openxmlformats.org/officeDocument/2006/relationships/customXml" Target="../ink/ink177.xml"/><Relationship Id="rId127" Type="http://schemas.openxmlformats.org/officeDocument/2006/relationships/image" Target="../media/image190.png"/><Relationship Id="rId10" Type="http://schemas.openxmlformats.org/officeDocument/2006/relationships/customXml" Target="../ink/ink129.xml"/><Relationship Id="rId31" Type="http://schemas.openxmlformats.org/officeDocument/2006/relationships/image" Target="../media/image142.png"/><Relationship Id="rId52" Type="http://schemas.openxmlformats.org/officeDocument/2006/relationships/customXml" Target="../ink/ink150.xml"/><Relationship Id="rId73" Type="http://schemas.openxmlformats.org/officeDocument/2006/relationships/image" Target="../media/image163.png"/><Relationship Id="rId78" Type="http://schemas.openxmlformats.org/officeDocument/2006/relationships/customXml" Target="../ink/ink163.xml"/><Relationship Id="rId94" Type="http://schemas.openxmlformats.org/officeDocument/2006/relationships/customXml" Target="../ink/ink171.xml"/><Relationship Id="rId99" Type="http://schemas.openxmlformats.org/officeDocument/2006/relationships/image" Target="../media/image176.png"/><Relationship Id="rId101" Type="http://schemas.openxmlformats.org/officeDocument/2006/relationships/image" Target="../media/image177.png"/><Relationship Id="rId122" Type="http://schemas.openxmlformats.org/officeDocument/2006/relationships/customXml" Target="../ink/ink185.xml"/><Relationship Id="rId143" Type="http://schemas.openxmlformats.org/officeDocument/2006/relationships/image" Target="../media/image198.png"/><Relationship Id="rId148" Type="http://schemas.openxmlformats.org/officeDocument/2006/relationships/customXml" Target="../ink/ink198.xml"/><Relationship Id="rId4" Type="http://schemas.openxmlformats.org/officeDocument/2006/relationships/customXml" Target="../ink/ink127.xml"/><Relationship Id="rId9" Type="http://schemas.openxmlformats.org/officeDocument/2006/relationships/image" Target="../media/image131.png"/><Relationship Id="rId26" Type="http://schemas.openxmlformats.org/officeDocument/2006/relationships/customXml" Target="../ink/ink137.xml"/><Relationship Id="rId47" Type="http://schemas.openxmlformats.org/officeDocument/2006/relationships/image" Target="../media/image150.png"/><Relationship Id="rId68" Type="http://schemas.openxmlformats.org/officeDocument/2006/relationships/customXml" Target="../ink/ink158.xml"/><Relationship Id="rId89" Type="http://schemas.openxmlformats.org/officeDocument/2006/relationships/image" Target="../media/image171.png"/><Relationship Id="rId112" Type="http://schemas.openxmlformats.org/officeDocument/2006/relationships/customXml" Target="../ink/ink180.xml"/><Relationship Id="rId133" Type="http://schemas.openxmlformats.org/officeDocument/2006/relationships/image" Target="../media/image193.png"/><Relationship Id="rId154" Type="http://schemas.openxmlformats.org/officeDocument/2006/relationships/customXml" Target="../ink/ink201.xml"/><Relationship Id="rId16" Type="http://schemas.openxmlformats.org/officeDocument/2006/relationships/customXml" Target="../ink/ink132.xml"/><Relationship Id="rId37" Type="http://schemas.openxmlformats.org/officeDocument/2006/relationships/image" Target="../media/image145.png"/><Relationship Id="rId58" Type="http://schemas.openxmlformats.org/officeDocument/2006/relationships/customXml" Target="../ink/ink153.xml"/><Relationship Id="rId79" Type="http://schemas.openxmlformats.org/officeDocument/2006/relationships/image" Target="../media/image166.png"/><Relationship Id="rId102" Type="http://schemas.openxmlformats.org/officeDocument/2006/relationships/customXml" Target="../ink/ink175.xml"/><Relationship Id="rId123" Type="http://schemas.openxmlformats.org/officeDocument/2006/relationships/image" Target="../media/image188.png"/><Relationship Id="rId144" Type="http://schemas.openxmlformats.org/officeDocument/2006/relationships/customXml" Target="../ink/ink196.xml"/><Relationship Id="rId90" Type="http://schemas.openxmlformats.org/officeDocument/2006/relationships/customXml" Target="../ink/ink1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7EE128F-8D2E-5600-308C-C3D3B2347818}"/>
              </a:ext>
            </a:extLst>
          </p:cNvPr>
          <p:cNvSpPr txBox="1"/>
          <p:nvPr/>
        </p:nvSpPr>
        <p:spPr>
          <a:xfrm>
            <a:off x="9742714" y="3592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8BE72C3-4008-AD4D-ECD3-289EC5636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1" y="1405585"/>
            <a:ext cx="6523100" cy="449614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D679524-E73D-2434-225F-D818DAAA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015" y="992414"/>
            <a:ext cx="3822700" cy="22733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7774CCE-05C8-A911-0956-E972FC401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015" y="3776952"/>
            <a:ext cx="4140200" cy="2997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インク 2">
                <a:extLst>
                  <a:ext uri="{FF2B5EF4-FFF2-40B4-BE49-F238E27FC236}">
                    <a16:creationId xmlns:a16="http://schemas.microsoft.com/office/drawing/2014/main" id="{DD7B6B4B-AFBD-9243-F3B4-4E75C5E77496}"/>
                  </a:ext>
                </a:extLst>
              </p14:cNvPr>
              <p14:cNvContentPartPr/>
              <p14:nvPr/>
            </p14:nvContentPartPr>
            <p14:xfrm>
              <a:off x="1384380" y="1954162"/>
              <a:ext cx="486720" cy="605880"/>
            </p14:xfrm>
          </p:contentPart>
        </mc:Choice>
        <mc:Fallback xmlns="">
          <p:pic>
            <p:nvPicPr>
              <p:cNvPr id="3" name="インク 2">
                <a:extLst>
                  <a:ext uri="{FF2B5EF4-FFF2-40B4-BE49-F238E27FC236}">
                    <a16:creationId xmlns:a16="http://schemas.microsoft.com/office/drawing/2014/main" id="{DD7B6B4B-AFBD-9243-F3B4-4E75C5E774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8260" y="1948042"/>
                <a:ext cx="498960" cy="61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E6A23F2A-AEAB-4B3E-D974-68DE51752CC2}"/>
              </a:ext>
            </a:extLst>
          </p:cNvPr>
          <p:cNvGrpSpPr/>
          <p:nvPr/>
        </p:nvGrpSpPr>
        <p:grpSpPr>
          <a:xfrm>
            <a:off x="5682420" y="3614482"/>
            <a:ext cx="966960" cy="560520"/>
            <a:chOff x="5682420" y="3614482"/>
            <a:chExt cx="966960" cy="56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8" name="インク 37">
                  <a:extLst>
                    <a:ext uri="{FF2B5EF4-FFF2-40B4-BE49-F238E27FC236}">
                      <a16:creationId xmlns:a16="http://schemas.microsoft.com/office/drawing/2014/main" id="{41E2ED8C-4065-6813-0A8C-17331EBD3B3F}"/>
                    </a:ext>
                  </a:extLst>
                </p14:cNvPr>
                <p14:cNvContentPartPr/>
                <p14:nvPr/>
              </p14:nvContentPartPr>
              <p14:xfrm>
                <a:off x="5682420" y="3935962"/>
                <a:ext cx="76320" cy="136800"/>
              </p14:xfrm>
            </p:contentPart>
          </mc:Choice>
          <mc:Fallback xmlns="">
            <p:pic>
              <p:nvPicPr>
                <p:cNvPr id="38" name="インク 37">
                  <a:extLst>
                    <a:ext uri="{FF2B5EF4-FFF2-40B4-BE49-F238E27FC236}">
                      <a16:creationId xmlns:a16="http://schemas.microsoft.com/office/drawing/2014/main" id="{41E2ED8C-4065-6813-0A8C-17331EBD3B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76300" y="3929842"/>
                  <a:ext cx="88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9" name="インク 38">
                  <a:extLst>
                    <a:ext uri="{FF2B5EF4-FFF2-40B4-BE49-F238E27FC236}">
                      <a16:creationId xmlns:a16="http://schemas.microsoft.com/office/drawing/2014/main" id="{B50D7132-54DE-5CBA-91F6-3DA19583B70C}"/>
                    </a:ext>
                  </a:extLst>
                </p14:cNvPr>
                <p14:cNvContentPartPr/>
                <p14:nvPr/>
              </p14:nvContentPartPr>
              <p14:xfrm>
                <a:off x="5830740" y="3898522"/>
                <a:ext cx="102240" cy="159120"/>
              </p14:xfrm>
            </p:contentPart>
          </mc:Choice>
          <mc:Fallback xmlns="">
            <p:pic>
              <p:nvPicPr>
                <p:cNvPr id="39" name="インク 38">
                  <a:extLst>
                    <a:ext uri="{FF2B5EF4-FFF2-40B4-BE49-F238E27FC236}">
                      <a16:creationId xmlns:a16="http://schemas.microsoft.com/office/drawing/2014/main" id="{B50D7132-54DE-5CBA-91F6-3DA19583B7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24620" y="3892402"/>
                  <a:ext cx="1144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0" name="インク 39">
                  <a:extLst>
                    <a:ext uri="{FF2B5EF4-FFF2-40B4-BE49-F238E27FC236}">
                      <a16:creationId xmlns:a16="http://schemas.microsoft.com/office/drawing/2014/main" id="{6FDBFDC8-D608-A3F7-D0E3-CCDB7C2A374B}"/>
                    </a:ext>
                  </a:extLst>
                </p14:cNvPr>
                <p14:cNvContentPartPr/>
                <p14:nvPr/>
              </p14:nvContentPartPr>
              <p14:xfrm>
                <a:off x="5941980" y="3920482"/>
                <a:ext cx="43920" cy="169560"/>
              </p14:xfrm>
            </p:contentPart>
          </mc:Choice>
          <mc:Fallback xmlns="">
            <p:pic>
              <p:nvPicPr>
                <p:cNvPr id="40" name="インク 39">
                  <a:extLst>
                    <a:ext uri="{FF2B5EF4-FFF2-40B4-BE49-F238E27FC236}">
                      <a16:creationId xmlns:a16="http://schemas.microsoft.com/office/drawing/2014/main" id="{6FDBFDC8-D608-A3F7-D0E3-CCDB7C2A374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35860" y="3914362"/>
                  <a:ext cx="561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1" name="インク 40">
                  <a:extLst>
                    <a:ext uri="{FF2B5EF4-FFF2-40B4-BE49-F238E27FC236}">
                      <a16:creationId xmlns:a16="http://schemas.microsoft.com/office/drawing/2014/main" id="{3509542E-19E9-4F71-5B4E-3CC29007F60B}"/>
                    </a:ext>
                  </a:extLst>
                </p14:cNvPr>
                <p14:cNvContentPartPr/>
                <p14:nvPr/>
              </p14:nvContentPartPr>
              <p14:xfrm>
                <a:off x="6009660" y="3916522"/>
                <a:ext cx="111960" cy="29880"/>
              </p14:xfrm>
            </p:contentPart>
          </mc:Choice>
          <mc:Fallback xmlns="">
            <p:pic>
              <p:nvPicPr>
                <p:cNvPr id="41" name="インク 40">
                  <a:extLst>
                    <a:ext uri="{FF2B5EF4-FFF2-40B4-BE49-F238E27FC236}">
                      <a16:creationId xmlns:a16="http://schemas.microsoft.com/office/drawing/2014/main" id="{3509542E-19E9-4F71-5B4E-3CC29007F60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03540" y="3910402"/>
                  <a:ext cx="124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2" name="インク 41">
                  <a:extLst>
                    <a:ext uri="{FF2B5EF4-FFF2-40B4-BE49-F238E27FC236}">
                      <a16:creationId xmlns:a16="http://schemas.microsoft.com/office/drawing/2014/main" id="{F12BBCBF-57FC-E7FE-052D-D0A6B693A0E7}"/>
                    </a:ext>
                  </a:extLst>
                </p14:cNvPr>
                <p14:cNvContentPartPr/>
                <p14:nvPr/>
              </p14:nvContentPartPr>
              <p14:xfrm>
                <a:off x="6070860" y="3868642"/>
                <a:ext cx="18360" cy="186480"/>
              </p14:xfrm>
            </p:contentPart>
          </mc:Choice>
          <mc:Fallback xmlns="">
            <p:pic>
              <p:nvPicPr>
                <p:cNvPr id="42" name="インク 41">
                  <a:extLst>
                    <a:ext uri="{FF2B5EF4-FFF2-40B4-BE49-F238E27FC236}">
                      <a16:creationId xmlns:a16="http://schemas.microsoft.com/office/drawing/2014/main" id="{F12BBCBF-57FC-E7FE-052D-D0A6B693A0E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64740" y="3862522"/>
                  <a:ext cx="30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3" name="インク 42">
                  <a:extLst>
                    <a:ext uri="{FF2B5EF4-FFF2-40B4-BE49-F238E27FC236}">
                      <a16:creationId xmlns:a16="http://schemas.microsoft.com/office/drawing/2014/main" id="{8CAEDED3-57F4-669A-4E54-6A088C557DF5}"/>
                    </a:ext>
                  </a:extLst>
                </p14:cNvPr>
                <p14:cNvContentPartPr/>
                <p14:nvPr/>
              </p14:nvContentPartPr>
              <p14:xfrm>
                <a:off x="6182820" y="3881962"/>
                <a:ext cx="36360" cy="293040"/>
              </p14:xfrm>
            </p:contentPart>
          </mc:Choice>
          <mc:Fallback xmlns="">
            <p:pic>
              <p:nvPicPr>
                <p:cNvPr id="43" name="インク 42">
                  <a:extLst>
                    <a:ext uri="{FF2B5EF4-FFF2-40B4-BE49-F238E27FC236}">
                      <a16:creationId xmlns:a16="http://schemas.microsoft.com/office/drawing/2014/main" id="{8CAEDED3-57F4-669A-4E54-6A088C557D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76700" y="3875842"/>
                  <a:ext cx="486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4" name="インク 43">
                  <a:extLst>
                    <a:ext uri="{FF2B5EF4-FFF2-40B4-BE49-F238E27FC236}">
                      <a16:creationId xmlns:a16="http://schemas.microsoft.com/office/drawing/2014/main" id="{8F5984F0-7595-53C8-6456-FE68031AFCCC}"/>
                    </a:ext>
                  </a:extLst>
                </p14:cNvPr>
                <p14:cNvContentPartPr/>
                <p14:nvPr/>
              </p14:nvContentPartPr>
              <p14:xfrm>
                <a:off x="6186060" y="3930562"/>
                <a:ext cx="84600" cy="92880"/>
              </p14:xfrm>
            </p:contentPart>
          </mc:Choice>
          <mc:Fallback xmlns="">
            <p:pic>
              <p:nvPicPr>
                <p:cNvPr id="44" name="インク 43">
                  <a:extLst>
                    <a:ext uri="{FF2B5EF4-FFF2-40B4-BE49-F238E27FC236}">
                      <a16:creationId xmlns:a16="http://schemas.microsoft.com/office/drawing/2014/main" id="{8F5984F0-7595-53C8-6456-FE68031AFC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79940" y="3924442"/>
                  <a:ext cx="96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5" name="インク 44">
                  <a:extLst>
                    <a:ext uri="{FF2B5EF4-FFF2-40B4-BE49-F238E27FC236}">
                      <a16:creationId xmlns:a16="http://schemas.microsoft.com/office/drawing/2014/main" id="{7EA69390-9261-2AA5-87D3-71F3122A14BA}"/>
                    </a:ext>
                  </a:extLst>
                </p14:cNvPr>
                <p14:cNvContentPartPr/>
                <p14:nvPr/>
              </p14:nvContentPartPr>
              <p14:xfrm>
                <a:off x="6344100" y="3893482"/>
                <a:ext cx="124920" cy="122760"/>
              </p14:xfrm>
            </p:contentPart>
          </mc:Choice>
          <mc:Fallback xmlns="">
            <p:pic>
              <p:nvPicPr>
                <p:cNvPr id="45" name="インク 44">
                  <a:extLst>
                    <a:ext uri="{FF2B5EF4-FFF2-40B4-BE49-F238E27FC236}">
                      <a16:creationId xmlns:a16="http://schemas.microsoft.com/office/drawing/2014/main" id="{7EA69390-9261-2AA5-87D3-71F3122A14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37980" y="3887362"/>
                  <a:ext cx="137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6" name="インク 45">
                  <a:extLst>
                    <a:ext uri="{FF2B5EF4-FFF2-40B4-BE49-F238E27FC236}">
                      <a16:creationId xmlns:a16="http://schemas.microsoft.com/office/drawing/2014/main" id="{971045B2-84B5-C267-D93B-D726EB03B669}"/>
                    </a:ext>
                  </a:extLst>
                </p14:cNvPr>
                <p14:cNvContentPartPr/>
                <p14:nvPr/>
              </p14:nvContentPartPr>
              <p14:xfrm>
                <a:off x="6525900" y="3614482"/>
                <a:ext cx="36000" cy="392040"/>
              </p14:xfrm>
            </p:contentPart>
          </mc:Choice>
          <mc:Fallback xmlns="">
            <p:pic>
              <p:nvPicPr>
                <p:cNvPr id="46" name="インク 45">
                  <a:extLst>
                    <a:ext uri="{FF2B5EF4-FFF2-40B4-BE49-F238E27FC236}">
                      <a16:creationId xmlns:a16="http://schemas.microsoft.com/office/drawing/2014/main" id="{971045B2-84B5-C267-D93B-D726EB03B66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19780" y="3608362"/>
                  <a:ext cx="482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7" name="インク 46">
                  <a:extLst>
                    <a:ext uri="{FF2B5EF4-FFF2-40B4-BE49-F238E27FC236}">
                      <a16:creationId xmlns:a16="http://schemas.microsoft.com/office/drawing/2014/main" id="{0D80413E-8BDD-D410-F8B6-E2F2D59E18CD}"/>
                    </a:ext>
                  </a:extLst>
                </p14:cNvPr>
                <p14:cNvContentPartPr/>
                <p14:nvPr/>
              </p14:nvContentPartPr>
              <p14:xfrm>
                <a:off x="6409260" y="3744802"/>
                <a:ext cx="240120" cy="83160"/>
              </p14:xfrm>
            </p:contentPart>
          </mc:Choice>
          <mc:Fallback xmlns="">
            <p:pic>
              <p:nvPicPr>
                <p:cNvPr id="47" name="インク 46">
                  <a:extLst>
                    <a:ext uri="{FF2B5EF4-FFF2-40B4-BE49-F238E27FC236}">
                      <a16:creationId xmlns:a16="http://schemas.microsoft.com/office/drawing/2014/main" id="{0D80413E-8BDD-D410-F8B6-E2F2D59E18C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03140" y="3738682"/>
                  <a:ext cx="25236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1" name="インク 50">
                <a:extLst>
                  <a:ext uri="{FF2B5EF4-FFF2-40B4-BE49-F238E27FC236}">
                    <a16:creationId xmlns:a16="http://schemas.microsoft.com/office/drawing/2014/main" id="{2C83F8D7-EEA1-2FB2-8184-6FDF0471D911}"/>
                  </a:ext>
                </a:extLst>
              </p14:cNvPr>
              <p14:cNvContentPartPr/>
              <p14:nvPr/>
            </p14:nvContentPartPr>
            <p14:xfrm>
              <a:off x="2768940" y="5782762"/>
              <a:ext cx="38160" cy="23400"/>
            </p14:xfrm>
          </p:contentPart>
        </mc:Choice>
        <mc:Fallback xmlns="">
          <p:pic>
            <p:nvPicPr>
              <p:cNvPr id="51" name="インク 50">
                <a:extLst>
                  <a:ext uri="{FF2B5EF4-FFF2-40B4-BE49-F238E27FC236}">
                    <a16:creationId xmlns:a16="http://schemas.microsoft.com/office/drawing/2014/main" id="{2C83F8D7-EEA1-2FB2-8184-6FDF0471D91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762820" y="5776642"/>
                <a:ext cx="5040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481A7F88-A501-A33B-6B20-95D8E48BFEE6}"/>
              </a:ext>
            </a:extLst>
          </p:cNvPr>
          <p:cNvGrpSpPr/>
          <p:nvPr/>
        </p:nvGrpSpPr>
        <p:grpSpPr>
          <a:xfrm>
            <a:off x="2205540" y="5898322"/>
            <a:ext cx="1473480" cy="562320"/>
            <a:chOff x="2205540" y="5898322"/>
            <a:chExt cx="1473480" cy="56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9" name="インク 48">
                  <a:extLst>
                    <a:ext uri="{FF2B5EF4-FFF2-40B4-BE49-F238E27FC236}">
                      <a16:creationId xmlns:a16="http://schemas.microsoft.com/office/drawing/2014/main" id="{329816D2-F063-10DE-B4A3-CBA289DBFA68}"/>
                    </a:ext>
                  </a:extLst>
                </p14:cNvPr>
                <p14:cNvContentPartPr/>
                <p14:nvPr/>
              </p14:nvContentPartPr>
              <p14:xfrm>
                <a:off x="2205540" y="5902642"/>
                <a:ext cx="232560" cy="124560"/>
              </p14:xfrm>
            </p:contentPart>
          </mc:Choice>
          <mc:Fallback xmlns="">
            <p:pic>
              <p:nvPicPr>
                <p:cNvPr id="49" name="インク 48">
                  <a:extLst>
                    <a:ext uri="{FF2B5EF4-FFF2-40B4-BE49-F238E27FC236}">
                      <a16:creationId xmlns:a16="http://schemas.microsoft.com/office/drawing/2014/main" id="{329816D2-F063-10DE-B4A3-CBA289DBFA6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99420" y="5896522"/>
                  <a:ext cx="244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0" name="インク 49">
                  <a:extLst>
                    <a:ext uri="{FF2B5EF4-FFF2-40B4-BE49-F238E27FC236}">
                      <a16:creationId xmlns:a16="http://schemas.microsoft.com/office/drawing/2014/main" id="{F67675AE-B2BE-7200-AC23-55785B84897F}"/>
                    </a:ext>
                  </a:extLst>
                </p14:cNvPr>
                <p14:cNvContentPartPr/>
                <p14:nvPr/>
              </p14:nvContentPartPr>
              <p14:xfrm>
                <a:off x="2545740" y="5898322"/>
                <a:ext cx="440280" cy="108360"/>
              </p14:xfrm>
            </p:contentPart>
          </mc:Choice>
          <mc:Fallback xmlns="">
            <p:pic>
              <p:nvPicPr>
                <p:cNvPr id="50" name="インク 49">
                  <a:extLst>
                    <a:ext uri="{FF2B5EF4-FFF2-40B4-BE49-F238E27FC236}">
                      <a16:creationId xmlns:a16="http://schemas.microsoft.com/office/drawing/2014/main" id="{F67675AE-B2BE-7200-AC23-55785B84897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39620" y="5892202"/>
                  <a:ext cx="452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CBDE8517-CC02-CA6A-FEDB-FAC0639D4392}"/>
                    </a:ext>
                  </a:extLst>
                </p14:cNvPr>
                <p14:cNvContentPartPr/>
                <p14:nvPr/>
              </p14:nvContentPartPr>
              <p14:xfrm>
                <a:off x="2527380" y="6164362"/>
                <a:ext cx="402840" cy="15984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CBDE8517-CC02-CA6A-FEDB-FAC0639D439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521260" y="6158242"/>
                  <a:ext cx="415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3" name="インク 52">
                  <a:extLst>
                    <a:ext uri="{FF2B5EF4-FFF2-40B4-BE49-F238E27FC236}">
                      <a16:creationId xmlns:a16="http://schemas.microsoft.com/office/drawing/2014/main" id="{35747DEC-EB96-77CF-F52C-7B9D6A3B90A3}"/>
                    </a:ext>
                  </a:extLst>
                </p14:cNvPr>
                <p14:cNvContentPartPr/>
                <p14:nvPr/>
              </p14:nvContentPartPr>
              <p14:xfrm>
                <a:off x="2962980" y="6144562"/>
                <a:ext cx="165240" cy="108360"/>
              </p14:xfrm>
            </p:contentPart>
          </mc:Choice>
          <mc:Fallback xmlns="">
            <p:pic>
              <p:nvPicPr>
                <p:cNvPr id="53" name="インク 52">
                  <a:extLst>
                    <a:ext uri="{FF2B5EF4-FFF2-40B4-BE49-F238E27FC236}">
                      <a16:creationId xmlns:a16="http://schemas.microsoft.com/office/drawing/2014/main" id="{35747DEC-EB96-77CF-F52C-7B9D6A3B90A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56860" y="6138442"/>
                  <a:ext cx="177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89ACF6AF-3581-261B-2A66-68B1A9CA8A20}"/>
                    </a:ext>
                  </a:extLst>
                </p14:cNvPr>
                <p14:cNvContentPartPr/>
                <p14:nvPr/>
              </p14:nvContentPartPr>
              <p14:xfrm>
                <a:off x="3219660" y="6076522"/>
                <a:ext cx="459360" cy="38412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89ACF6AF-3581-261B-2A66-68B1A9CA8A2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13540" y="6070402"/>
                  <a:ext cx="47160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93909FAA-68DE-814F-28A3-B04CEBCB0961}"/>
              </a:ext>
            </a:extLst>
          </p:cNvPr>
          <p:cNvGrpSpPr/>
          <p:nvPr/>
        </p:nvGrpSpPr>
        <p:grpSpPr>
          <a:xfrm>
            <a:off x="3408300" y="1638082"/>
            <a:ext cx="1635840" cy="860400"/>
            <a:chOff x="3408300" y="1638082"/>
            <a:chExt cx="1635840" cy="86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B3502514-8844-E6C7-6923-6E5C55E2FEC1}"/>
                    </a:ext>
                  </a:extLst>
                </p14:cNvPr>
                <p14:cNvContentPartPr/>
                <p14:nvPr/>
              </p14:nvContentPartPr>
              <p14:xfrm>
                <a:off x="3408300" y="1830682"/>
                <a:ext cx="396000" cy="13752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B3502514-8844-E6C7-6923-6E5C55E2FEC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02180" y="1824562"/>
                  <a:ext cx="408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0D9E7229-4BEE-08EA-1DBA-BC5FFEBFEAD1}"/>
                    </a:ext>
                  </a:extLst>
                </p14:cNvPr>
                <p14:cNvContentPartPr/>
                <p14:nvPr/>
              </p14:nvContentPartPr>
              <p14:xfrm>
                <a:off x="3825540" y="1796122"/>
                <a:ext cx="86400" cy="39960"/>
              </p14:xfrm>
            </p:contentPart>
          </mc:Choice>
          <mc:Fallback xmlns=""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0D9E7229-4BEE-08EA-1DBA-BC5FFEBFEAD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19420" y="1790002"/>
                  <a:ext cx="98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CC6F73DB-5B0B-197D-1E20-639019C1DE3D}"/>
                    </a:ext>
                  </a:extLst>
                </p14:cNvPr>
                <p14:cNvContentPartPr/>
                <p14:nvPr/>
              </p14:nvContentPartPr>
              <p14:xfrm>
                <a:off x="3861540" y="1759042"/>
                <a:ext cx="12240" cy="15372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CC6F73DB-5B0B-197D-1E20-639019C1DE3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55420" y="1752922"/>
                  <a:ext cx="24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2BD681D1-CF20-6EBF-E9C5-FA5663DAEFE5}"/>
                    </a:ext>
                  </a:extLst>
                </p14:cNvPr>
                <p14:cNvContentPartPr/>
                <p14:nvPr/>
              </p14:nvContentPartPr>
              <p14:xfrm>
                <a:off x="3953340" y="1799002"/>
                <a:ext cx="124920" cy="107640"/>
              </p14:xfrm>
            </p:contentPart>
          </mc:Choice>
          <mc:Fallback xmlns=""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2BD681D1-CF20-6EBF-E9C5-FA5663DAEFE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47220" y="1792882"/>
                  <a:ext cx="137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9BB1110D-D71F-0173-5BA3-32253A279425}"/>
                    </a:ext>
                  </a:extLst>
                </p14:cNvPr>
                <p14:cNvContentPartPr/>
                <p14:nvPr/>
              </p14:nvContentPartPr>
              <p14:xfrm>
                <a:off x="4107780" y="1638082"/>
                <a:ext cx="343080" cy="257040"/>
              </p14:xfrm>
            </p:contentPart>
          </mc:Choice>
          <mc:Fallback xmlns=""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9BB1110D-D71F-0173-5BA3-32253A27942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101660" y="1631962"/>
                  <a:ext cx="3553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1" name="インク 60">
                  <a:extLst>
                    <a:ext uri="{FF2B5EF4-FFF2-40B4-BE49-F238E27FC236}">
                      <a16:creationId xmlns:a16="http://schemas.microsoft.com/office/drawing/2014/main" id="{8B10506C-9185-8127-6C3F-FC701A8EA325}"/>
                    </a:ext>
                  </a:extLst>
                </p14:cNvPr>
                <p14:cNvContentPartPr/>
                <p14:nvPr/>
              </p14:nvContentPartPr>
              <p14:xfrm>
                <a:off x="3789540" y="2103202"/>
                <a:ext cx="28080" cy="190440"/>
              </p14:xfrm>
            </p:contentPart>
          </mc:Choice>
          <mc:Fallback xmlns="">
            <p:pic>
              <p:nvPicPr>
                <p:cNvPr id="61" name="インク 60">
                  <a:extLst>
                    <a:ext uri="{FF2B5EF4-FFF2-40B4-BE49-F238E27FC236}">
                      <a16:creationId xmlns:a16="http://schemas.microsoft.com/office/drawing/2014/main" id="{8B10506C-9185-8127-6C3F-FC701A8EA32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83420" y="2097082"/>
                  <a:ext cx="403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2" name="インク 61">
                  <a:extLst>
                    <a:ext uri="{FF2B5EF4-FFF2-40B4-BE49-F238E27FC236}">
                      <a16:creationId xmlns:a16="http://schemas.microsoft.com/office/drawing/2014/main" id="{82A9C4AE-5A5C-D51E-B5B0-8B2E4A6E0306}"/>
                    </a:ext>
                  </a:extLst>
                </p14:cNvPr>
                <p14:cNvContentPartPr/>
                <p14:nvPr/>
              </p14:nvContentPartPr>
              <p14:xfrm>
                <a:off x="3793860" y="2101402"/>
                <a:ext cx="91800" cy="96120"/>
              </p14:xfrm>
            </p:contentPart>
          </mc:Choice>
          <mc:Fallback xmlns="">
            <p:pic>
              <p:nvPicPr>
                <p:cNvPr id="62" name="インク 61">
                  <a:extLst>
                    <a:ext uri="{FF2B5EF4-FFF2-40B4-BE49-F238E27FC236}">
                      <a16:creationId xmlns:a16="http://schemas.microsoft.com/office/drawing/2014/main" id="{82A9C4AE-5A5C-D51E-B5B0-8B2E4A6E030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87740" y="2095282"/>
                  <a:ext cx="1040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FB73A712-D154-BB4C-64CD-CE537F756303}"/>
                    </a:ext>
                  </a:extLst>
                </p14:cNvPr>
                <p14:cNvContentPartPr/>
                <p14:nvPr/>
              </p14:nvContentPartPr>
              <p14:xfrm>
                <a:off x="3912300" y="2081962"/>
                <a:ext cx="128160" cy="111240"/>
              </p14:xfrm>
            </p:contentPart>
          </mc:Choice>
          <mc:Fallback xmlns=""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FB73A712-D154-BB4C-64CD-CE537F75630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06180" y="2075842"/>
                  <a:ext cx="140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4" name="インク 63">
                  <a:extLst>
                    <a:ext uri="{FF2B5EF4-FFF2-40B4-BE49-F238E27FC236}">
                      <a16:creationId xmlns:a16="http://schemas.microsoft.com/office/drawing/2014/main" id="{FFC6A90D-0287-6176-94DB-24C285AC9493}"/>
                    </a:ext>
                  </a:extLst>
                </p14:cNvPr>
                <p14:cNvContentPartPr/>
                <p14:nvPr/>
              </p14:nvContentPartPr>
              <p14:xfrm>
                <a:off x="4077540" y="2082322"/>
                <a:ext cx="73080" cy="109440"/>
              </p14:xfrm>
            </p:contentPart>
          </mc:Choice>
          <mc:Fallback xmlns="">
            <p:pic>
              <p:nvPicPr>
                <p:cNvPr id="64" name="インク 63">
                  <a:extLst>
                    <a:ext uri="{FF2B5EF4-FFF2-40B4-BE49-F238E27FC236}">
                      <a16:creationId xmlns:a16="http://schemas.microsoft.com/office/drawing/2014/main" id="{FFC6A90D-0287-6176-94DB-24C285AC949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71420" y="2076202"/>
                  <a:ext cx="85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711F9EA5-7A6D-DEA2-9FAC-7973711EB5A5}"/>
                    </a:ext>
                  </a:extLst>
                </p14:cNvPr>
                <p14:cNvContentPartPr/>
                <p14:nvPr/>
              </p14:nvContentPartPr>
              <p14:xfrm>
                <a:off x="4195620" y="2062162"/>
                <a:ext cx="185040" cy="112320"/>
              </p14:xfrm>
            </p:contentPart>
          </mc:Choice>
          <mc:Fallback xmlns=""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711F9EA5-7A6D-DEA2-9FAC-7973711EB5A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189500" y="2056042"/>
                  <a:ext cx="1972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6" name="インク 65">
                  <a:extLst>
                    <a:ext uri="{FF2B5EF4-FFF2-40B4-BE49-F238E27FC236}">
                      <a16:creationId xmlns:a16="http://schemas.microsoft.com/office/drawing/2014/main" id="{E1FDAFAC-F69E-2DD3-CA81-D07C2049506E}"/>
                    </a:ext>
                  </a:extLst>
                </p14:cNvPr>
                <p14:cNvContentPartPr/>
                <p14:nvPr/>
              </p14:nvContentPartPr>
              <p14:xfrm>
                <a:off x="4427460" y="2033002"/>
                <a:ext cx="91440" cy="99360"/>
              </p14:xfrm>
            </p:contentPart>
          </mc:Choice>
          <mc:Fallback xmlns="">
            <p:pic>
              <p:nvPicPr>
                <p:cNvPr id="66" name="インク 65">
                  <a:extLst>
                    <a:ext uri="{FF2B5EF4-FFF2-40B4-BE49-F238E27FC236}">
                      <a16:creationId xmlns:a16="http://schemas.microsoft.com/office/drawing/2014/main" id="{E1FDAFAC-F69E-2DD3-CA81-D07C2049506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21340" y="2026882"/>
                  <a:ext cx="103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973E9041-BD0E-22B2-C079-7B1FA036B922}"/>
                    </a:ext>
                  </a:extLst>
                </p14:cNvPr>
                <p14:cNvContentPartPr/>
                <p14:nvPr/>
              </p14:nvContentPartPr>
              <p14:xfrm>
                <a:off x="4554900" y="2019682"/>
                <a:ext cx="68760" cy="106560"/>
              </p14:xfrm>
            </p:contentPart>
          </mc:Choice>
          <mc:Fallback xmlns=""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973E9041-BD0E-22B2-C079-7B1FA036B92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548780" y="2013562"/>
                  <a:ext cx="81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8" name="インク 67">
                  <a:extLst>
                    <a:ext uri="{FF2B5EF4-FFF2-40B4-BE49-F238E27FC236}">
                      <a16:creationId xmlns:a16="http://schemas.microsoft.com/office/drawing/2014/main" id="{67774175-37BE-E6ED-BA76-B5C4D3DC048C}"/>
                    </a:ext>
                  </a:extLst>
                </p14:cNvPr>
                <p14:cNvContentPartPr/>
                <p14:nvPr/>
              </p14:nvContentPartPr>
              <p14:xfrm>
                <a:off x="4639860" y="1973962"/>
                <a:ext cx="37440" cy="12960"/>
              </p14:xfrm>
            </p:contentPart>
          </mc:Choice>
          <mc:Fallback xmlns="">
            <p:pic>
              <p:nvPicPr>
                <p:cNvPr id="68" name="インク 67">
                  <a:extLst>
                    <a:ext uri="{FF2B5EF4-FFF2-40B4-BE49-F238E27FC236}">
                      <a16:creationId xmlns:a16="http://schemas.microsoft.com/office/drawing/2014/main" id="{67774175-37BE-E6ED-BA76-B5C4D3DC048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33740" y="1967842"/>
                  <a:ext cx="49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9" name="インク 68">
                  <a:extLst>
                    <a:ext uri="{FF2B5EF4-FFF2-40B4-BE49-F238E27FC236}">
                      <a16:creationId xmlns:a16="http://schemas.microsoft.com/office/drawing/2014/main" id="{9A447C23-40BC-B07A-D9B2-44566A46644A}"/>
                    </a:ext>
                  </a:extLst>
                </p14:cNvPr>
                <p14:cNvContentPartPr/>
                <p14:nvPr/>
              </p14:nvContentPartPr>
              <p14:xfrm>
                <a:off x="4703220" y="2072242"/>
                <a:ext cx="10800" cy="62640"/>
              </p14:xfrm>
            </p:contentPart>
          </mc:Choice>
          <mc:Fallback xmlns="">
            <p:pic>
              <p:nvPicPr>
                <p:cNvPr id="69" name="インク 68">
                  <a:extLst>
                    <a:ext uri="{FF2B5EF4-FFF2-40B4-BE49-F238E27FC236}">
                      <a16:creationId xmlns:a16="http://schemas.microsoft.com/office/drawing/2014/main" id="{9A447C23-40BC-B07A-D9B2-44566A46644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697100" y="2066122"/>
                  <a:ext cx="23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0" name="インク 69">
                  <a:extLst>
                    <a:ext uri="{FF2B5EF4-FFF2-40B4-BE49-F238E27FC236}">
                      <a16:creationId xmlns:a16="http://schemas.microsoft.com/office/drawing/2014/main" id="{30B81343-BF92-5BDE-788F-AF6D9CD4734C}"/>
                    </a:ext>
                  </a:extLst>
                </p14:cNvPr>
                <p14:cNvContentPartPr/>
                <p14:nvPr/>
              </p14:nvContentPartPr>
              <p14:xfrm>
                <a:off x="4752540" y="2025082"/>
                <a:ext cx="141840" cy="103320"/>
              </p14:xfrm>
            </p:contentPart>
          </mc:Choice>
          <mc:Fallback xmlns="">
            <p:pic>
              <p:nvPicPr>
                <p:cNvPr id="70" name="インク 69">
                  <a:extLst>
                    <a:ext uri="{FF2B5EF4-FFF2-40B4-BE49-F238E27FC236}">
                      <a16:creationId xmlns:a16="http://schemas.microsoft.com/office/drawing/2014/main" id="{30B81343-BF92-5BDE-788F-AF6D9CD4734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746420" y="2018962"/>
                  <a:ext cx="154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1" name="インク 70">
                  <a:extLst>
                    <a:ext uri="{FF2B5EF4-FFF2-40B4-BE49-F238E27FC236}">
                      <a16:creationId xmlns:a16="http://schemas.microsoft.com/office/drawing/2014/main" id="{4007E149-7607-D5A0-0640-46A733DB5C5A}"/>
                    </a:ext>
                  </a:extLst>
                </p14:cNvPr>
                <p14:cNvContentPartPr/>
                <p14:nvPr/>
              </p14:nvContentPartPr>
              <p14:xfrm>
                <a:off x="4921740" y="2014282"/>
                <a:ext cx="122400" cy="296280"/>
              </p14:xfrm>
            </p:contentPart>
          </mc:Choice>
          <mc:Fallback xmlns="">
            <p:pic>
              <p:nvPicPr>
                <p:cNvPr id="71" name="インク 70">
                  <a:extLst>
                    <a:ext uri="{FF2B5EF4-FFF2-40B4-BE49-F238E27FC236}">
                      <a16:creationId xmlns:a16="http://schemas.microsoft.com/office/drawing/2014/main" id="{4007E149-7607-D5A0-0640-46A733DB5C5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15620" y="2008162"/>
                  <a:ext cx="1346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3" name="インク 72">
                  <a:extLst>
                    <a:ext uri="{FF2B5EF4-FFF2-40B4-BE49-F238E27FC236}">
                      <a16:creationId xmlns:a16="http://schemas.microsoft.com/office/drawing/2014/main" id="{038989AD-71E4-20B5-AA3E-2881F7E71F4A}"/>
                    </a:ext>
                  </a:extLst>
                </p14:cNvPr>
                <p14:cNvContentPartPr/>
                <p14:nvPr/>
              </p14:nvContentPartPr>
              <p14:xfrm>
                <a:off x="4397580" y="2341522"/>
                <a:ext cx="142560" cy="147240"/>
              </p14:xfrm>
            </p:contentPart>
          </mc:Choice>
          <mc:Fallback xmlns="">
            <p:pic>
              <p:nvPicPr>
                <p:cNvPr id="73" name="インク 72">
                  <a:extLst>
                    <a:ext uri="{FF2B5EF4-FFF2-40B4-BE49-F238E27FC236}">
                      <a16:creationId xmlns:a16="http://schemas.microsoft.com/office/drawing/2014/main" id="{038989AD-71E4-20B5-AA3E-2881F7E71F4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91460" y="2335402"/>
                  <a:ext cx="154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D5D1DFDA-0F8C-3238-2000-BFA05E9EF27B}"/>
                    </a:ext>
                  </a:extLst>
                </p14:cNvPr>
                <p14:cNvContentPartPr/>
                <p14:nvPr/>
              </p14:nvContentPartPr>
              <p14:xfrm>
                <a:off x="4552020" y="2364202"/>
                <a:ext cx="91080" cy="91440"/>
              </p14:xfrm>
            </p:contentPart>
          </mc:Choice>
          <mc:Fallback xmlns=""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D5D1DFDA-0F8C-3238-2000-BFA05E9EF27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45900" y="2358082"/>
                  <a:ext cx="103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5" name="インク 74">
                  <a:extLst>
                    <a:ext uri="{FF2B5EF4-FFF2-40B4-BE49-F238E27FC236}">
                      <a16:creationId xmlns:a16="http://schemas.microsoft.com/office/drawing/2014/main" id="{EBB46D09-A8B3-D740-6EBF-E503AE7CFC46}"/>
                    </a:ext>
                  </a:extLst>
                </p14:cNvPr>
                <p14:cNvContentPartPr/>
                <p14:nvPr/>
              </p14:nvContentPartPr>
              <p14:xfrm>
                <a:off x="4654260" y="2309482"/>
                <a:ext cx="51840" cy="12240"/>
              </p14:xfrm>
            </p:contentPart>
          </mc:Choice>
          <mc:Fallback xmlns="">
            <p:pic>
              <p:nvPicPr>
                <p:cNvPr id="75" name="インク 74">
                  <a:extLst>
                    <a:ext uri="{FF2B5EF4-FFF2-40B4-BE49-F238E27FC236}">
                      <a16:creationId xmlns:a16="http://schemas.microsoft.com/office/drawing/2014/main" id="{EBB46D09-A8B3-D740-6EBF-E503AE7CFC4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648140" y="2303362"/>
                  <a:ext cx="64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F367558E-FBBC-BA7B-9DAE-EFE866BE324E}"/>
                    </a:ext>
                  </a:extLst>
                </p14:cNvPr>
                <p14:cNvContentPartPr/>
                <p14:nvPr/>
              </p14:nvContentPartPr>
              <p14:xfrm>
                <a:off x="4719780" y="2380402"/>
                <a:ext cx="24480" cy="102960"/>
              </p14:xfrm>
            </p:contentPart>
          </mc:Choice>
          <mc:Fallback xmlns=""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F367558E-FBBC-BA7B-9DAE-EFE866BE324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713660" y="2374282"/>
                  <a:ext cx="367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7" name="インク 76">
                  <a:extLst>
                    <a:ext uri="{FF2B5EF4-FFF2-40B4-BE49-F238E27FC236}">
                      <a16:creationId xmlns:a16="http://schemas.microsoft.com/office/drawing/2014/main" id="{24C456B8-02B0-ACE3-6428-E71C1F9B5915}"/>
                    </a:ext>
                  </a:extLst>
                </p14:cNvPr>
                <p14:cNvContentPartPr/>
                <p14:nvPr/>
              </p14:nvContentPartPr>
              <p14:xfrm>
                <a:off x="4782060" y="2348722"/>
                <a:ext cx="76320" cy="21600"/>
              </p14:xfrm>
            </p:contentPart>
          </mc:Choice>
          <mc:Fallback xmlns="">
            <p:pic>
              <p:nvPicPr>
                <p:cNvPr id="77" name="インク 76">
                  <a:extLst>
                    <a:ext uri="{FF2B5EF4-FFF2-40B4-BE49-F238E27FC236}">
                      <a16:creationId xmlns:a16="http://schemas.microsoft.com/office/drawing/2014/main" id="{24C456B8-02B0-ACE3-6428-E71C1F9B591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775940" y="2342602"/>
                  <a:ext cx="88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27FB361A-E8D0-7DD8-3894-81C1C05748C3}"/>
                    </a:ext>
                  </a:extLst>
                </p14:cNvPr>
                <p14:cNvContentPartPr/>
                <p14:nvPr/>
              </p14:nvContentPartPr>
              <p14:xfrm>
                <a:off x="4826340" y="2339002"/>
                <a:ext cx="38520" cy="15948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27FB361A-E8D0-7DD8-3894-81C1C05748C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820220" y="2332882"/>
                  <a:ext cx="5076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0E1CDC05-00CD-70B4-392B-E65CB2539276}"/>
              </a:ext>
            </a:extLst>
          </p:cNvPr>
          <p:cNvGrpSpPr/>
          <p:nvPr/>
        </p:nvGrpSpPr>
        <p:grpSpPr>
          <a:xfrm>
            <a:off x="2995020" y="6456322"/>
            <a:ext cx="712800" cy="424440"/>
            <a:chOff x="2995020" y="6456322"/>
            <a:chExt cx="71280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0" name="インク 79">
                  <a:extLst>
                    <a:ext uri="{FF2B5EF4-FFF2-40B4-BE49-F238E27FC236}">
                      <a16:creationId xmlns:a16="http://schemas.microsoft.com/office/drawing/2014/main" id="{6BA9AF30-3C16-F11F-CDA2-0AC9C55F80BE}"/>
                    </a:ext>
                  </a:extLst>
                </p14:cNvPr>
                <p14:cNvContentPartPr/>
                <p14:nvPr/>
              </p14:nvContentPartPr>
              <p14:xfrm>
                <a:off x="2995020" y="6456322"/>
                <a:ext cx="512280" cy="268200"/>
              </p14:xfrm>
            </p:contentPart>
          </mc:Choice>
          <mc:Fallback xmlns="">
            <p:pic>
              <p:nvPicPr>
                <p:cNvPr id="80" name="インク 79">
                  <a:extLst>
                    <a:ext uri="{FF2B5EF4-FFF2-40B4-BE49-F238E27FC236}">
                      <a16:creationId xmlns:a16="http://schemas.microsoft.com/office/drawing/2014/main" id="{6BA9AF30-3C16-F11F-CDA2-0AC9C55F80B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988900" y="6450202"/>
                  <a:ext cx="5245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1" name="インク 80">
                  <a:extLst>
                    <a:ext uri="{FF2B5EF4-FFF2-40B4-BE49-F238E27FC236}">
                      <a16:creationId xmlns:a16="http://schemas.microsoft.com/office/drawing/2014/main" id="{873B3905-9E77-0682-67EC-740AF246BCDF}"/>
                    </a:ext>
                  </a:extLst>
                </p14:cNvPr>
                <p14:cNvContentPartPr/>
                <p14:nvPr/>
              </p14:nvContentPartPr>
              <p14:xfrm>
                <a:off x="3623220" y="6626242"/>
                <a:ext cx="42480" cy="254520"/>
              </p14:xfrm>
            </p:contentPart>
          </mc:Choice>
          <mc:Fallback xmlns="">
            <p:pic>
              <p:nvPicPr>
                <p:cNvPr id="81" name="インク 80">
                  <a:extLst>
                    <a:ext uri="{FF2B5EF4-FFF2-40B4-BE49-F238E27FC236}">
                      <a16:creationId xmlns:a16="http://schemas.microsoft.com/office/drawing/2014/main" id="{873B3905-9E77-0682-67EC-740AF246BCD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617100" y="6620122"/>
                  <a:ext cx="54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2" name="インク 81">
                  <a:extLst>
                    <a:ext uri="{FF2B5EF4-FFF2-40B4-BE49-F238E27FC236}">
                      <a16:creationId xmlns:a16="http://schemas.microsoft.com/office/drawing/2014/main" id="{8A1456BE-3793-4905-6F92-71CF1E99ED95}"/>
                    </a:ext>
                  </a:extLst>
                </p14:cNvPr>
                <p14:cNvContentPartPr/>
                <p14:nvPr/>
              </p14:nvContentPartPr>
              <p14:xfrm>
                <a:off x="3616380" y="6617602"/>
                <a:ext cx="91440" cy="81000"/>
              </p14:xfrm>
            </p:contentPart>
          </mc:Choice>
          <mc:Fallback xmlns="">
            <p:pic>
              <p:nvPicPr>
                <p:cNvPr id="82" name="インク 81">
                  <a:extLst>
                    <a:ext uri="{FF2B5EF4-FFF2-40B4-BE49-F238E27FC236}">
                      <a16:creationId xmlns:a16="http://schemas.microsoft.com/office/drawing/2014/main" id="{8A1456BE-3793-4905-6F92-71CF1E99ED9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610260" y="6611482"/>
                  <a:ext cx="103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46AFF261-8501-92DD-2E59-946CFCBA1564}"/>
                    </a:ext>
                  </a:extLst>
                </p14:cNvPr>
                <p14:cNvContentPartPr/>
                <p14:nvPr/>
              </p14:nvContentPartPr>
              <p14:xfrm>
                <a:off x="3452940" y="6548122"/>
                <a:ext cx="2520" cy="7920"/>
              </p14:xfrm>
            </p:contentPart>
          </mc:Choice>
          <mc:Fallback xmlns=""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46AFF261-8501-92DD-2E59-946CFCBA156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46820" y="6542002"/>
                  <a:ext cx="147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6D3BD532-7096-8EE3-EA88-7CD9819FF90A}"/>
                    </a:ext>
                  </a:extLst>
                </p14:cNvPr>
                <p14:cNvContentPartPr/>
                <p14:nvPr/>
              </p14:nvContentPartPr>
              <p14:xfrm>
                <a:off x="3404700" y="6519682"/>
                <a:ext cx="23400" cy="4356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6D3BD532-7096-8EE3-EA88-7CD9819FF90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98580" y="6513562"/>
                  <a:ext cx="3564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7" name="インク 86">
                <a:extLst>
                  <a:ext uri="{FF2B5EF4-FFF2-40B4-BE49-F238E27FC236}">
                    <a16:creationId xmlns:a16="http://schemas.microsoft.com/office/drawing/2014/main" id="{02C2C74D-213A-F199-61AA-B8C9F170730C}"/>
                  </a:ext>
                </a:extLst>
              </p14:cNvPr>
              <p14:cNvContentPartPr/>
              <p14:nvPr/>
            </p14:nvContentPartPr>
            <p14:xfrm>
              <a:off x="9065700" y="2026162"/>
              <a:ext cx="480240" cy="442800"/>
            </p14:xfrm>
          </p:contentPart>
        </mc:Choice>
        <mc:Fallback xmlns="">
          <p:pic>
            <p:nvPicPr>
              <p:cNvPr id="87" name="インク 86">
                <a:extLst>
                  <a:ext uri="{FF2B5EF4-FFF2-40B4-BE49-F238E27FC236}">
                    <a16:creationId xmlns:a16="http://schemas.microsoft.com/office/drawing/2014/main" id="{02C2C74D-213A-F199-61AA-B8C9F170730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059580" y="2020042"/>
                <a:ext cx="492480" cy="45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グループ化 107">
            <a:extLst>
              <a:ext uri="{FF2B5EF4-FFF2-40B4-BE49-F238E27FC236}">
                <a16:creationId xmlns:a16="http://schemas.microsoft.com/office/drawing/2014/main" id="{CCA0E8B7-F8F7-F940-817B-2F61211F92E0}"/>
              </a:ext>
            </a:extLst>
          </p:cNvPr>
          <p:cNvGrpSpPr/>
          <p:nvPr/>
        </p:nvGrpSpPr>
        <p:grpSpPr>
          <a:xfrm>
            <a:off x="7498980" y="348922"/>
            <a:ext cx="2151000" cy="1189440"/>
            <a:chOff x="7498980" y="348922"/>
            <a:chExt cx="2151000" cy="11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9A2741DB-E798-DB20-6677-FDD0DF2380A1}"/>
                    </a:ext>
                  </a:extLst>
                </p14:cNvPr>
                <p14:cNvContentPartPr/>
                <p14:nvPr/>
              </p14:nvContentPartPr>
              <p14:xfrm>
                <a:off x="7498980" y="1147402"/>
                <a:ext cx="451440" cy="39096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9A2741DB-E798-DB20-6677-FDD0DF2380A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492860" y="1141282"/>
                  <a:ext cx="4636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9" name="インク 88">
                  <a:extLst>
                    <a:ext uri="{FF2B5EF4-FFF2-40B4-BE49-F238E27FC236}">
                      <a16:creationId xmlns:a16="http://schemas.microsoft.com/office/drawing/2014/main" id="{B1E5DCB7-B6A9-5323-C22B-200D5373F99B}"/>
                    </a:ext>
                  </a:extLst>
                </p14:cNvPr>
                <p14:cNvContentPartPr/>
                <p14:nvPr/>
              </p14:nvContentPartPr>
              <p14:xfrm>
                <a:off x="8110260" y="928162"/>
                <a:ext cx="171000" cy="379080"/>
              </p14:xfrm>
            </p:contentPart>
          </mc:Choice>
          <mc:Fallback xmlns="">
            <p:pic>
              <p:nvPicPr>
                <p:cNvPr id="89" name="インク 88">
                  <a:extLst>
                    <a:ext uri="{FF2B5EF4-FFF2-40B4-BE49-F238E27FC236}">
                      <a16:creationId xmlns:a16="http://schemas.microsoft.com/office/drawing/2014/main" id="{B1E5DCB7-B6A9-5323-C22B-200D5373F99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104140" y="922042"/>
                  <a:ext cx="183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0" name="インク 89">
                  <a:extLst>
                    <a:ext uri="{FF2B5EF4-FFF2-40B4-BE49-F238E27FC236}">
                      <a16:creationId xmlns:a16="http://schemas.microsoft.com/office/drawing/2014/main" id="{4B5215E9-14D7-618D-5FA6-5144ED5C6281}"/>
                    </a:ext>
                  </a:extLst>
                </p14:cNvPr>
                <p14:cNvContentPartPr/>
                <p14:nvPr/>
              </p14:nvContentPartPr>
              <p14:xfrm>
                <a:off x="8444700" y="440362"/>
                <a:ext cx="51120" cy="51480"/>
              </p14:xfrm>
            </p:contentPart>
          </mc:Choice>
          <mc:Fallback xmlns="">
            <p:pic>
              <p:nvPicPr>
                <p:cNvPr id="90" name="インク 89">
                  <a:extLst>
                    <a:ext uri="{FF2B5EF4-FFF2-40B4-BE49-F238E27FC236}">
                      <a16:creationId xmlns:a16="http://schemas.microsoft.com/office/drawing/2014/main" id="{4B5215E9-14D7-618D-5FA6-5144ED5C628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438580" y="434242"/>
                  <a:ext cx="63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1" name="インク 90">
                  <a:extLst>
                    <a:ext uri="{FF2B5EF4-FFF2-40B4-BE49-F238E27FC236}">
                      <a16:creationId xmlns:a16="http://schemas.microsoft.com/office/drawing/2014/main" id="{5DE4B874-E2B3-5B06-7820-A0C30A44C01F}"/>
                    </a:ext>
                  </a:extLst>
                </p14:cNvPr>
                <p14:cNvContentPartPr/>
                <p14:nvPr/>
              </p14:nvContentPartPr>
              <p14:xfrm>
                <a:off x="8341740" y="606682"/>
                <a:ext cx="176400" cy="41400"/>
              </p14:xfrm>
            </p:contentPart>
          </mc:Choice>
          <mc:Fallback xmlns="">
            <p:pic>
              <p:nvPicPr>
                <p:cNvPr id="91" name="インク 90">
                  <a:extLst>
                    <a:ext uri="{FF2B5EF4-FFF2-40B4-BE49-F238E27FC236}">
                      <a16:creationId xmlns:a16="http://schemas.microsoft.com/office/drawing/2014/main" id="{5DE4B874-E2B3-5B06-7820-A0C30A44C01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35620" y="600562"/>
                  <a:ext cx="188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01D59859-2036-9EF7-B5F3-8B369AECF9B6}"/>
                    </a:ext>
                  </a:extLst>
                </p14:cNvPr>
                <p14:cNvContentPartPr/>
                <p14:nvPr/>
              </p14:nvContentPartPr>
              <p14:xfrm>
                <a:off x="8319420" y="631522"/>
                <a:ext cx="94320" cy="14256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01D59859-2036-9EF7-B5F3-8B369AECF9B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313300" y="625402"/>
                  <a:ext cx="106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3" name="インク 92">
                  <a:extLst>
                    <a:ext uri="{FF2B5EF4-FFF2-40B4-BE49-F238E27FC236}">
                      <a16:creationId xmlns:a16="http://schemas.microsoft.com/office/drawing/2014/main" id="{C74839C7-1011-AA78-746A-A349E660CE33}"/>
                    </a:ext>
                  </a:extLst>
                </p14:cNvPr>
                <p14:cNvContentPartPr/>
                <p14:nvPr/>
              </p14:nvContentPartPr>
              <p14:xfrm>
                <a:off x="8393580" y="677962"/>
                <a:ext cx="40320" cy="76680"/>
              </p14:xfrm>
            </p:contentPart>
          </mc:Choice>
          <mc:Fallback xmlns="">
            <p:pic>
              <p:nvPicPr>
                <p:cNvPr id="93" name="インク 92">
                  <a:extLst>
                    <a:ext uri="{FF2B5EF4-FFF2-40B4-BE49-F238E27FC236}">
                      <a16:creationId xmlns:a16="http://schemas.microsoft.com/office/drawing/2014/main" id="{C74839C7-1011-AA78-746A-A349E660CE3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87460" y="671842"/>
                  <a:ext cx="52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61C58259-AC2E-21D8-C05E-AABD91FA993C}"/>
                    </a:ext>
                  </a:extLst>
                </p14:cNvPr>
                <p14:cNvContentPartPr/>
                <p14:nvPr/>
              </p14:nvContentPartPr>
              <p14:xfrm>
                <a:off x="8466300" y="674722"/>
                <a:ext cx="132840" cy="9720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61C58259-AC2E-21D8-C05E-AABD91FA993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460180" y="668602"/>
                  <a:ext cx="1450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935FC698-C784-1E92-25C4-85AF20685745}"/>
                    </a:ext>
                  </a:extLst>
                </p14:cNvPr>
                <p14:cNvContentPartPr/>
                <p14:nvPr/>
              </p14:nvContentPartPr>
              <p14:xfrm>
                <a:off x="8542260" y="682282"/>
                <a:ext cx="48960" cy="2484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935FC698-C784-1E92-25C4-85AF2068574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536140" y="676162"/>
                  <a:ext cx="61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C32C9D4C-723D-E753-9FB4-15882F7B1C00}"/>
                    </a:ext>
                  </a:extLst>
                </p14:cNvPr>
                <p14:cNvContentPartPr/>
                <p14:nvPr/>
              </p14:nvContentPartPr>
              <p14:xfrm>
                <a:off x="8666820" y="568162"/>
                <a:ext cx="27000" cy="13572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C32C9D4C-723D-E753-9FB4-15882F7B1C0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60700" y="562042"/>
                  <a:ext cx="392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F819EF47-092B-86F6-4F13-87AAF20AAD24}"/>
                    </a:ext>
                  </a:extLst>
                </p14:cNvPr>
                <p14:cNvContentPartPr/>
                <p14:nvPr/>
              </p14:nvContentPartPr>
              <p14:xfrm>
                <a:off x="8676540" y="516682"/>
                <a:ext cx="223920" cy="25704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F819EF47-092B-86F6-4F13-87AAF20AAD2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670420" y="510562"/>
                  <a:ext cx="236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8" name="インク 97">
                  <a:extLst>
                    <a:ext uri="{FF2B5EF4-FFF2-40B4-BE49-F238E27FC236}">
                      <a16:creationId xmlns:a16="http://schemas.microsoft.com/office/drawing/2014/main" id="{56444F23-6574-425A-5B8E-E07B3C5011EB}"/>
                    </a:ext>
                  </a:extLst>
                </p14:cNvPr>
                <p14:cNvContentPartPr/>
                <p14:nvPr/>
              </p14:nvContentPartPr>
              <p14:xfrm>
                <a:off x="8708220" y="604882"/>
                <a:ext cx="122040" cy="33120"/>
              </p14:xfrm>
            </p:contentPart>
          </mc:Choice>
          <mc:Fallback xmlns="">
            <p:pic>
              <p:nvPicPr>
                <p:cNvPr id="98" name="インク 97">
                  <a:extLst>
                    <a:ext uri="{FF2B5EF4-FFF2-40B4-BE49-F238E27FC236}">
                      <a16:creationId xmlns:a16="http://schemas.microsoft.com/office/drawing/2014/main" id="{56444F23-6574-425A-5B8E-E07B3C5011E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702100" y="598762"/>
                  <a:ext cx="1342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9" name="インク 98">
                  <a:extLst>
                    <a:ext uri="{FF2B5EF4-FFF2-40B4-BE49-F238E27FC236}">
                      <a16:creationId xmlns:a16="http://schemas.microsoft.com/office/drawing/2014/main" id="{3FA5C512-BF7E-B5A8-281D-B73DD06BB544}"/>
                    </a:ext>
                  </a:extLst>
                </p14:cNvPr>
                <p14:cNvContentPartPr/>
                <p14:nvPr/>
              </p14:nvContentPartPr>
              <p14:xfrm>
                <a:off x="8728020" y="660682"/>
                <a:ext cx="83880" cy="15480"/>
              </p14:xfrm>
            </p:contentPart>
          </mc:Choice>
          <mc:Fallback xmlns="">
            <p:pic>
              <p:nvPicPr>
                <p:cNvPr id="99" name="インク 98">
                  <a:extLst>
                    <a:ext uri="{FF2B5EF4-FFF2-40B4-BE49-F238E27FC236}">
                      <a16:creationId xmlns:a16="http://schemas.microsoft.com/office/drawing/2014/main" id="{3FA5C512-BF7E-B5A8-281D-B73DD06BB54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721900" y="654562"/>
                  <a:ext cx="96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0" name="インク 99">
                  <a:extLst>
                    <a:ext uri="{FF2B5EF4-FFF2-40B4-BE49-F238E27FC236}">
                      <a16:creationId xmlns:a16="http://schemas.microsoft.com/office/drawing/2014/main" id="{F959B922-8392-46A3-1B13-6482EA92AF80}"/>
                    </a:ext>
                  </a:extLst>
                </p14:cNvPr>
                <p14:cNvContentPartPr/>
                <p14:nvPr/>
              </p14:nvContentPartPr>
              <p14:xfrm>
                <a:off x="8734140" y="520642"/>
                <a:ext cx="38520" cy="214920"/>
              </p14:xfrm>
            </p:contentPart>
          </mc:Choice>
          <mc:Fallback xmlns="">
            <p:pic>
              <p:nvPicPr>
                <p:cNvPr id="100" name="インク 99">
                  <a:extLst>
                    <a:ext uri="{FF2B5EF4-FFF2-40B4-BE49-F238E27FC236}">
                      <a16:creationId xmlns:a16="http://schemas.microsoft.com/office/drawing/2014/main" id="{F959B922-8392-46A3-1B13-6482EA92AF8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728020" y="514522"/>
                  <a:ext cx="50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3" name="インク 102">
                  <a:extLst>
                    <a:ext uri="{FF2B5EF4-FFF2-40B4-BE49-F238E27FC236}">
                      <a16:creationId xmlns:a16="http://schemas.microsoft.com/office/drawing/2014/main" id="{AB669DCF-3380-AC72-6C64-02AEDE29D836}"/>
                    </a:ext>
                  </a:extLst>
                </p14:cNvPr>
                <p14:cNvContentPartPr/>
                <p14:nvPr/>
              </p14:nvContentPartPr>
              <p14:xfrm>
                <a:off x="9006300" y="618922"/>
                <a:ext cx="55080" cy="28440"/>
              </p14:xfrm>
            </p:contentPart>
          </mc:Choice>
          <mc:Fallback xmlns="">
            <p:pic>
              <p:nvPicPr>
                <p:cNvPr id="103" name="インク 102">
                  <a:extLst>
                    <a:ext uri="{FF2B5EF4-FFF2-40B4-BE49-F238E27FC236}">
                      <a16:creationId xmlns:a16="http://schemas.microsoft.com/office/drawing/2014/main" id="{AB669DCF-3380-AC72-6C64-02AEDE29D83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000180" y="612802"/>
                  <a:ext cx="67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4" name="インク 103">
                  <a:extLst>
                    <a:ext uri="{FF2B5EF4-FFF2-40B4-BE49-F238E27FC236}">
                      <a16:creationId xmlns:a16="http://schemas.microsoft.com/office/drawing/2014/main" id="{EF115FD1-3911-1144-B444-76B63AD386E5}"/>
                    </a:ext>
                  </a:extLst>
                </p14:cNvPr>
                <p14:cNvContentPartPr/>
                <p14:nvPr/>
              </p14:nvContentPartPr>
              <p14:xfrm>
                <a:off x="9128340" y="589042"/>
                <a:ext cx="35280" cy="97200"/>
              </p14:xfrm>
            </p:contentPart>
          </mc:Choice>
          <mc:Fallback xmlns="">
            <p:pic>
              <p:nvPicPr>
                <p:cNvPr id="104" name="インク 103">
                  <a:extLst>
                    <a:ext uri="{FF2B5EF4-FFF2-40B4-BE49-F238E27FC236}">
                      <a16:creationId xmlns:a16="http://schemas.microsoft.com/office/drawing/2014/main" id="{EF115FD1-3911-1144-B444-76B63AD386E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122220" y="582922"/>
                  <a:ext cx="47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5" name="インク 104">
                  <a:extLst>
                    <a:ext uri="{FF2B5EF4-FFF2-40B4-BE49-F238E27FC236}">
                      <a16:creationId xmlns:a16="http://schemas.microsoft.com/office/drawing/2014/main" id="{C7A14A69-10EA-7F8E-B599-EFB28DED5F30}"/>
                    </a:ext>
                  </a:extLst>
                </p14:cNvPr>
                <p14:cNvContentPartPr/>
                <p14:nvPr/>
              </p14:nvContentPartPr>
              <p14:xfrm>
                <a:off x="9241740" y="581122"/>
                <a:ext cx="120960" cy="80280"/>
              </p14:xfrm>
            </p:contentPart>
          </mc:Choice>
          <mc:Fallback xmlns="">
            <p:pic>
              <p:nvPicPr>
                <p:cNvPr id="105" name="インク 104">
                  <a:extLst>
                    <a:ext uri="{FF2B5EF4-FFF2-40B4-BE49-F238E27FC236}">
                      <a16:creationId xmlns:a16="http://schemas.microsoft.com/office/drawing/2014/main" id="{C7A14A69-10EA-7F8E-B599-EFB28DED5F3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235620" y="575002"/>
                  <a:ext cx="133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EAACFABD-953E-2D10-E775-7DE0061C23DB}"/>
                    </a:ext>
                  </a:extLst>
                </p14:cNvPr>
                <p14:cNvContentPartPr/>
                <p14:nvPr/>
              </p14:nvContentPartPr>
              <p14:xfrm>
                <a:off x="9458460" y="348922"/>
                <a:ext cx="63720" cy="50616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EAACFABD-953E-2D10-E775-7DE0061C23D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452340" y="342802"/>
                  <a:ext cx="7596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7" name="インク 106">
                  <a:extLst>
                    <a:ext uri="{FF2B5EF4-FFF2-40B4-BE49-F238E27FC236}">
                      <a16:creationId xmlns:a16="http://schemas.microsoft.com/office/drawing/2014/main" id="{A829B926-0AA5-3FF1-8221-F6D5DBF54A11}"/>
                    </a:ext>
                  </a:extLst>
                </p14:cNvPr>
                <p14:cNvContentPartPr/>
                <p14:nvPr/>
              </p14:nvContentPartPr>
              <p14:xfrm>
                <a:off x="9505980" y="627202"/>
                <a:ext cx="144000" cy="19080"/>
              </p14:xfrm>
            </p:contentPart>
          </mc:Choice>
          <mc:Fallback xmlns="">
            <p:pic>
              <p:nvPicPr>
                <p:cNvPr id="107" name="インク 106">
                  <a:extLst>
                    <a:ext uri="{FF2B5EF4-FFF2-40B4-BE49-F238E27FC236}">
                      <a16:creationId xmlns:a16="http://schemas.microsoft.com/office/drawing/2014/main" id="{A829B926-0AA5-3FF1-8221-F6D5DBF54A1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499860" y="621082"/>
                  <a:ext cx="15624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グループ化 118">
            <a:extLst>
              <a:ext uri="{FF2B5EF4-FFF2-40B4-BE49-F238E27FC236}">
                <a16:creationId xmlns:a16="http://schemas.microsoft.com/office/drawing/2014/main" id="{B71DE681-1534-ADA5-E312-5411439C6294}"/>
              </a:ext>
            </a:extLst>
          </p:cNvPr>
          <p:cNvGrpSpPr/>
          <p:nvPr/>
        </p:nvGrpSpPr>
        <p:grpSpPr>
          <a:xfrm>
            <a:off x="8884620" y="3321802"/>
            <a:ext cx="1266840" cy="374760"/>
            <a:chOff x="8884620" y="3321802"/>
            <a:chExt cx="126684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A8BC37A3-3F2F-D8FA-9980-A32DA825D1E9}"/>
                    </a:ext>
                  </a:extLst>
                </p14:cNvPr>
                <p14:cNvContentPartPr/>
                <p14:nvPr/>
              </p14:nvContentPartPr>
              <p14:xfrm>
                <a:off x="8884620" y="3354202"/>
                <a:ext cx="169920" cy="14688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A8BC37A3-3F2F-D8FA-9980-A32DA825D1E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878500" y="3348082"/>
                  <a:ext cx="182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10" name="インク 109">
                  <a:extLst>
                    <a:ext uri="{FF2B5EF4-FFF2-40B4-BE49-F238E27FC236}">
                      <a16:creationId xmlns:a16="http://schemas.microsoft.com/office/drawing/2014/main" id="{5CC9BA02-A121-B09D-26C9-482C3D516D73}"/>
                    </a:ext>
                  </a:extLst>
                </p14:cNvPr>
                <p14:cNvContentPartPr/>
                <p14:nvPr/>
              </p14:nvContentPartPr>
              <p14:xfrm>
                <a:off x="9106380" y="3369322"/>
                <a:ext cx="68040" cy="242280"/>
              </p14:xfrm>
            </p:contentPart>
          </mc:Choice>
          <mc:Fallback xmlns="">
            <p:pic>
              <p:nvPicPr>
                <p:cNvPr id="110" name="インク 109">
                  <a:extLst>
                    <a:ext uri="{FF2B5EF4-FFF2-40B4-BE49-F238E27FC236}">
                      <a16:creationId xmlns:a16="http://schemas.microsoft.com/office/drawing/2014/main" id="{5CC9BA02-A121-B09D-26C9-482C3D516D7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100260" y="3363202"/>
                  <a:ext cx="80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0F7C774B-6017-7BC8-4EDC-B363F01D1E7D}"/>
                    </a:ext>
                  </a:extLst>
                </p14:cNvPr>
                <p14:cNvContentPartPr/>
                <p14:nvPr/>
              </p14:nvContentPartPr>
              <p14:xfrm>
                <a:off x="9140580" y="3370042"/>
                <a:ext cx="370800" cy="12132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0F7C774B-6017-7BC8-4EDC-B363F01D1E7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134460" y="3363922"/>
                  <a:ext cx="383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A59B926F-F51A-88E6-CA5E-16FF41A08051}"/>
                    </a:ext>
                  </a:extLst>
                </p14:cNvPr>
                <p14:cNvContentPartPr/>
                <p14:nvPr/>
              </p14:nvContentPartPr>
              <p14:xfrm>
                <a:off x="9568980" y="3388402"/>
                <a:ext cx="93600" cy="11232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A59B926F-F51A-88E6-CA5E-16FF41A0805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562860" y="3382282"/>
                  <a:ext cx="105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3" name="インク 112">
                  <a:extLst>
                    <a:ext uri="{FF2B5EF4-FFF2-40B4-BE49-F238E27FC236}">
                      <a16:creationId xmlns:a16="http://schemas.microsoft.com/office/drawing/2014/main" id="{D576A69B-8DCC-5B48-93DE-C2A0D198FCE2}"/>
                    </a:ext>
                  </a:extLst>
                </p14:cNvPr>
                <p14:cNvContentPartPr/>
                <p14:nvPr/>
              </p14:nvContentPartPr>
              <p14:xfrm>
                <a:off x="9711180" y="3370762"/>
                <a:ext cx="97920" cy="7920"/>
              </p14:xfrm>
            </p:contentPart>
          </mc:Choice>
          <mc:Fallback xmlns="">
            <p:pic>
              <p:nvPicPr>
                <p:cNvPr id="113" name="インク 112">
                  <a:extLst>
                    <a:ext uri="{FF2B5EF4-FFF2-40B4-BE49-F238E27FC236}">
                      <a16:creationId xmlns:a16="http://schemas.microsoft.com/office/drawing/2014/main" id="{D576A69B-8DCC-5B48-93DE-C2A0D198FCE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705060" y="3364642"/>
                  <a:ext cx="1101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1AAB4333-B87C-0FD4-E3F1-06A72FD6AE24}"/>
                    </a:ext>
                  </a:extLst>
                </p14:cNvPr>
                <p14:cNvContentPartPr/>
                <p14:nvPr/>
              </p14:nvContentPartPr>
              <p14:xfrm>
                <a:off x="9742500" y="3321802"/>
                <a:ext cx="47160" cy="16956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1AAB4333-B87C-0FD4-E3F1-06A72FD6AE2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736380" y="3315682"/>
                  <a:ext cx="59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5" name="インク 114">
                  <a:extLst>
                    <a:ext uri="{FF2B5EF4-FFF2-40B4-BE49-F238E27FC236}">
                      <a16:creationId xmlns:a16="http://schemas.microsoft.com/office/drawing/2014/main" id="{75DB6195-4F12-D85F-816E-EEB85FC7E834}"/>
                    </a:ext>
                  </a:extLst>
                </p14:cNvPr>
                <p14:cNvContentPartPr/>
                <p14:nvPr/>
              </p14:nvContentPartPr>
              <p14:xfrm>
                <a:off x="9873180" y="3330442"/>
                <a:ext cx="30960" cy="25560"/>
              </p14:xfrm>
            </p:contentPart>
          </mc:Choice>
          <mc:Fallback xmlns="">
            <p:pic>
              <p:nvPicPr>
                <p:cNvPr id="115" name="インク 114">
                  <a:extLst>
                    <a:ext uri="{FF2B5EF4-FFF2-40B4-BE49-F238E27FC236}">
                      <a16:creationId xmlns:a16="http://schemas.microsoft.com/office/drawing/2014/main" id="{75DB6195-4F12-D85F-816E-EEB85FC7E83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867060" y="3324322"/>
                  <a:ext cx="43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6" name="インク 115">
                  <a:extLst>
                    <a:ext uri="{FF2B5EF4-FFF2-40B4-BE49-F238E27FC236}">
                      <a16:creationId xmlns:a16="http://schemas.microsoft.com/office/drawing/2014/main" id="{896BBB02-AADB-7F21-A37F-70321B764835}"/>
                    </a:ext>
                  </a:extLst>
                </p14:cNvPr>
                <p14:cNvContentPartPr/>
                <p14:nvPr/>
              </p14:nvContentPartPr>
              <p14:xfrm>
                <a:off x="9869580" y="3425482"/>
                <a:ext cx="8640" cy="74880"/>
              </p14:xfrm>
            </p:contentPart>
          </mc:Choice>
          <mc:Fallback xmlns="">
            <p:pic>
              <p:nvPicPr>
                <p:cNvPr id="116" name="インク 115">
                  <a:extLst>
                    <a:ext uri="{FF2B5EF4-FFF2-40B4-BE49-F238E27FC236}">
                      <a16:creationId xmlns:a16="http://schemas.microsoft.com/office/drawing/2014/main" id="{896BBB02-AADB-7F21-A37F-70321B76483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863460" y="3419362"/>
                  <a:ext cx="208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7" name="インク 116">
                  <a:extLst>
                    <a:ext uri="{FF2B5EF4-FFF2-40B4-BE49-F238E27FC236}">
                      <a16:creationId xmlns:a16="http://schemas.microsoft.com/office/drawing/2014/main" id="{3BA1A773-4509-E91D-C52D-332B1AAFE323}"/>
                    </a:ext>
                  </a:extLst>
                </p14:cNvPr>
                <p14:cNvContentPartPr/>
                <p14:nvPr/>
              </p14:nvContentPartPr>
              <p14:xfrm>
                <a:off x="9945900" y="3397402"/>
                <a:ext cx="106200" cy="91080"/>
              </p14:xfrm>
            </p:contentPart>
          </mc:Choice>
          <mc:Fallback xmlns="">
            <p:pic>
              <p:nvPicPr>
                <p:cNvPr id="117" name="インク 116">
                  <a:extLst>
                    <a:ext uri="{FF2B5EF4-FFF2-40B4-BE49-F238E27FC236}">
                      <a16:creationId xmlns:a16="http://schemas.microsoft.com/office/drawing/2014/main" id="{3BA1A773-4509-E91D-C52D-332B1AAFE32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939780" y="3391282"/>
                  <a:ext cx="118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8" name="インク 117">
                  <a:extLst>
                    <a:ext uri="{FF2B5EF4-FFF2-40B4-BE49-F238E27FC236}">
                      <a16:creationId xmlns:a16="http://schemas.microsoft.com/office/drawing/2014/main" id="{ADB9952E-E491-1CDF-B2E9-428816859440}"/>
                    </a:ext>
                  </a:extLst>
                </p14:cNvPr>
                <p14:cNvContentPartPr/>
                <p14:nvPr/>
              </p14:nvContentPartPr>
              <p14:xfrm>
                <a:off x="10058580" y="3386602"/>
                <a:ext cx="92880" cy="309960"/>
              </p14:xfrm>
            </p:contentPart>
          </mc:Choice>
          <mc:Fallback xmlns="">
            <p:pic>
              <p:nvPicPr>
                <p:cNvPr id="118" name="インク 117">
                  <a:extLst>
                    <a:ext uri="{FF2B5EF4-FFF2-40B4-BE49-F238E27FC236}">
                      <a16:creationId xmlns:a16="http://schemas.microsoft.com/office/drawing/2014/main" id="{ADB9952E-E491-1CDF-B2E9-42881685944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052460" y="3380482"/>
                  <a:ext cx="10512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B68BC318-4A2F-DA60-FC7D-FE38E1F0CD48}"/>
              </a:ext>
            </a:extLst>
          </p:cNvPr>
          <p:cNvGrpSpPr/>
          <p:nvPr/>
        </p:nvGrpSpPr>
        <p:grpSpPr>
          <a:xfrm>
            <a:off x="10372140" y="3237562"/>
            <a:ext cx="860040" cy="394200"/>
            <a:chOff x="10372140" y="3237562"/>
            <a:chExt cx="86004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20" name="インク 119">
                  <a:extLst>
                    <a:ext uri="{FF2B5EF4-FFF2-40B4-BE49-F238E27FC236}">
                      <a16:creationId xmlns:a16="http://schemas.microsoft.com/office/drawing/2014/main" id="{75F4908F-4DE9-44E6-5986-86469F6869A5}"/>
                    </a:ext>
                  </a:extLst>
                </p14:cNvPr>
                <p14:cNvContentPartPr/>
                <p14:nvPr/>
              </p14:nvContentPartPr>
              <p14:xfrm>
                <a:off x="10372140" y="3314962"/>
                <a:ext cx="122760" cy="133560"/>
              </p14:xfrm>
            </p:contentPart>
          </mc:Choice>
          <mc:Fallback xmlns="">
            <p:pic>
              <p:nvPicPr>
                <p:cNvPr id="120" name="インク 119">
                  <a:extLst>
                    <a:ext uri="{FF2B5EF4-FFF2-40B4-BE49-F238E27FC236}">
                      <a16:creationId xmlns:a16="http://schemas.microsoft.com/office/drawing/2014/main" id="{75F4908F-4DE9-44E6-5986-86469F6869A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366020" y="3308842"/>
                  <a:ext cx="135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1" name="インク 120">
                  <a:extLst>
                    <a:ext uri="{FF2B5EF4-FFF2-40B4-BE49-F238E27FC236}">
                      <a16:creationId xmlns:a16="http://schemas.microsoft.com/office/drawing/2014/main" id="{E768BDBB-2E10-E5BC-5E91-DA1E5CDA8D0B}"/>
                    </a:ext>
                  </a:extLst>
                </p14:cNvPr>
                <p14:cNvContentPartPr/>
                <p14:nvPr/>
              </p14:nvContentPartPr>
              <p14:xfrm>
                <a:off x="10497780" y="3300922"/>
                <a:ext cx="136440" cy="330840"/>
              </p14:xfrm>
            </p:contentPart>
          </mc:Choice>
          <mc:Fallback xmlns="">
            <p:pic>
              <p:nvPicPr>
                <p:cNvPr id="121" name="インク 120">
                  <a:extLst>
                    <a:ext uri="{FF2B5EF4-FFF2-40B4-BE49-F238E27FC236}">
                      <a16:creationId xmlns:a16="http://schemas.microsoft.com/office/drawing/2014/main" id="{E768BDBB-2E10-E5BC-5E91-DA1E5CDA8D0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491660" y="3294802"/>
                  <a:ext cx="1486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2" name="インク 121">
                  <a:extLst>
                    <a:ext uri="{FF2B5EF4-FFF2-40B4-BE49-F238E27FC236}">
                      <a16:creationId xmlns:a16="http://schemas.microsoft.com/office/drawing/2014/main" id="{7E8FBEDC-7A9D-69B8-1C93-668156CCDB3B}"/>
                    </a:ext>
                  </a:extLst>
                </p14:cNvPr>
                <p14:cNvContentPartPr/>
                <p14:nvPr/>
              </p14:nvContentPartPr>
              <p14:xfrm>
                <a:off x="10675260" y="3324322"/>
                <a:ext cx="96120" cy="114840"/>
              </p14:xfrm>
            </p:contentPart>
          </mc:Choice>
          <mc:Fallback xmlns="">
            <p:pic>
              <p:nvPicPr>
                <p:cNvPr id="122" name="インク 121">
                  <a:extLst>
                    <a:ext uri="{FF2B5EF4-FFF2-40B4-BE49-F238E27FC236}">
                      <a16:creationId xmlns:a16="http://schemas.microsoft.com/office/drawing/2014/main" id="{7E8FBEDC-7A9D-69B8-1C93-668156CCDB3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669140" y="3318202"/>
                  <a:ext cx="108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3" name="インク 122">
                  <a:extLst>
                    <a:ext uri="{FF2B5EF4-FFF2-40B4-BE49-F238E27FC236}">
                      <a16:creationId xmlns:a16="http://schemas.microsoft.com/office/drawing/2014/main" id="{CFC5DB49-B776-4397-E799-DB38C313DBCD}"/>
                    </a:ext>
                  </a:extLst>
                </p14:cNvPr>
                <p14:cNvContentPartPr/>
                <p14:nvPr/>
              </p14:nvContentPartPr>
              <p14:xfrm>
                <a:off x="10781100" y="3282562"/>
                <a:ext cx="100440" cy="20520"/>
              </p14:xfrm>
            </p:contentPart>
          </mc:Choice>
          <mc:Fallback xmlns="">
            <p:pic>
              <p:nvPicPr>
                <p:cNvPr id="123" name="インク 122">
                  <a:extLst>
                    <a:ext uri="{FF2B5EF4-FFF2-40B4-BE49-F238E27FC236}">
                      <a16:creationId xmlns:a16="http://schemas.microsoft.com/office/drawing/2014/main" id="{CFC5DB49-B776-4397-E799-DB38C313DBC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774980" y="3276442"/>
                  <a:ext cx="112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4" name="インク 123">
                  <a:extLst>
                    <a:ext uri="{FF2B5EF4-FFF2-40B4-BE49-F238E27FC236}">
                      <a16:creationId xmlns:a16="http://schemas.microsoft.com/office/drawing/2014/main" id="{F7665E33-377E-A1C7-561D-5C3E26009D60}"/>
                    </a:ext>
                  </a:extLst>
                </p14:cNvPr>
                <p14:cNvContentPartPr/>
                <p14:nvPr/>
              </p14:nvContentPartPr>
              <p14:xfrm>
                <a:off x="10823940" y="3237562"/>
                <a:ext cx="40680" cy="167400"/>
              </p14:xfrm>
            </p:contentPart>
          </mc:Choice>
          <mc:Fallback xmlns="">
            <p:pic>
              <p:nvPicPr>
                <p:cNvPr id="124" name="インク 123">
                  <a:extLst>
                    <a:ext uri="{FF2B5EF4-FFF2-40B4-BE49-F238E27FC236}">
                      <a16:creationId xmlns:a16="http://schemas.microsoft.com/office/drawing/2014/main" id="{F7665E33-377E-A1C7-561D-5C3E26009D6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817820" y="3231442"/>
                  <a:ext cx="52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5" name="インク 124">
                  <a:extLst>
                    <a:ext uri="{FF2B5EF4-FFF2-40B4-BE49-F238E27FC236}">
                      <a16:creationId xmlns:a16="http://schemas.microsoft.com/office/drawing/2014/main" id="{1F28CE1B-8A22-85CD-1C75-1195DA0DB3E1}"/>
                    </a:ext>
                  </a:extLst>
                </p14:cNvPr>
                <p14:cNvContentPartPr/>
                <p14:nvPr/>
              </p14:nvContentPartPr>
              <p14:xfrm>
                <a:off x="10926540" y="3301282"/>
                <a:ext cx="95040" cy="124920"/>
              </p14:xfrm>
            </p:contentPart>
          </mc:Choice>
          <mc:Fallback xmlns="">
            <p:pic>
              <p:nvPicPr>
                <p:cNvPr id="125" name="インク 124">
                  <a:extLst>
                    <a:ext uri="{FF2B5EF4-FFF2-40B4-BE49-F238E27FC236}">
                      <a16:creationId xmlns:a16="http://schemas.microsoft.com/office/drawing/2014/main" id="{1F28CE1B-8A22-85CD-1C75-1195DA0DB3E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920420" y="3295162"/>
                  <a:ext cx="107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6" name="インク 125">
                  <a:extLst>
                    <a:ext uri="{FF2B5EF4-FFF2-40B4-BE49-F238E27FC236}">
                      <a16:creationId xmlns:a16="http://schemas.microsoft.com/office/drawing/2014/main" id="{DEBD6096-29B7-EBE8-A793-FABB76A2BB57}"/>
                    </a:ext>
                  </a:extLst>
                </p14:cNvPr>
                <p14:cNvContentPartPr/>
                <p14:nvPr/>
              </p14:nvContentPartPr>
              <p14:xfrm>
                <a:off x="11068380" y="3270322"/>
                <a:ext cx="163800" cy="139320"/>
              </p14:xfrm>
            </p:contentPart>
          </mc:Choice>
          <mc:Fallback xmlns="">
            <p:pic>
              <p:nvPicPr>
                <p:cNvPr id="126" name="インク 125">
                  <a:extLst>
                    <a:ext uri="{FF2B5EF4-FFF2-40B4-BE49-F238E27FC236}">
                      <a16:creationId xmlns:a16="http://schemas.microsoft.com/office/drawing/2014/main" id="{DEBD6096-29B7-EBE8-A793-FABB76A2BB5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062260" y="3264202"/>
                  <a:ext cx="17604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D0D49E03-02DC-226B-D531-DD810146319D}"/>
              </a:ext>
            </a:extLst>
          </p:cNvPr>
          <p:cNvGrpSpPr/>
          <p:nvPr/>
        </p:nvGrpSpPr>
        <p:grpSpPr>
          <a:xfrm>
            <a:off x="5256900" y="199162"/>
            <a:ext cx="1235880" cy="595080"/>
            <a:chOff x="5256900" y="199162"/>
            <a:chExt cx="1235880" cy="59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8" name="インク 127">
                  <a:extLst>
                    <a:ext uri="{FF2B5EF4-FFF2-40B4-BE49-F238E27FC236}">
                      <a16:creationId xmlns:a16="http://schemas.microsoft.com/office/drawing/2014/main" id="{FB503E6A-9D5C-84AD-F524-6F18506761E9}"/>
                    </a:ext>
                  </a:extLst>
                </p14:cNvPr>
                <p14:cNvContentPartPr/>
                <p14:nvPr/>
              </p14:nvContentPartPr>
              <p14:xfrm>
                <a:off x="5280300" y="386362"/>
                <a:ext cx="36000" cy="106920"/>
              </p14:xfrm>
            </p:contentPart>
          </mc:Choice>
          <mc:Fallback xmlns="">
            <p:pic>
              <p:nvPicPr>
                <p:cNvPr id="128" name="インク 127">
                  <a:extLst>
                    <a:ext uri="{FF2B5EF4-FFF2-40B4-BE49-F238E27FC236}">
                      <a16:creationId xmlns:a16="http://schemas.microsoft.com/office/drawing/2014/main" id="{FB503E6A-9D5C-84AD-F524-6F18506761E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74180" y="380242"/>
                  <a:ext cx="48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9" name="インク 128">
                  <a:extLst>
                    <a:ext uri="{FF2B5EF4-FFF2-40B4-BE49-F238E27FC236}">
                      <a16:creationId xmlns:a16="http://schemas.microsoft.com/office/drawing/2014/main" id="{54A3B05B-3F86-4AEA-0AE5-99BF9113A82F}"/>
                    </a:ext>
                  </a:extLst>
                </p14:cNvPr>
                <p14:cNvContentPartPr/>
                <p14:nvPr/>
              </p14:nvContentPartPr>
              <p14:xfrm>
                <a:off x="5309100" y="295282"/>
                <a:ext cx="154800" cy="211680"/>
              </p14:xfrm>
            </p:contentPart>
          </mc:Choice>
          <mc:Fallback xmlns="">
            <p:pic>
              <p:nvPicPr>
                <p:cNvPr id="129" name="インク 128">
                  <a:extLst>
                    <a:ext uri="{FF2B5EF4-FFF2-40B4-BE49-F238E27FC236}">
                      <a16:creationId xmlns:a16="http://schemas.microsoft.com/office/drawing/2014/main" id="{54A3B05B-3F86-4AEA-0AE5-99BF9113A82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302980" y="289162"/>
                  <a:ext cx="1670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30" name="インク 129">
                  <a:extLst>
                    <a:ext uri="{FF2B5EF4-FFF2-40B4-BE49-F238E27FC236}">
                      <a16:creationId xmlns:a16="http://schemas.microsoft.com/office/drawing/2014/main" id="{10739991-0424-8F9B-F13C-A93FDBB0A861}"/>
                    </a:ext>
                  </a:extLst>
                </p14:cNvPr>
                <p14:cNvContentPartPr/>
                <p14:nvPr/>
              </p14:nvContentPartPr>
              <p14:xfrm>
                <a:off x="5367780" y="346042"/>
                <a:ext cx="18000" cy="129600"/>
              </p14:xfrm>
            </p:contentPart>
          </mc:Choice>
          <mc:Fallback xmlns="">
            <p:pic>
              <p:nvPicPr>
                <p:cNvPr id="130" name="インク 129">
                  <a:extLst>
                    <a:ext uri="{FF2B5EF4-FFF2-40B4-BE49-F238E27FC236}">
                      <a16:creationId xmlns:a16="http://schemas.microsoft.com/office/drawing/2014/main" id="{10739991-0424-8F9B-F13C-A93FDBB0A86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361660" y="339922"/>
                  <a:ext cx="302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1" name="インク 130">
                  <a:extLst>
                    <a:ext uri="{FF2B5EF4-FFF2-40B4-BE49-F238E27FC236}">
                      <a16:creationId xmlns:a16="http://schemas.microsoft.com/office/drawing/2014/main" id="{FD534397-0CD8-F251-C99D-ECE07CD14D3C}"/>
                    </a:ext>
                  </a:extLst>
                </p14:cNvPr>
                <p14:cNvContentPartPr/>
                <p14:nvPr/>
              </p14:nvContentPartPr>
              <p14:xfrm>
                <a:off x="5329620" y="383482"/>
                <a:ext cx="95400" cy="27000"/>
              </p14:xfrm>
            </p:contentPart>
          </mc:Choice>
          <mc:Fallback xmlns="">
            <p:pic>
              <p:nvPicPr>
                <p:cNvPr id="131" name="インク 130">
                  <a:extLst>
                    <a:ext uri="{FF2B5EF4-FFF2-40B4-BE49-F238E27FC236}">
                      <a16:creationId xmlns:a16="http://schemas.microsoft.com/office/drawing/2014/main" id="{FD534397-0CD8-F251-C99D-ECE07CD14D3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23500" y="377362"/>
                  <a:ext cx="107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2" name="インク 131">
                  <a:extLst>
                    <a:ext uri="{FF2B5EF4-FFF2-40B4-BE49-F238E27FC236}">
                      <a16:creationId xmlns:a16="http://schemas.microsoft.com/office/drawing/2014/main" id="{5A33C811-97F3-D750-C997-3374511ED885}"/>
                    </a:ext>
                  </a:extLst>
                </p14:cNvPr>
                <p14:cNvContentPartPr/>
                <p14:nvPr/>
              </p14:nvContentPartPr>
              <p14:xfrm>
                <a:off x="5336100" y="472762"/>
                <a:ext cx="80280" cy="38160"/>
              </p14:xfrm>
            </p:contentPart>
          </mc:Choice>
          <mc:Fallback xmlns="">
            <p:pic>
              <p:nvPicPr>
                <p:cNvPr id="132" name="インク 131">
                  <a:extLst>
                    <a:ext uri="{FF2B5EF4-FFF2-40B4-BE49-F238E27FC236}">
                      <a16:creationId xmlns:a16="http://schemas.microsoft.com/office/drawing/2014/main" id="{5A33C811-97F3-D750-C997-3374511ED88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329980" y="466642"/>
                  <a:ext cx="92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33" name="インク 132">
                  <a:extLst>
                    <a:ext uri="{FF2B5EF4-FFF2-40B4-BE49-F238E27FC236}">
                      <a16:creationId xmlns:a16="http://schemas.microsoft.com/office/drawing/2014/main" id="{3DFAC12D-384C-650D-25EA-D8D9FC594D18}"/>
                    </a:ext>
                  </a:extLst>
                </p14:cNvPr>
                <p14:cNvContentPartPr/>
                <p14:nvPr/>
              </p14:nvContentPartPr>
              <p14:xfrm>
                <a:off x="5478300" y="200602"/>
                <a:ext cx="107640" cy="264960"/>
              </p14:xfrm>
            </p:contentPart>
          </mc:Choice>
          <mc:Fallback xmlns="">
            <p:pic>
              <p:nvPicPr>
                <p:cNvPr id="133" name="インク 132">
                  <a:extLst>
                    <a:ext uri="{FF2B5EF4-FFF2-40B4-BE49-F238E27FC236}">
                      <a16:creationId xmlns:a16="http://schemas.microsoft.com/office/drawing/2014/main" id="{3DFAC12D-384C-650D-25EA-D8D9FC594D1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472180" y="194482"/>
                  <a:ext cx="119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4" name="インク 133">
                  <a:extLst>
                    <a:ext uri="{FF2B5EF4-FFF2-40B4-BE49-F238E27FC236}">
                      <a16:creationId xmlns:a16="http://schemas.microsoft.com/office/drawing/2014/main" id="{61E1F469-6945-F765-B393-9C3CE9A5B766}"/>
                    </a:ext>
                  </a:extLst>
                </p14:cNvPr>
                <p14:cNvContentPartPr/>
                <p14:nvPr/>
              </p14:nvContentPartPr>
              <p14:xfrm>
                <a:off x="5497020" y="355762"/>
                <a:ext cx="252360" cy="41400"/>
              </p14:xfrm>
            </p:contentPart>
          </mc:Choice>
          <mc:Fallback xmlns="">
            <p:pic>
              <p:nvPicPr>
                <p:cNvPr id="134" name="インク 133">
                  <a:extLst>
                    <a:ext uri="{FF2B5EF4-FFF2-40B4-BE49-F238E27FC236}">
                      <a16:creationId xmlns:a16="http://schemas.microsoft.com/office/drawing/2014/main" id="{61E1F469-6945-F765-B393-9C3CE9A5B76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490900" y="349642"/>
                  <a:ext cx="264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5" name="インク 134">
                  <a:extLst>
                    <a:ext uri="{FF2B5EF4-FFF2-40B4-BE49-F238E27FC236}">
                      <a16:creationId xmlns:a16="http://schemas.microsoft.com/office/drawing/2014/main" id="{5A70826C-6E7D-7BDB-45D0-98B173837351}"/>
                    </a:ext>
                  </a:extLst>
                </p14:cNvPr>
                <p14:cNvContentPartPr/>
                <p14:nvPr/>
              </p14:nvContentPartPr>
              <p14:xfrm>
                <a:off x="5526540" y="454762"/>
                <a:ext cx="185760" cy="88560"/>
              </p14:xfrm>
            </p:contentPart>
          </mc:Choice>
          <mc:Fallback xmlns="">
            <p:pic>
              <p:nvPicPr>
                <p:cNvPr id="135" name="インク 134">
                  <a:extLst>
                    <a:ext uri="{FF2B5EF4-FFF2-40B4-BE49-F238E27FC236}">
                      <a16:creationId xmlns:a16="http://schemas.microsoft.com/office/drawing/2014/main" id="{5A70826C-6E7D-7BDB-45D0-98B17383735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520420" y="448642"/>
                  <a:ext cx="198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6" name="インク 135">
                  <a:extLst>
                    <a:ext uri="{FF2B5EF4-FFF2-40B4-BE49-F238E27FC236}">
                      <a16:creationId xmlns:a16="http://schemas.microsoft.com/office/drawing/2014/main" id="{5A5BF753-4156-2F92-0624-50771BE372C3}"/>
                    </a:ext>
                  </a:extLst>
                </p14:cNvPr>
                <p14:cNvContentPartPr/>
                <p14:nvPr/>
              </p14:nvContentPartPr>
              <p14:xfrm>
                <a:off x="5635980" y="557722"/>
                <a:ext cx="61920" cy="15120"/>
              </p14:xfrm>
            </p:contentPart>
          </mc:Choice>
          <mc:Fallback xmlns="">
            <p:pic>
              <p:nvPicPr>
                <p:cNvPr id="136" name="インク 135">
                  <a:extLst>
                    <a:ext uri="{FF2B5EF4-FFF2-40B4-BE49-F238E27FC236}">
                      <a16:creationId xmlns:a16="http://schemas.microsoft.com/office/drawing/2014/main" id="{5A5BF753-4156-2F92-0624-50771BE372C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629860" y="551602"/>
                  <a:ext cx="74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7DD4C81E-5927-4C52-83BD-D6EBA158F7E6}"/>
                    </a:ext>
                  </a:extLst>
                </p14:cNvPr>
                <p14:cNvContentPartPr/>
                <p14:nvPr/>
              </p14:nvContentPartPr>
              <p14:xfrm>
                <a:off x="5866020" y="253882"/>
                <a:ext cx="54360" cy="6336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7DD4C81E-5927-4C52-83BD-D6EBA158F7E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859900" y="247762"/>
                  <a:ext cx="66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DC40C9EB-4BBD-56FB-66D1-86A99F33E1B1}"/>
                    </a:ext>
                  </a:extLst>
                </p14:cNvPr>
                <p14:cNvContentPartPr/>
                <p14:nvPr/>
              </p14:nvContentPartPr>
              <p14:xfrm>
                <a:off x="5750820" y="344962"/>
                <a:ext cx="227880" cy="9000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DC40C9EB-4BBD-56FB-66D1-86A99F33E1B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744700" y="338842"/>
                  <a:ext cx="240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9" name="インク 138">
                  <a:extLst>
                    <a:ext uri="{FF2B5EF4-FFF2-40B4-BE49-F238E27FC236}">
                      <a16:creationId xmlns:a16="http://schemas.microsoft.com/office/drawing/2014/main" id="{4B12302D-B931-240E-C7B3-DB708A3543CB}"/>
                    </a:ext>
                  </a:extLst>
                </p14:cNvPr>
                <p14:cNvContentPartPr/>
                <p14:nvPr/>
              </p14:nvContentPartPr>
              <p14:xfrm>
                <a:off x="5916060" y="340282"/>
                <a:ext cx="46800" cy="218160"/>
              </p14:xfrm>
            </p:contentPart>
          </mc:Choice>
          <mc:Fallback xmlns="">
            <p:pic>
              <p:nvPicPr>
                <p:cNvPr id="139" name="インク 138">
                  <a:extLst>
                    <a:ext uri="{FF2B5EF4-FFF2-40B4-BE49-F238E27FC236}">
                      <a16:creationId xmlns:a16="http://schemas.microsoft.com/office/drawing/2014/main" id="{4B12302D-B931-240E-C7B3-DB708A3543C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909940" y="334162"/>
                  <a:ext cx="59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0" name="インク 139">
                  <a:extLst>
                    <a:ext uri="{FF2B5EF4-FFF2-40B4-BE49-F238E27FC236}">
                      <a16:creationId xmlns:a16="http://schemas.microsoft.com/office/drawing/2014/main" id="{9DC9D7CF-5C8F-1260-E8A3-0D06E255AE97}"/>
                    </a:ext>
                  </a:extLst>
                </p14:cNvPr>
                <p14:cNvContentPartPr/>
                <p14:nvPr/>
              </p14:nvContentPartPr>
              <p14:xfrm>
                <a:off x="5846220" y="481762"/>
                <a:ext cx="33120" cy="27720"/>
              </p14:xfrm>
            </p:contentPart>
          </mc:Choice>
          <mc:Fallback xmlns="">
            <p:pic>
              <p:nvPicPr>
                <p:cNvPr id="140" name="インク 139">
                  <a:extLst>
                    <a:ext uri="{FF2B5EF4-FFF2-40B4-BE49-F238E27FC236}">
                      <a16:creationId xmlns:a16="http://schemas.microsoft.com/office/drawing/2014/main" id="{9DC9D7CF-5C8F-1260-E8A3-0D06E255AE9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840100" y="475642"/>
                  <a:ext cx="45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1DE95700-14C4-1B76-69C9-C1BE77A2FD1D}"/>
                    </a:ext>
                  </a:extLst>
                </p14:cNvPr>
                <p14:cNvContentPartPr/>
                <p14:nvPr/>
              </p14:nvContentPartPr>
              <p14:xfrm>
                <a:off x="5926140" y="474202"/>
                <a:ext cx="71280" cy="360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1DE95700-14C4-1B76-69C9-C1BE77A2FD1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920020" y="468082"/>
                  <a:ext cx="835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2" name="インク 141">
                  <a:extLst>
                    <a:ext uri="{FF2B5EF4-FFF2-40B4-BE49-F238E27FC236}">
                      <a16:creationId xmlns:a16="http://schemas.microsoft.com/office/drawing/2014/main" id="{6BCE4F49-07E7-F89C-C864-3F764F7A65F2}"/>
                    </a:ext>
                  </a:extLst>
                </p14:cNvPr>
                <p14:cNvContentPartPr/>
                <p14:nvPr/>
              </p14:nvContentPartPr>
              <p14:xfrm>
                <a:off x="5993460" y="199162"/>
                <a:ext cx="136440" cy="122040"/>
              </p14:xfrm>
            </p:contentPart>
          </mc:Choice>
          <mc:Fallback xmlns="">
            <p:pic>
              <p:nvPicPr>
                <p:cNvPr id="142" name="インク 141">
                  <a:extLst>
                    <a:ext uri="{FF2B5EF4-FFF2-40B4-BE49-F238E27FC236}">
                      <a16:creationId xmlns:a16="http://schemas.microsoft.com/office/drawing/2014/main" id="{6BCE4F49-07E7-F89C-C864-3F764F7A65F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987340" y="193042"/>
                  <a:ext cx="148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3" name="インク 142">
                  <a:extLst>
                    <a:ext uri="{FF2B5EF4-FFF2-40B4-BE49-F238E27FC236}">
                      <a16:creationId xmlns:a16="http://schemas.microsoft.com/office/drawing/2014/main" id="{3C015CA9-802E-688C-7962-A3B63974A241}"/>
                    </a:ext>
                  </a:extLst>
                </p14:cNvPr>
                <p14:cNvContentPartPr/>
                <p14:nvPr/>
              </p14:nvContentPartPr>
              <p14:xfrm>
                <a:off x="6094980" y="296002"/>
                <a:ext cx="35280" cy="223560"/>
              </p14:xfrm>
            </p:contentPart>
          </mc:Choice>
          <mc:Fallback xmlns="">
            <p:pic>
              <p:nvPicPr>
                <p:cNvPr id="143" name="インク 142">
                  <a:extLst>
                    <a:ext uri="{FF2B5EF4-FFF2-40B4-BE49-F238E27FC236}">
                      <a16:creationId xmlns:a16="http://schemas.microsoft.com/office/drawing/2014/main" id="{3C015CA9-802E-688C-7962-A3B63974A24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088860" y="289882"/>
                  <a:ext cx="47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4" name="インク 143">
                  <a:extLst>
                    <a:ext uri="{FF2B5EF4-FFF2-40B4-BE49-F238E27FC236}">
                      <a16:creationId xmlns:a16="http://schemas.microsoft.com/office/drawing/2014/main" id="{669EFB15-830B-2CB4-1F3F-56E6BBFA0693}"/>
                    </a:ext>
                  </a:extLst>
                </p14:cNvPr>
                <p14:cNvContentPartPr/>
                <p14:nvPr/>
              </p14:nvContentPartPr>
              <p14:xfrm>
                <a:off x="6038460" y="408682"/>
                <a:ext cx="22680" cy="76680"/>
              </p14:xfrm>
            </p:contentPart>
          </mc:Choice>
          <mc:Fallback xmlns="">
            <p:pic>
              <p:nvPicPr>
                <p:cNvPr id="144" name="インク 143">
                  <a:extLst>
                    <a:ext uri="{FF2B5EF4-FFF2-40B4-BE49-F238E27FC236}">
                      <a16:creationId xmlns:a16="http://schemas.microsoft.com/office/drawing/2014/main" id="{669EFB15-830B-2CB4-1F3F-56E6BBFA069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32340" y="402562"/>
                  <a:ext cx="34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5" name="インク 144">
                  <a:extLst>
                    <a:ext uri="{FF2B5EF4-FFF2-40B4-BE49-F238E27FC236}">
                      <a16:creationId xmlns:a16="http://schemas.microsoft.com/office/drawing/2014/main" id="{CF902A80-2B25-89A3-85CF-22DF30DF261A}"/>
                    </a:ext>
                  </a:extLst>
                </p14:cNvPr>
                <p14:cNvContentPartPr/>
                <p14:nvPr/>
              </p14:nvContentPartPr>
              <p14:xfrm>
                <a:off x="6213420" y="419122"/>
                <a:ext cx="84240" cy="65520"/>
              </p14:xfrm>
            </p:contentPart>
          </mc:Choice>
          <mc:Fallback xmlns="">
            <p:pic>
              <p:nvPicPr>
                <p:cNvPr id="145" name="インク 144">
                  <a:extLst>
                    <a:ext uri="{FF2B5EF4-FFF2-40B4-BE49-F238E27FC236}">
                      <a16:creationId xmlns:a16="http://schemas.microsoft.com/office/drawing/2014/main" id="{CF902A80-2B25-89A3-85CF-22DF30DF261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07300" y="413002"/>
                  <a:ext cx="96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FA0BD0B2-B093-B50C-898C-C38E67C016D9}"/>
                    </a:ext>
                  </a:extLst>
                </p14:cNvPr>
                <p14:cNvContentPartPr/>
                <p14:nvPr/>
              </p14:nvContentPartPr>
              <p14:xfrm>
                <a:off x="5256900" y="587242"/>
                <a:ext cx="1235880" cy="20700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FA0BD0B2-B093-B50C-898C-C38E67C016D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250780" y="581122"/>
                  <a:ext cx="12481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グループ化 169">
            <a:extLst>
              <a:ext uri="{FF2B5EF4-FFF2-40B4-BE49-F238E27FC236}">
                <a16:creationId xmlns:a16="http://schemas.microsoft.com/office/drawing/2014/main" id="{1EAA1481-CE09-1545-E5E1-6D0E4CBE5706}"/>
              </a:ext>
            </a:extLst>
          </p:cNvPr>
          <p:cNvGrpSpPr/>
          <p:nvPr/>
        </p:nvGrpSpPr>
        <p:grpSpPr>
          <a:xfrm>
            <a:off x="1177709" y="581412"/>
            <a:ext cx="684720" cy="363240"/>
            <a:chOff x="1177709" y="581412"/>
            <a:chExt cx="68472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67" name="インク 166">
                  <a:extLst>
                    <a:ext uri="{FF2B5EF4-FFF2-40B4-BE49-F238E27FC236}">
                      <a16:creationId xmlns:a16="http://schemas.microsoft.com/office/drawing/2014/main" id="{0F3CD0BB-7063-1EFC-D523-98ED48AAC719}"/>
                    </a:ext>
                  </a:extLst>
                </p14:cNvPr>
                <p14:cNvContentPartPr/>
                <p14:nvPr/>
              </p14:nvContentPartPr>
              <p14:xfrm>
                <a:off x="1177709" y="581412"/>
                <a:ext cx="91440" cy="363240"/>
              </p14:xfrm>
            </p:contentPart>
          </mc:Choice>
          <mc:Fallback xmlns="">
            <p:pic>
              <p:nvPicPr>
                <p:cNvPr id="167" name="インク 166">
                  <a:extLst>
                    <a:ext uri="{FF2B5EF4-FFF2-40B4-BE49-F238E27FC236}">
                      <a16:creationId xmlns:a16="http://schemas.microsoft.com/office/drawing/2014/main" id="{0F3CD0BB-7063-1EFC-D523-98ED48AAC71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69069" y="572412"/>
                  <a:ext cx="109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68" name="インク 167">
                  <a:extLst>
                    <a:ext uri="{FF2B5EF4-FFF2-40B4-BE49-F238E27FC236}">
                      <a16:creationId xmlns:a16="http://schemas.microsoft.com/office/drawing/2014/main" id="{ECD24660-25D7-24C6-306F-6B67389E765B}"/>
                    </a:ext>
                  </a:extLst>
                </p14:cNvPr>
                <p14:cNvContentPartPr/>
                <p14:nvPr/>
              </p14:nvContentPartPr>
              <p14:xfrm>
                <a:off x="1410989" y="609852"/>
                <a:ext cx="108720" cy="270360"/>
              </p14:xfrm>
            </p:contentPart>
          </mc:Choice>
          <mc:Fallback xmlns="">
            <p:pic>
              <p:nvPicPr>
                <p:cNvPr id="168" name="インク 167">
                  <a:extLst>
                    <a:ext uri="{FF2B5EF4-FFF2-40B4-BE49-F238E27FC236}">
                      <a16:creationId xmlns:a16="http://schemas.microsoft.com/office/drawing/2014/main" id="{ECD24660-25D7-24C6-306F-6B67389E765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401989" y="601212"/>
                  <a:ext cx="126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69" name="インク 168">
                  <a:extLst>
                    <a:ext uri="{FF2B5EF4-FFF2-40B4-BE49-F238E27FC236}">
                      <a16:creationId xmlns:a16="http://schemas.microsoft.com/office/drawing/2014/main" id="{677D0FAC-F4C9-727C-8D8A-6D7F6CFBE15D}"/>
                    </a:ext>
                  </a:extLst>
                </p14:cNvPr>
                <p14:cNvContentPartPr/>
                <p14:nvPr/>
              </p14:nvContentPartPr>
              <p14:xfrm>
                <a:off x="1660109" y="691572"/>
                <a:ext cx="202320" cy="48240"/>
              </p14:xfrm>
            </p:contentPart>
          </mc:Choice>
          <mc:Fallback xmlns="">
            <p:pic>
              <p:nvPicPr>
                <p:cNvPr id="169" name="インク 168">
                  <a:extLst>
                    <a:ext uri="{FF2B5EF4-FFF2-40B4-BE49-F238E27FC236}">
                      <a16:creationId xmlns:a16="http://schemas.microsoft.com/office/drawing/2014/main" id="{677D0FAC-F4C9-727C-8D8A-6D7F6CFBE15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651469" y="682932"/>
                  <a:ext cx="2199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グループ化 181">
            <a:extLst>
              <a:ext uri="{FF2B5EF4-FFF2-40B4-BE49-F238E27FC236}">
                <a16:creationId xmlns:a16="http://schemas.microsoft.com/office/drawing/2014/main" id="{1284AAE2-54E7-3DEC-B939-F411B9DCCE54}"/>
              </a:ext>
            </a:extLst>
          </p:cNvPr>
          <p:cNvGrpSpPr/>
          <p:nvPr/>
        </p:nvGrpSpPr>
        <p:grpSpPr>
          <a:xfrm>
            <a:off x="2071949" y="447492"/>
            <a:ext cx="1707840" cy="617400"/>
            <a:chOff x="2071949" y="447492"/>
            <a:chExt cx="1707840" cy="6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71" name="インク 170">
                  <a:extLst>
                    <a:ext uri="{FF2B5EF4-FFF2-40B4-BE49-F238E27FC236}">
                      <a16:creationId xmlns:a16="http://schemas.microsoft.com/office/drawing/2014/main" id="{E8FD0881-9081-2CFB-12FF-FF0EBA185B9C}"/>
                    </a:ext>
                  </a:extLst>
                </p14:cNvPr>
                <p14:cNvContentPartPr/>
                <p14:nvPr/>
              </p14:nvContentPartPr>
              <p14:xfrm>
                <a:off x="2071949" y="447492"/>
                <a:ext cx="67680" cy="524160"/>
              </p14:xfrm>
            </p:contentPart>
          </mc:Choice>
          <mc:Fallback xmlns="">
            <p:pic>
              <p:nvPicPr>
                <p:cNvPr id="171" name="インク 170">
                  <a:extLst>
                    <a:ext uri="{FF2B5EF4-FFF2-40B4-BE49-F238E27FC236}">
                      <a16:creationId xmlns:a16="http://schemas.microsoft.com/office/drawing/2014/main" id="{E8FD0881-9081-2CFB-12FF-FF0EBA185B9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063309" y="438492"/>
                  <a:ext cx="853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72" name="インク 171">
                  <a:extLst>
                    <a:ext uri="{FF2B5EF4-FFF2-40B4-BE49-F238E27FC236}">
                      <a16:creationId xmlns:a16="http://schemas.microsoft.com/office/drawing/2014/main" id="{FC73C43E-1C24-F410-8601-7290EB9BB6A0}"/>
                    </a:ext>
                  </a:extLst>
                </p14:cNvPr>
                <p14:cNvContentPartPr/>
                <p14:nvPr/>
              </p14:nvContentPartPr>
              <p14:xfrm>
                <a:off x="2113349" y="734772"/>
                <a:ext cx="205920" cy="69840"/>
              </p14:xfrm>
            </p:contentPart>
          </mc:Choice>
          <mc:Fallback xmlns="">
            <p:pic>
              <p:nvPicPr>
                <p:cNvPr id="172" name="インク 171">
                  <a:extLst>
                    <a:ext uri="{FF2B5EF4-FFF2-40B4-BE49-F238E27FC236}">
                      <a16:creationId xmlns:a16="http://schemas.microsoft.com/office/drawing/2014/main" id="{FC73C43E-1C24-F410-8601-7290EB9BB6A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104709" y="726132"/>
                  <a:ext cx="2235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73" name="インク 172">
                  <a:extLst>
                    <a:ext uri="{FF2B5EF4-FFF2-40B4-BE49-F238E27FC236}">
                      <a16:creationId xmlns:a16="http://schemas.microsoft.com/office/drawing/2014/main" id="{BBF99126-FAD7-2EDC-0E07-4E35437AE07A}"/>
                    </a:ext>
                  </a:extLst>
                </p14:cNvPr>
                <p14:cNvContentPartPr/>
                <p14:nvPr/>
              </p14:nvContentPartPr>
              <p14:xfrm>
                <a:off x="2245829" y="579972"/>
                <a:ext cx="59400" cy="46800"/>
              </p14:xfrm>
            </p:contentPart>
          </mc:Choice>
          <mc:Fallback xmlns="">
            <p:pic>
              <p:nvPicPr>
                <p:cNvPr id="173" name="インク 172">
                  <a:extLst>
                    <a:ext uri="{FF2B5EF4-FFF2-40B4-BE49-F238E27FC236}">
                      <a16:creationId xmlns:a16="http://schemas.microsoft.com/office/drawing/2014/main" id="{BBF99126-FAD7-2EDC-0E07-4E35437AE07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236829" y="571332"/>
                  <a:ext cx="77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74" name="インク 173">
                  <a:extLst>
                    <a:ext uri="{FF2B5EF4-FFF2-40B4-BE49-F238E27FC236}">
                      <a16:creationId xmlns:a16="http://schemas.microsoft.com/office/drawing/2014/main" id="{A5960621-C932-D757-9D63-4686D1180BED}"/>
                    </a:ext>
                  </a:extLst>
                </p14:cNvPr>
                <p14:cNvContentPartPr/>
                <p14:nvPr/>
              </p14:nvContentPartPr>
              <p14:xfrm>
                <a:off x="2319269" y="559092"/>
                <a:ext cx="54360" cy="45720"/>
              </p14:xfrm>
            </p:contentPart>
          </mc:Choice>
          <mc:Fallback xmlns="">
            <p:pic>
              <p:nvPicPr>
                <p:cNvPr id="174" name="インク 173">
                  <a:extLst>
                    <a:ext uri="{FF2B5EF4-FFF2-40B4-BE49-F238E27FC236}">
                      <a16:creationId xmlns:a16="http://schemas.microsoft.com/office/drawing/2014/main" id="{A5960621-C932-D757-9D63-4686D1180BE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310629" y="550092"/>
                  <a:ext cx="72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75" name="インク 174">
                  <a:extLst>
                    <a:ext uri="{FF2B5EF4-FFF2-40B4-BE49-F238E27FC236}">
                      <a16:creationId xmlns:a16="http://schemas.microsoft.com/office/drawing/2014/main" id="{223696B1-C0D3-5394-213D-9ABAE7B67789}"/>
                    </a:ext>
                  </a:extLst>
                </p14:cNvPr>
                <p14:cNvContentPartPr/>
                <p14:nvPr/>
              </p14:nvContentPartPr>
              <p14:xfrm>
                <a:off x="2536709" y="526332"/>
                <a:ext cx="30240" cy="1908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223696B1-C0D3-5394-213D-9ABAE7B6778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528069" y="517692"/>
                  <a:ext cx="47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0541EE9B-DC66-DDC7-D572-B4EE1492E3DE}"/>
                    </a:ext>
                  </a:extLst>
                </p14:cNvPr>
                <p14:cNvContentPartPr/>
                <p14:nvPr/>
              </p14:nvContentPartPr>
              <p14:xfrm>
                <a:off x="2601509" y="620652"/>
                <a:ext cx="307800" cy="250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0541EE9B-DC66-DDC7-D572-B4EE1492E3D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592869" y="611652"/>
                  <a:ext cx="325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77" name="インク 176">
                  <a:extLst>
                    <a:ext uri="{FF2B5EF4-FFF2-40B4-BE49-F238E27FC236}">
                      <a16:creationId xmlns:a16="http://schemas.microsoft.com/office/drawing/2014/main" id="{B68208DF-9512-CACC-3553-124739E5D9FF}"/>
                    </a:ext>
                  </a:extLst>
                </p14:cNvPr>
                <p14:cNvContentPartPr/>
                <p14:nvPr/>
              </p14:nvContentPartPr>
              <p14:xfrm>
                <a:off x="2740469" y="468732"/>
                <a:ext cx="10080" cy="105120"/>
              </p14:xfrm>
            </p:contentPart>
          </mc:Choice>
          <mc:Fallback xmlns="">
            <p:pic>
              <p:nvPicPr>
                <p:cNvPr id="177" name="インク 176">
                  <a:extLst>
                    <a:ext uri="{FF2B5EF4-FFF2-40B4-BE49-F238E27FC236}">
                      <a16:creationId xmlns:a16="http://schemas.microsoft.com/office/drawing/2014/main" id="{B68208DF-9512-CACC-3553-124739E5D9F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731469" y="459732"/>
                  <a:ext cx="27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78" name="インク 177">
                  <a:extLst>
                    <a:ext uri="{FF2B5EF4-FFF2-40B4-BE49-F238E27FC236}">
                      <a16:creationId xmlns:a16="http://schemas.microsoft.com/office/drawing/2014/main" id="{5B7053EF-11C7-6CCE-B1BD-8FE74CD6862E}"/>
                    </a:ext>
                  </a:extLst>
                </p14:cNvPr>
                <p14:cNvContentPartPr/>
                <p14:nvPr/>
              </p14:nvContentPartPr>
              <p14:xfrm>
                <a:off x="3042869" y="701652"/>
                <a:ext cx="156240" cy="20520"/>
              </p14:xfrm>
            </p:contentPart>
          </mc:Choice>
          <mc:Fallback xmlns="">
            <p:pic>
              <p:nvPicPr>
                <p:cNvPr id="178" name="インク 177">
                  <a:extLst>
                    <a:ext uri="{FF2B5EF4-FFF2-40B4-BE49-F238E27FC236}">
                      <a16:creationId xmlns:a16="http://schemas.microsoft.com/office/drawing/2014/main" id="{5B7053EF-11C7-6CCE-B1BD-8FE74CD6862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033869" y="692652"/>
                  <a:ext cx="173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79" name="インク 178">
                  <a:extLst>
                    <a:ext uri="{FF2B5EF4-FFF2-40B4-BE49-F238E27FC236}">
                      <a16:creationId xmlns:a16="http://schemas.microsoft.com/office/drawing/2014/main" id="{00C9D3E9-BA3D-3501-2EF3-046D1BFEA59B}"/>
                    </a:ext>
                  </a:extLst>
                </p14:cNvPr>
                <p14:cNvContentPartPr/>
                <p14:nvPr/>
              </p14:nvContentPartPr>
              <p14:xfrm>
                <a:off x="3078149" y="733332"/>
                <a:ext cx="185760" cy="162720"/>
              </p14:xfrm>
            </p:contentPart>
          </mc:Choice>
          <mc:Fallback xmlns="">
            <p:pic>
              <p:nvPicPr>
                <p:cNvPr id="179" name="インク 178">
                  <a:extLst>
                    <a:ext uri="{FF2B5EF4-FFF2-40B4-BE49-F238E27FC236}">
                      <a16:creationId xmlns:a16="http://schemas.microsoft.com/office/drawing/2014/main" id="{00C9D3E9-BA3D-3501-2EF3-046D1BFEA59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069149" y="724332"/>
                  <a:ext cx="203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0" name="インク 179">
                  <a:extLst>
                    <a:ext uri="{FF2B5EF4-FFF2-40B4-BE49-F238E27FC236}">
                      <a16:creationId xmlns:a16="http://schemas.microsoft.com/office/drawing/2014/main" id="{16AA98A8-27C6-7DB4-9FC6-646C27B0F1B0}"/>
                    </a:ext>
                  </a:extLst>
                </p14:cNvPr>
                <p14:cNvContentPartPr/>
                <p14:nvPr/>
              </p14:nvContentPartPr>
              <p14:xfrm>
                <a:off x="3410789" y="529572"/>
                <a:ext cx="369000" cy="219600"/>
              </p14:xfrm>
            </p:contentPart>
          </mc:Choice>
          <mc:Fallback xmlns="">
            <p:pic>
              <p:nvPicPr>
                <p:cNvPr id="180" name="インク 179">
                  <a:extLst>
                    <a:ext uri="{FF2B5EF4-FFF2-40B4-BE49-F238E27FC236}">
                      <a16:creationId xmlns:a16="http://schemas.microsoft.com/office/drawing/2014/main" id="{16AA98A8-27C6-7DB4-9FC6-646C27B0F1B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402149" y="520932"/>
                  <a:ext cx="3866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1" name="インク 180">
                  <a:extLst>
                    <a:ext uri="{FF2B5EF4-FFF2-40B4-BE49-F238E27FC236}">
                      <a16:creationId xmlns:a16="http://schemas.microsoft.com/office/drawing/2014/main" id="{49A9F773-82E0-B944-4A8D-922EFB8EF85A}"/>
                    </a:ext>
                  </a:extLst>
                </p14:cNvPr>
                <p14:cNvContentPartPr/>
                <p14:nvPr/>
              </p14:nvContentPartPr>
              <p14:xfrm>
                <a:off x="3520229" y="702732"/>
                <a:ext cx="119160" cy="362160"/>
              </p14:xfrm>
            </p:contentPart>
          </mc:Choice>
          <mc:Fallback xmlns="">
            <p:pic>
              <p:nvPicPr>
                <p:cNvPr id="181" name="インク 180">
                  <a:extLst>
                    <a:ext uri="{FF2B5EF4-FFF2-40B4-BE49-F238E27FC236}">
                      <a16:creationId xmlns:a16="http://schemas.microsoft.com/office/drawing/2014/main" id="{49A9F773-82E0-B944-4A8D-922EFB8EF85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511589" y="694092"/>
                  <a:ext cx="136800" cy="37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83" name="インク 182">
                <a:extLst>
                  <a:ext uri="{FF2B5EF4-FFF2-40B4-BE49-F238E27FC236}">
                    <a16:creationId xmlns:a16="http://schemas.microsoft.com/office/drawing/2014/main" id="{79C7A56A-F148-8113-B412-A6F775E03AC7}"/>
                  </a:ext>
                </a:extLst>
              </p14:cNvPr>
              <p14:cNvContentPartPr/>
              <p14:nvPr/>
            </p14:nvContentPartPr>
            <p14:xfrm>
              <a:off x="482189" y="5084652"/>
              <a:ext cx="401400" cy="169200"/>
            </p14:xfrm>
          </p:contentPart>
        </mc:Choice>
        <mc:Fallback xmlns="">
          <p:pic>
            <p:nvPicPr>
              <p:cNvPr id="183" name="インク 182">
                <a:extLst>
                  <a:ext uri="{FF2B5EF4-FFF2-40B4-BE49-F238E27FC236}">
                    <a16:creationId xmlns:a16="http://schemas.microsoft.com/office/drawing/2014/main" id="{79C7A56A-F148-8113-B412-A6F775E03AC7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473189" y="5075652"/>
                <a:ext cx="4190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84" name="インク 183">
                <a:extLst>
                  <a:ext uri="{FF2B5EF4-FFF2-40B4-BE49-F238E27FC236}">
                    <a16:creationId xmlns:a16="http://schemas.microsoft.com/office/drawing/2014/main" id="{D8C9D4AF-330C-87E8-37A0-471B7B9E50C0}"/>
                  </a:ext>
                </a:extLst>
              </p14:cNvPr>
              <p14:cNvContentPartPr/>
              <p14:nvPr/>
            </p14:nvContentPartPr>
            <p14:xfrm>
              <a:off x="576509" y="4961532"/>
              <a:ext cx="42840" cy="28440"/>
            </p14:xfrm>
          </p:contentPart>
        </mc:Choice>
        <mc:Fallback xmlns="">
          <p:pic>
            <p:nvPicPr>
              <p:cNvPr id="184" name="インク 183">
                <a:extLst>
                  <a:ext uri="{FF2B5EF4-FFF2-40B4-BE49-F238E27FC236}">
                    <a16:creationId xmlns:a16="http://schemas.microsoft.com/office/drawing/2014/main" id="{D8C9D4AF-330C-87E8-37A0-471B7B9E50C0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567869" y="4952892"/>
                <a:ext cx="604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85" name="インク 184">
                <a:extLst>
                  <a:ext uri="{FF2B5EF4-FFF2-40B4-BE49-F238E27FC236}">
                    <a16:creationId xmlns:a16="http://schemas.microsoft.com/office/drawing/2014/main" id="{3B4FEB48-3231-27A2-9E2E-75D05844A1A4}"/>
                  </a:ext>
                </a:extLst>
              </p14:cNvPr>
              <p14:cNvContentPartPr/>
              <p14:nvPr/>
            </p14:nvContentPartPr>
            <p14:xfrm>
              <a:off x="953429" y="5083932"/>
              <a:ext cx="11160" cy="306720"/>
            </p14:xfrm>
          </p:contentPart>
        </mc:Choice>
        <mc:Fallback xmlns="">
          <p:pic>
            <p:nvPicPr>
              <p:cNvPr id="185" name="インク 184">
                <a:extLst>
                  <a:ext uri="{FF2B5EF4-FFF2-40B4-BE49-F238E27FC236}">
                    <a16:creationId xmlns:a16="http://schemas.microsoft.com/office/drawing/2014/main" id="{3B4FEB48-3231-27A2-9E2E-75D05844A1A4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944429" y="5075292"/>
                <a:ext cx="2880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86" name="インク 185">
                <a:extLst>
                  <a:ext uri="{FF2B5EF4-FFF2-40B4-BE49-F238E27FC236}">
                    <a16:creationId xmlns:a16="http://schemas.microsoft.com/office/drawing/2014/main" id="{2E56973E-C14E-89D6-3C86-8E156964B89C}"/>
                  </a:ext>
                </a:extLst>
              </p14:cNvPr>
              <p14:cNvContentPartPr/>
              <p14:nvPr/>
            </p14:nvContentPartPr>
            <p14:xfrm>
              <a:off x="965309" y="5086452"/>
              <a:ext cx="88920" cy="129240"/>
            </p14:xfrm>
          </p:contentPart>
        </mc:Choice>
        <mc:Fallback xmlns="">
          <p:pic>
            <p:nvPicPr>
              <p:cNvPr id="186" name="インク 185">
                <a:extLst>
                  <a:ext uri="{FF2B5EF4-FFF2-40B4-BE49-F238E27FC236}">
                    <a16:creationId xmlns:a16="http://schemas.microsoft.com/office/drawing/2014/main" id="{2E56973E-C14E-89D6-3C86-8E156964B89C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956309" y="5077812"/>
                <a:ext cx="1065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87" name="インク 186">
                <a:extLst>
                  <a:ext uri="{FF2B5EF4-FFF2-40B4-BE49-F238E27FC236}">
                    <a16:creationId xmlns:a16="http://schemas.microsoft.com/office/drawing/2014/main" id="{A2DA27B8-8089-D2E0-65B6-2C00FDDAC4F3}"/>
                  </a:ext>
                </a:extLst>
              </p14:cNvPr>
              <p14:cNvContentPartPr/>
              <p14:nvPr/>
            </p14:nvContentPartPr>
            <p14:xfrm>
              <a:off x="1146029" y="5081772"/>
              <a:ext cx="133920" cy="157680"/>
            </p14:xfrm>
          </p:contentPart>
        </mc:Choice>
        <mc:Fallback xmlns="">
          <p:pic>
            <p:nvPicPr>
              <p:cNvPr id="187" name="インク 186">
                <a:extLst>
                  <a:ext uri="{FF2B5EF4-FFF2-40B4-BE49-F238E27FC236}">
                    <a16:creationId xmlns:a16="http://schemas.microsoft.com/office/drawing/2014/main" id="{A2DA27B8-8089-D2E0-65B6-2C00FDDAC4F3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1137389" y="5073132"/>
                <a:ext cx="1515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88" name="インク 187">
                <a:extLst>
                  <a:ext uri="{FF2B5EF4-FFF2-40B4-BE49-F238E27FC236}">
                    <a16:creationId xmlns:a16="http://schemas.microsoft.com/office/drawing/2014/main" id="{86E81ECD-5449-B0DD-0FB2-E87B6AAF84A0}"/>
                  </a:ext>
                </a:extLst>
              </p14:cNvPr>
              <p14:cNvContentPartPr/>
              <p14:nvPr/>
            </p14:nvContentPartPr>
            <p14:xfrm>
              <a:off x="1344029" y="5025252"/>
              <a:ext cx="162720" cy="40680"/>
            </p14:xfrm>
          </p:contentPart>
        </mc:Choice>
        <mc:Fallback xmlns="">
          <p:pic>
            <p:nvPicPr>
              <p:cNvPr id="188" name="インク 187">
                <a:extLst>
                  <a:ext uri="{FF2B5EF4-FFF2-40B4-BE49-F238E27FC236}">
                    <a16:creationId xmlns:a16="http://schemas.microsoft.com/office/drawing/2014/main" id="{86E81ECD-5449-B0DD-0FB2-E87B6AAF84A0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1335029" y="5016252"/>
                <a:ext cx="1803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89" name="インク 188">
                <a:extLst>
                  <a:ext uri="{FF2B5EF4-FFF2-40B4-BE49-F238E27FC236}">
                    <a16:creationId xmlns:a16="http://schemas.microsoft.com/office/drawing/2014/main" id="{FCC89A82-1CCB-0660-1736-E59EE03C0A36}"/>
                  </a:ext>
                </a:extLst>
              </p14:cNvPr>
              <p14:cNvContentPartPr/>
              <p14:nvPr/>
            </p14:nvContentPartPr>
            <p14:xfrm>
              <a:off x="1436909" y="4937412"/>
              <a:ext cx="135000" cy="301320"/>
            </p14:xfrm>
          </p:contentPart>
        </mc:Choice>
        <mc:Fallback xmlns="">
          <p:pic>
            <p:nvPicPr>
              <p:cNvPr id="189" name="インク 188">
                <a:extLst>
                  <a:ext uri="{FF2B5EF4-FFF2-40B4-BE49-F238E27FC236}">
                    <a16:creationId xmlns:a16="http://schemas.microsoft.com/office/drawing/2014/main" id="{FCC89A82-1CCB-0660-1736-E59EE03C0A36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1428269" y="4928772"/>
                <a:ext cx="152640" cy="31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グループ化 197">
            <a:extLst>
              <a:ext uri="{FF2B5EF4-FFF2-40B4-BE49-F238E27FC236}">
                <a16:creationId xmlns:a16="http://schemas.microsoft.com/office/drawing/2014/main" id="{9449FB9C-4ECE-E570-D5C6-73EE0D048786}"/>
              </a:ext>
            </a:extLst>
          </p:cNvPr>
          <p:cNvGrpSpPr/>
          <p:nvPr/>
        </p:nvGrpSpPr>
        <p:grpSpPr>
          <a:xfrm>
            <a:off x="659309" y="5425572"/>
            <a:ext cx="1256040" cy="295200"/>
            <a:chOff x="659309" y="5425572"/>
            <a:chExt cx="125604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0" name="インク 189">
                  <a:extLst>
                    <a:ext uri="{FF2B5EF4-FFF2-40B4-BE49-F238E27FC236}">
                      <a16:creationId xmlns:a16="http://schemas.microsoft.com/office/drawing/2014/main" id="{A6EC9FF1-77DC-58CD-3824-8ABA6BE96843}"/>
                    </a:ext>
                  </a:extLst>
                </p14:cNvPr>
                <p14:cNvContentPartPr/>
                <p14:nvPr/>
              </p14:nvContentPartPr>
              <p14:xfrm>
                <a:off x="659309" y="5425572"/>
                <a:ext cx="367920" cy="295200"/>
              </p14:xfrm>
            </p:contentPart>
          </mc:Choice>
          <mc:Fallback xmlns="">
            <p:pic>
              <p:nvPicPr>
                <p:cNvPr id="190" name="インク 189">
                  <a:extLst>
                    <a:ext uri="{FF2B5EF4-FFF2-40B4-BE49-F238E27FC236}">
                      <a16:creationId xmlns:a16="http://schemas.microsoft.com/office/drawing/2014/main" id="{A6EC9FF1-77DC-58CD-3824-8ABA6BE9684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50309" y="5416932"/>
                  <a:ext cx="3855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91" name="インク 190">
                  <a:extLst>
                    <a:ext uri="{FF2B5EF4-FFF2-40B4-BE49-F238E27FC236}">
                      <a16:creationId xmlns:a16="http://schemas.microsoft.com/office/drawing/2014/main" id="{BD23BA0B-F654-0B26-C0D1-99ACE9A79D30}"/>
                    </a:ext>
                  </a:extLst>
                </p14:cNvPr>
                <p14:cNvContentPartPr/>
                <p14:nvPr/>
              </p14:nvContentPartPr>
              <p14:xfrm>
                <a:off x="1070789" y="5564892"/>
                <a:ext cx="153360" cy="114120"/>
              </p14:xfrm>
            </p:contentPart>
          </mc:Choice>
          <mc:Fallback xmlns="">
            <p:pic>
              <p:nvPicPr>
                <p:cNvPr id="191" name="インク 190">
                  <a:extLst>
                    <a:ext uri="{FF2B5EF4-FFF2-40B4-BE49-F238E27FC236}">
                      <a16:creationId xmlns:a16="http://schemas.microsoft.com/office/drawing/2014/main" id="{BD23BA0B-F654-0B26-C0D1-99ACE9A79D3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61789" y="5555892"/>
                  <a:ext cx="171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92" name="インク 191">
                  <a:extLst>
                    <a:ext uri="{FF2B5EF4-FFF2-40B4-BE49-F238E27FC236}">
                      <a16:creationId xmlns:a16="http://schemas.microsoft.com/office/drawing/2014/main" id="{122B7C78-38A0-9E1B-823A-9FEA27DB2F73}"/>
                    </a:ext>
                  </a:extLst>
                </p14:cNvPr>
                <p14:cNvContentPartPr/>
                <p14:nvPr/>
              </p14:nvContentPartPr>
              <p14:xfrm>
                <a:off x="1292909" y="5457252"/>
                <a:ext cx="75960" cy="12240"/>
              </p14:xfrm>
            </p:contentPart>
          </mc:Choice>
          <mc:Fallback xmlns="">
            <p:pic>
              <p:nvPicPr>
                <p:cNvPr id="192" name="インク 191">
                  <a:extLst>
                    <a:ext uri="{FF2B5EF4-FFF2-40B4-BE49-F238E27FC236}">
                      <a16:creationId xmlns:a16="http://schemas.microsoft.com/office/drawing/2014/main" id="{122B7C78-38A0-9E1B-823A-9FEA27DB2F7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283909" y="5448612"/>
                  <a:ext cx="93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93" name="インク 192">
                  <a:extLst>
                    <a:ext uri="{FF2B5EF4-FFF2-40B4-BE49-F238E27FC236}">
                      <a16:creationId xmlns:a16="http://schemas.microsoft.com/office/drawing/2014/main" id="{4978FDE3-0D05-68AE-3304-9F5DF8189295}"/>
                    </a:ext>
                  </a:extLst>
                </p14:cNvPr>
                <p14:cNvContentPartPr/>
                <p14:nvPr/>
              </p14:nvContentPartPr>
              <p14:xfrm>
                <a:off x="1329989" y="5538972"/>
                <a:ext cx="12600" cy="148320"/>
              </p14:xfrm>
            </p:contentPart>
          </mc:Choice>
          <mc:Fallback xmlns="">
            <p:pic>
              <p:nvPicPr>
                <p:cNvPr id="193" name="インク 192">
                  <a:extLst>
                    <a:ext uri="{FF2B5EF4-FFF2-40B4-BE49-F238E27FC236}">
                      <a16:creationId xmlns:a16="http://schemas.microsoft.com/office/drawing/2014/main" id="{4978FDE3-0D05-68AE-3304-9F5DF818929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321349" y="5529972"/>
                  <a:ext cx="30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94" name="インク 193">
                  <a:extLst>
                    <a:ext uri="{FF2B5EF4-FFF2-40B4-BE49-F238E27FC236}">
                      <a16:creationId xmlns:a16="http://schemas.microsoft.com/office/drawing/2014/main" id="{3F81E183-6FBF-A5EE-0409-3276DACBC1AA}"/>
                    </a:ext>
                  </a:extLst>
                </p14:cNvPr>
                <p14:cNvContentPartPr/>
                <p14:nvPr/>
              </p14:nvContentPartPr>
              <p14:xfrm>
                <a:off x="1452749" y="5520972"/>
                <a:ext cx="244800" cy="173160"/>
              </p14:xfrm>
            </p:contentPart>
          </mc:Choice>
          <mc:Fallback xmlns="">
            <p:pic>
              <p:nvPicPr>
                <p:cNvPr id="194" name="インク 193">
                  <a:extLst>
                    <a:ext uri="{FF2B5EF4-FFF2-40B4-BE49-F238E27FC236}">
                      <a16:creationId xmlns:a16="http://schemas.microsoft.com/office/drawing/2014/main" id="{3F81E183-6FBF-A5EE-0409-3276DACBC1A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443749" y="5511972"/>
                  <a:ext cx="262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97" name="インク 196">
                  <a:extLst>
                    <a:ext uri="{FF2B5EF4-FFF2-40B4-BE49-F238E27FC236}">
                      <a16:creationId xmlns:a16="http://schemas.microsoft.com/office/drawing/2014/main" id="{F05A5F0E-4525-5023-F4C8-F2AF2136DC3D}"/>
                    </a:ext>
                  </a:extLst>
                </p14:cNvPr>
                <p14:cNvContentPartPr/>
                <p14:nvPr/>
              </p14:nvContentPartPr>
              <p14:xfrm>
                <a:off x="1788269" y="5492172"/>
                <a:ext cx="127080" cy="217800"/>
              </p14:xfrm>
            </p:contentPart>
          </mc:Choice>
          <mc:Fallback xmlns="">
            <p:pic>
              <p:nvPicPr>
                <p:cNvPr id="197" name="インク 196">
                  <a:extLst>
                    <a:ext uri="{FF2B5EF4-FFF2-40B4-BE49-F238E27FC236}">
                      <a16:creationId xmlns:a16="http://schemas.microsoft.com/office/drawing/2014/main" id="{F05A5F0E-4525-5023-F4C8-F2AF2136DC3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779629" y="5483172"/>
                  <a:ext cx="144720" cy="23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8344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E718-6957-B8E8-1449-31C918ED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0E0398-AFE6-33F7-BD65-C8DF2B116B1E}"/>
              </a:ext>
            </a:extLst>
          </p:cNvPr>
          <p:cNvSpPr txBox="1"/>
          <p:nvPr/>
        </p:nvSpPr>
        <p:spPr>
          <a:xfrm>
            <a:off x="4166162" y="48922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ED8EBD8-E298-7152-F8B6-2604B8FE4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463" y="2292350"/>
            <a:ext cx="3822700" cy="22733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3" name="インク 82">
                <a:extLst>
                  <a:ext uri="{FF2B5EF4-FFF2-40B4-BE49-F238E27FC236}">
                    <a16:creationId xmlns:a16="http://schemas.microsoft.com/office/drawing/2014/main" id="{534CE917-FBDF-DA5C-0528-545E3E2589F7}"/>
                  </a:ext>
                </a:extLst>
              </p14:cNvPr>
              <p14:cNvContentPartPr/>
              <p14:nvPr/>
            </p14:nvContentPartPr>
            <p14:xfrm>
              <a:off x="-2123612" y="7848058"/>
              <a:ext cx="2520" cy="7920"/>
            </p14:xfrm>
          </p:contentPart>
        </mc:Choice>
        <mc:Fallback>
          <p:pic>
            <p:nvPicPr>
              <p:cNvPr id="83" name="インク 82">
                <a:extLst>
                  <a:ext uri="{FF2B5EF4-FFF2-40B4-BE49-F238E27FC236}">
                    <a16:creationId xmlns:a16="http://schemas.microsoft.com/office/drawing/2014/main" id="{534CE917-FBDF-DA5C-0528-545E3E2589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129732" y="7841938"/>
                <a:ext cx="1476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57D7A75-5B33-988B-F7D4-4F9C066965DF}"/>
              </a:ext>
            </a:extLst>
          </p:cNvPr>
          <p:cNvGrpSpPr/>
          <p:nvPr/>
        </p:nvGrpSpPr>
        <p:grpSpPr>
          <a:xfrm>
            <a:off x="1583130" y="4075644"/>
            <a:ext cx="243720" cy="199080"/>
            <a:chOff x="7159682" y="2775708"/>
            <a:chExt cx="24372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インク 3">
                  <a:extLst>
                    <a:ext uri="{FF2B5EF4-FFF2-40B4-BE49-F238E27FC236}">
                      <a16:creationId xmlns:a16="http://schemas.microsoft.com/office/drawing/2014/main" id="{ADA0C178-A4E8-7EFF-B6DA-455132143910}"/>
                    </a:ext>
                  </a:extLst>
                </p14:cNvPr>
                <p14:cNvContentPartPr/>
                <p14:nvPr/>
              </p14:nvContentPartPr>
              <p14:xfrm>
                <a:off x="7159682" y="2864268"/>
                <a:ext cx="243720" cy="29520"/>
              </p14:xfrm>
            </p:contentPart>
          </mc:Choice>
          <mc:Fallback xmlns="">
            <p:pic>
              <p:nvPicPr>
                <p:cNvPr id="4" name="インク 3">
                  <a:extLst>
                    <a:ext uri="{FF2B5EF4-FFF2-40B4-BE49-F238E27FC236}">
                      <a16:creationId xmlns:a16="http://schemas.microsoft.com/office/drawing/2014/main" id="{ADA0C178-A4E8-7EFF-B6DA-4551321439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51042" y="2855628"/>
                  <a:ext cx="261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インク 4">
                  <a:extLst>
                    <a:ext uri="{FF2B5EF4-FFF2-40B4-BE49-F238E27FC236}">
                      <a16:creationId xmlns:a16="http://schemas.microsoft.com/office/drawing/2014/main" id="{931CB757-7501-909A-3E2D-E55FF8C0B501}"/>
                    </a:ext>
                  </a:extLst>
                </p14:cNvPr>
                <p14:cNvContentPartPr/>
                <p14:nvPr/>
              </p14:nvContentPartPr>
              <p14:xfrm>
                <a:off x="7270922" y="2775708"/>
                <a:ext cx="131400" cy="199080"/>
              </p14:xfrm>
            </p:contentPart>
          </mc:Choice>
          <mc:Fallback xmlns="">
            <p:pic>
              <p:nvPicPr>
                <p:cNvPr id="5" name="インク 4">
                  <a:extLst>
                    <a:ext uri="{FF2B5EF4-FFF2-40B4-BE49-F238E27FC236}">
                      <a16:creationId xmlns:a16="http://schemas.microsoft.com/office/drawing/2014/main" id="{931CB757-7501-909A-3E2D-E55FF8C0B5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61922" y="2767068"/>
                  <a:ext cx="14904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2F8E8D3F-2A87-DF8E-4300-D068D02AB6F4}"/>
                  </a:ext>
                </a:extLst>
              </p14:cNvPr>
              <p14:cNvContentPartPr/>
              <p14:nvPr/>
            </p14:nvContentPartPr>
            <p14:xfrm>
              <a:off x="2484210" y="4290204"/>
              <a:ext cx="653400" cy="79200"/>
            </p14:xfrm>
          </p:contentPart>
        </mc:Choice>
        <mc:Fallback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2F8E8D3F-2A87-DF8E-4300-D068D02AB6F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5210" y="4281204"/>
                <a:ext cx="6710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5CBB6E5A-850B-8E25-B935-B51A91D72DD5}"/>
                  </a:ext>
                </a:extLst>
              </p14:cNvPr>
              <p14:cNvContentPartPr/>
              <p14:nvPr/>
            </p14:nvContentPartPr>
            <p14:xfrm>
              <a:off x="3535410" y="3360684"/>
              <a:ext cx="442800" cy="369360"/>
            </p14:xfrm>
          </p:contentPart>
        </mc:Choice>
        <mc:Fallback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5CBB6E5A-850B-8E25-B935-B51A91D72DD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26410" y="3351684"/>
                <a:ext cx="46044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F381F27A-C426-CEB4-70A9-C92967586741}"/>
                  </a:ext>
                </a:extLst>
              </p14:cNvPr>
              <p14:cNvContentPartPr/>
              <p14:nvPr/>
            </p14:nvContentPartPr>
            <p14:xfrm>
              <a:off x="1922970" y="2486244"/>
              <a:ext cx="1072440" cy="607320"/>
            </p14:xfrm>
          </p:contentPart>
        </mc:Choice>
        <mc:Fallback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F381F27A-C426-CEB4-70A9-C9296758674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13970" y="2477244"/>
                <a:ext cx="1090080" cy="62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CBBF9173-AF9A-4973-245D-57BE52F6CE56}"/>
              </a:ext>
            </a:extLst>
          </p:cNvPr>
          <p:cNvGrpSpPr/>
          <p:nvPr/>
        </p:nvGrpSpPr>
        <p:grpSpPr>
          <a:xfrm>
            <a:off x="1442370" y="2150364"/>
            <a:ext cx="466200" cy="221760"/>
            <a:chOff x="7018922" y="850428"/>
            <a:chExt cx="46620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インク 13">
                  <a:extLst>
                    <a:ext uri="{FF2B5EF4-FFF2-40B4-BE49-F238E27FC236}">
                      <a16:creationId xmlns:a16="http://schemas.microsoft.com/office/drawing/2014/main" id="{11FD093C-3216-EC4B-EE01-868E2BC740F9}"/>
                    </a:ext>
                  </a:extLst>
                </p14:cNvPr>
                <p14:cNvContentPartPr/>
                <p14:nvPr/>
              </p14:nvContentPartPr>
              <p14:xfrm>
                <a:off x="7018922" y="902988"/>
                <a:ext cx="123120" cy="77400"/>
              </p14:xfrm>
            </p:contentPart>
          </mc:Choice>
          <mc:Fallback xmlns="">
            <p:pic>
              <p:nvPicPr>
                <p:cNvPr id="14" name="インク 13">
                  <a:extLst>
                    <a:ext uri="{FF2B5EF4-FFF2-40B4-BE49-F238E27FC236}">
                      <a16:creationId xmlns:a16="http://schemas.microsoft.com/office/drawing/2014/main" id="{11FD093C-3216-EC4B-EE01-868E2BC740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09922" y="893988"/>
                  <a:ext cx="140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01209DC1-9A18-A8E4-0E38-79D47556B840}"/>
                    </a:ext>
                  </a:extLst>
                </p14:cNvPr>
                <p14:cNvContentPartPr/>
                <p14:nvPr/>
              </p14:nvContentPartPr>
              <p14:xfrm>
                <a:off x="7048802" y="971028"/>
                <a:ext cx="73440" cy="10116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01209DC1-9A18-A8E4-0E38-79D47556B8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40162" y="962028"/>
                  <a:ext cx="91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2B20CD31-B215-89FB-6A6D-8EA3A8045714}"/>
                    </a:ext>
                  </a:extLst>
                </p14:cNvPr>
                <p14:cNvContentPartPr/>
                <p14:nvPr/>
              </p14:nvContentPartPr>
              <p14:xfrm>
                <a:off x="7178042" y="938268"/>
                <a:ext cx="89280" cy="8856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2B20CD31-B215-89FB-6A6D-8EA3A804571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69402" y="929268"/>
                  <a:ext cx="106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68F0AA53-6EDF-5D32-ED57-03138CD59CC7}"/>
                    </a:ext>
                  </a:extLst>
                </p14:cNvPr>
                <p14:cNvContentPartPr/>
                <p14:nvPr/>
              </p14:nvContentPartPr>
              <p14:xfrm>
                <a:off x="7314842" y="897948"/>
                <a:ext cx="45360" cy="60120"/>
              </p14:xfrm>
            </p:contentPart>
          </mc:Choice>
          <mc:Fallback xmlns="">
            <p:pic>
              <p:nvPicPr>
                <p:cNvPr id="18" name="インク 17">
                  <a:extLst>
                    <a:ext uri="{FF2B5EF4-FFF2-40B4-BE49-F238E27FC236}">
                      <a16:creationId xmlns:a16="http://schemas.microsoft.com/office/drawing/2014/main" id="{68F0AA53-6EDF-5D32-ED57-03138CD59C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05842" y="889308"/>
                  <a:ext cx="63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AE9235B9-CE72-7D97-1E11-B80582A6161D}"/>
                    </a:ext>
                  </a:extLst>
                </p14:cNvPr>
                <p14:cNvContentPartPr/>
                <p14:nvPr/>
              </p14:nvContentPartPr>
              <p14:xfrm>
                <a:off x="7398362" y="868068"/>
                <a:ext cx="20520" cy="44640"/>
              </p14:xfrm>
            </p:contentPart>
          </mc:Choice>
          <mc:Fallback xmlns="">
            <p:pic>
              <p:nvPicPr>
                <p:cNvPr id="19" name="インク 18">
                  <a:extLst>
                    <a:ext uri="{FF2B5EF4-FFF2-40B4-BE49-F238E27FC236}">
                      <a16:creationId xmlns:a16="http://schemas.microsoft.com/office/drawing/2014/main" id="{AE9235B9-CE72-7D97-1E11-B80582A616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89722" y="859068"/>
                  <a:ext cx="38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インク 19">
                  <a:extLst>
                    <a:ext uri="{FF2B5EF4-FFF2-40B4-BE49-F238E27FC236}">
                      <a16:creationId xmlns:a16="http://schemas.microsoft.com/office/drawing/2014/main" id="{B60BF105-F7F1-6995-6500-655D8C42D803}"/>
                    </a:ext>
                  </a:extLst>
                </p14:cNvPr>
                <p14:cNvContentPartPr/>
                <p14:nvPr/>
              </p14:nvContentPartPr>
              <p14:xfrm>
                <a:off x="7446962" y="850428"/>
                <a:ext cx="38160" cy="138240"/>
              </p14:xfrm>
            </p:contentPart>
          </mc:Choice>
          <mc:Fallback xmlns="">
            <p:pic>
              <p:nvPicPr>
                <p:cNvPr id="20" name="インク 19">
                  <a:extLst>
                    <a:ext uri="{FF2B5EF4-FFF2-40B4-BE49-F238E27FC236}">
                      <a16:creationId xmlns:a16="http://schemas.microsoft.com/office/drawing/2014/main" id="{B60BF105-F7F1-6995-6500-655D8C42D8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38322" y="841788"/>
                  <a:ext cx="5580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969AE6D0-7C73-831C-E821-D3F881914F88}"/>
              </a:ext>
            </a:extLst>
          </p:cNvPr>
          <p:cNvGrpSpPr/>
          <p:nvPr/>
        </p:nvGrpSpPr>
        <p:grpSpPr>
          <a:xfrm>
            <a:off x="2214570" y="2095284"/>
            <a:ext cx="934920" cy="275040"/>
            <a:chOff x="7791122" y="795348"/>
            <a:chExt cx="93492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インク 21">
                  <a:extLst>
                    <a:ext uri="{FF2B5EF4-FFF2-40B4-BE49-F238E27FC236}">
                      <a16:creationId xmlns:a16="http://schemas.microsoft.com/office/drawing/2014/main" id="{22AAC504-4646-CF90-5362-88BD69AE2BFD}"/>
                    </a:ext>
                  </a:extLst>
                </p14:cNvPr>
                <p14:cNvContentPartPr/>
                <p14:nvPr/>
              </p14:nvContentPartPr>
              <p14:xfrm>
                <a:off x="7845482" y="841068"/>
                <a:ext cx="51840" cy="19440"/>
              </p14:xfrm>
            </p:contentPart>
          </mc:Choice>
          <mc:Fallback xmlns="">
            <p:pic>
              <p:nvPicPr>
                <p:cNvPr id="22" name="インク 21">
                  <a:extLst>
                    <a:ext uri="{FF2B5EF4-FFF2-40B4-BE49-F238E27FC236}">
                      <a16:creationId xmlns:a16="http://schemas.microsoft.com/office/drawing/2014/main" id="{22AAC504-4646-CF90-5362-88BD69AE2B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36842" y="832428"/>
                  <a:ext cx="69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インク 22">
                  <a:extLst>
                    <a:ext uri="{FF2B5EF4-FFF2-40B4-BE49-F238E27FC236}">
                      <a16:creationId xmlns:a16="http://schemas.microsoft.com/office/drawing/2014/main" id="{1DD955EB-876B-2975-0C33-E9F095B00007}"/>
                    </a:ext>
                  </a:extLst>
                </p14:cNvPr>
                <p14:cNvContentPartPr/>
                <p14:nvPr/>
              </p14:nvContentPartPr>
              <p14:xfrm>
                <a:off x="7791122" y="899748"/>
                <a:ext cx="136800" cy="33120"/>
              </p14:xfrm>
            </p:contentPart>
          </mc:Choice>
          <mc:Fallback xmlns="">
            <p:pic>
              <p:nvPicPr>
                <p:cNvPr id="23" name="インク 22">
                  <a:extLst>
                    <a:ext uri="{FF2B5EF4-FFF2-40B4-BE49-F238E27FC236}">
                      <a16:creationId xmlns:a16="http://schemas.microsoft.com/office/drawing/2014/main" id="{1DD955EB-876B-2975-0C33-E9F095B000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82122" y="891108"/>
                  <a:ext cx="154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64F4597D-553A-910E-0EFE-4D2C7150AEC8}"/>
                    </a:ext>
                  </a:extLst>
                </p14:cNvPr>
                <p14:cNvContentPartPr/>
                <p14:nvPr/>
              </p14:nvContentPartPr>
              <p14:xfrm>
                <a:off x="7793642" y="953748"/>
                <a:ext cx="47160" cy="8928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64F4597D-553A-910E-0EFE-4D2C7150AEC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84642" y="944748"/>
                  <a:ext cx="648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FE3E3A98-52ED-EB3F-BDCF-1E9735A2098E}"/>
                    </a:ext>
                  </a:extLst>
                </p14:cNvPr>
                <p14:cNvContentPartPr/>
                <p14:nvPr/>
              </p14:nvContentPartPr>
              <p14:xfrm>
                <a:off x="7850522" y="987588"/>
                <a:ext cx="21960" cy="3420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FE3E3A98-52ED-EB3F-BDCF-1E9735A209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41522" y="978948"/>
                  <a:ext cx="39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ABBD9378-BE57-CA49-0E1E-9F27FBEE3F4A}"/>
                    </a:ext>
                  </a:extLst>
                </p14:cNvPr>
                <p14:cNvContentPartPr/>
                <p14:nvPr/>
              </p14:nvContentPartPr>
              <p14:xfrm>
                <a:off x="7893002" y="965988"/>
                <a:ext cx="94680" cy="5004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ABBD9378-BE57-CA49-0E1E-9F27FBEE3F4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84362" y="957348"/>
                  <a:ext cx="1123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94400DD4-CE90-981C-FB4B-A2E7DAFA35F4}"/>
                    </a:ext>
                  </a:extLst>
                </p14:cNvPr>
                <p14:cNvContentPartPr/>
                <p14:nvPr/>
              </p14:nvContentPartPr>
              <p14:xfrm>
                <a:off x="7940882" y="947988"/>
                <a:ext cx="26640" cy="24840"/>
              </p14:xfrm>
            </p:contentPart>
          </mc:Choice>
          <mc:Fallback xmlns=""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94400DD4-CE90-981C-FB4B-A2E7DAFA35F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32242" y="938988"/>
                  <a:ext cx="44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B9B863C0-F615-FB2B-7935-E732BF967D73}"/>
                    </a:ext>
                  </a:extLst>
                </p14:cNvPr>
                <p14:cNvContentPartPr/>
                <p14:nvPr/>
              </p14:nvContentPartPr>
              <p14:xfrm>
                <a:off x="7989482" y="941148"/>
                <a:ext cx="29160" cy="21240"/>
              </p14:xfrm>
            </p:contentPart>
          </mc:Choice>
          <mc:Fallback xmlns=""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B9B863C0-F615-FB2B-7935-E732BF967D7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80482" y="932508"/>
                  <a:ext cx="46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インク 29">
                  <a:extLst>
                    <a:ext uri="{FF2B5EF4-FFF2-40B4-BE49-F238E27FC236}">
                      <a16:creationId xmlns:a16="http://schemas.microsoft.com/office/drawing/2014/main" id="{BC9D651E-A57E-8FAC-AD8E-82FB96A0891B}"/>
                    </a:ext>
                  </a:extLst>
                </p14:cNvPr>
                <p14:cNvContentPartPr/>
                <p14:nvPr/>
              </p14:nvContentPartPr>
              <p14:xfrm>
                <a:off x="8074802" y="881748"/>
                <a:ext cx="15840" cy="101520"/>
              </p14:xfrm>
            </p:contentPart>
          </mc:Choice>
          <mc:Fallback xmlns="">
            <p:pic>
              <p:nvPicPr>
                <p:cNvPr id="30" name="インク 29">
                  <a:extLst>
                    <a:ext uri="{FF2B5EF4-FFF2-40B4-BE49-F238E27FC236}">
                      <a16:creationId xmlns:a16="http://schemas.microsoft.com/office/drawing/2014/main" id="{BC9D651E-A57E-8FAC-AD8E-82FB96A089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66162" y="872748"/>
                  <a:ext cx="33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インク 30">
                  <a:extLst>
                    <a:ext uri="{FF2B5EF4-FFF2-40B4-BE49-F238E27FC236}">
                      <a16:creationId xmlns:a16="http://schemas.microsoft.com/office/drawing/2014/main" id="{7DB04362-3D96-DF04-E489-B34CF0144160}"/>
                    </a:ext>
                  </a:extLst>
                </p14:cNvPr>
                <p14:cNvContentPartPr/>
                <p14:nvPr/>
              </p14:nvContentPartPr>
              <p14:xfrm>
                <a:off x="8084522" y="856908"/>
                <a:ext cx="155520" cy="162720"/>
              </p14:xfrm>
            </p:contentPart>
          </mc:Choice>
          <mc:Fallback xmlns="">
            <p:pic>
              <p:nvPicPr>
                <p:cNvPr id="31" name="インク 30">
                  <a:extLst>
                    <a:ext uri="{FF2B5EF4-FFF2-40B4-BE49-F238E27FC236}">
                      <a16:creationId xmlns:a16="http://schemas.microsoft.com/office/drawing/2014/main" id="{7DB04362-3D96-DF04-E489-B34CF01441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75522" y="848268"/>
                  <a:ext cx="173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インク 31">
                  <a:extLst>
                    <a:ext uri="{FF2B5EF4-FFF2-40B4-BE49-F238E27FC236}">
                      <a16:creationId xmlns:a16="http://schemas.microsoft.com/office/drawing/2014/main" id="{00AC4B9E-B111-C7E2-4C9F-DE3B982B87A9}"/>
                    </a:ext>
                  </a:extLst>
                </p14:cNvPr>
                <p14:cNvContentPartPr/>
                <p14:nvPr/>
              </p14:nvContentPartPr>
              <p14:xfrm>
                <a:off x="8100002" y="919188"/>
                <a:ext cx="114840" cy="17280"/>
              </p14:xfrm>
            </p:contentPart>
          </mc:Choice>
          <mc:Fallback xmlns="">
            <p:pic>
              <p:nvPicPr>
                <p:cNvPr id="32" name="インク 31">
                  <a:extLst>
                    <a:ext uri="{FF2B5EF4-FFF2-40B4-BE49-F238E27FC236}">
                      <a16:creationId xmlns:a16="http://schemas.microsoft.com/office/drawing/2014/main" id="{00AC4B9E-B111-C7E2-4C9F-DE3B982B87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91002" y="910548"/>
                  <a:ext cx="132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インク 32">
                  <a:extLst>
                    <a:ext uri="{FF2B5EF4-FFF2-40B4-BE49-F238E27FC236}">
                      <a16:creationId xmlns:a16="http://schemas.microsoft.com/office/drawing/2014/main" id="{BB65BF52-4B4F-EB02-0A4F-CDB43C46A146}"/>
                    </a:ext>
                  </a:extLst>
                </p14:cNvPr>
                <p14:cNvContentPartPr/>
                <p14:nvPr/>
              </p14:nvContentPartPr>
              <p14:xfrm>
                <a:off x="8121242" y="956988"/>
                <a:ext cx="94320" cy="18000"/>
              </p14:xfrm>
            </p:contentPart>
          </mc:Choice>
          <mc:Fallback xmlns="">
            <p:pic>
              <p:nvPicPr>
                <p:cNvPr id="33" name="インク 32">
                  <a:extLst>
                    <a:ext uri="{FF2B5EF4-FFF2-40B4-BE49-F238E27FC236}">
                      <a16:creationId xmlns:a16="http://schemas.microsoft.com/office/drawing/2014/main" id="{BB65BF52-4B4F-EB02-0A4F-CDB43C46A14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12242" y="948348"/>
                  <a:ext cx="111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インク 33">
                  <a:extLst>
                    <a:ext uri="{FF2B5EF4-FFF2-40B4-BE49-F238E27FC236}">
                      <a16:creationId xmlns:a16="http://schemas.microsoft.com/office/drawing/2014/main" id="{3F00713A-F48B-3E62-C78F-726E5129A0B8}"/>
                    </a:ext>
                  </a:extLst>
                </p14:cNvPr>
                <p14:cNvContentPartPr/>
                <p14:nvPr/>
              </p14:nvContentPartPr>
              <p14:xfrm>
                <a:off x="8145722" y="882468"/>
                <a:ext cx="28440" cy="127440"/>
              </p14:xfrm>
            </p:contentPart>
          </mc:Choice>
          <mc:Fallback xmlns="">
            <p:pic>
              <p:nvPicPr>
                <p:cNvPr id="34" name="インク 33">
                  <a:extLst>
                    <a:ext uri="{FF2B5EF4-FFF2-40B4-BE49-F238E27FC236}">
                      <a16:creationId xmlns:a16="http://schemas.microsoft.com/office/drawing/2014/main" id="{3F00713A-F48B-3E62-C78F-726E5129A0B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37082" y="873468"/>
                  <a:ext cx="46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インク 35">
                  <a:extLst>
                    <a:ext uri="{FF2B5EF4-FFF2-40B4-BE49-F238E27FC236}">
                      <a16:creationId xmlns:a16="http://schemas.microsoft.com/office/drawing/2014/main" id="{9254EC85-0639-D977-08C6-C29F156BA710}"/>
                    </a:ext>
                  </a:extLst>
                </p14:cNvPr>
                <p14:cNvContentPartPr/>
                <p14:nvPr/>
              </p14:nvContentPartPr>
              <p14:xfrm>
                <a:off x="8327162" y="923148"/>
                <a:ext cx="44640" cy="27360"/>
              </p14:xfrm>
            </p:contentPart>
          </mc:Choice>
          <mc:Fallback xmlns="">
            <p:pic>
              <p:nvPicPr>
                <p:cNvPr id="36" name="インク 35">
                  <a:extLst>
                    <a:ext uri="{FF2B5EF4-FFF2-40B4-BE49-F238E27FC236}">
                      <a16:creationId xmlns:a16="http://schemas.microsoft.com/office/drawing/2014/main" id="{9254EC85-0639-D977-08C6-C29F156BA71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18162" y="914148"/>
                  <a:ext cx="62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インク 36">
                  <a:extLst>
                    <a:ext uri="{FF2B5EF4-FFF2-40B4-BE49-F238E27FC236}">
                      <a16:creationId xmlns:a16="http://schemas.microsoft.com/office/drawing/2014/main" id="{A8083A88-6945-ADD0-804B-F6A7E50FAF72}"/>
                    </a:ext>
                  </a:extLst>
                </p14:cNvPr>
                <p14:cNvContentPartPr/>
                <p14:nvPr/>
              </p14:nvContentPartPr>
              <p14:xfrm>
                <a:off x="8410682" y="898308"/>
                <a:ext cx="34920" cy="70920"/>
              </p14:xfrm>
            </p:contentPart>
          </mc:Choice>
          <mc:Fallback xmlns="">
            <p:pic>
              <p:nvPicPr>
                <p:cNvPr id="37" name="インク 36">
                  <a:extLst>
                    <a:ext uri="{FF2B5EF4-FFF2-40B4-BE49-F238E27FC236}">
                      <a16:creationId xmlns:a16="http://schemas.microsoft.com/office/drawing/2014/main" id="{A8083A88-6945-ADD0-804B-F6A7E50FAF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02042" y="889668"/>
                  <a:ext cx="52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E2010062-94A6-B083-05BA-A4D6D6456175}"/>
                    </a:ext>
                  </a:extLst>
                </p14:cNvPr>
                <p14:cNvContentPartPr/>
                <p14:nvPr/>
              </p14:nvContentPartPr>
              <p14:xfrm>
                <a:off x="8506802" y="893268"/>
                <a:ext cx="84240" cy="78840"/>
              </p14:xfrm>
            </p:contentPart>
          </mc:Choice>
          <mc:Fallback xmlns=""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E2010062-94A6-B083-05BA-A4D6D645617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98162" y="884628"/>
                  <a:ext cx="1018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4" name="インク 83">
                  <a:extLst>
                    <a:ext uri="{FF2B5EF4-FFF2-40B4-BE49-F238E27FC236}">
                      <a16:creationId xmlns:a16="http://schemas.microsoft.com/office/drawing/2014/main" id="{BC413778-DAB7-320B-FB5E-2A9A1E9C0970}"/>
                    </a:ext>
                  </a:extLst>
                </p14:cNvPr>
                <p14:cNvContentPartPr/>
                <p14:nvPr/>
              </p14:nvContentPartPr>
              <p14:xfrm>
                <a:off x="8650442" y="795348"/>
                <a:ext cx="36000" cy="275040"/>
              </p14:xfrm>
            </p:contentPart>
          </mc:Choice>
          <mc:Fallback xmlns="">
            <p:pic>
              <p:nvPicPr>
                <p:cNvPr id="84" name="インク 83">
                  <a:extLst>
                    <a:ext uri="{FF2B5EF4-FFF2-40B4-BE49-F238E27FC236}">
                      <a16:creationId xmlns:a16="http://schemas.microsoft.com/office/drawing/2014/main" id="{BC413778-DAB7-320B-FB5E-2A9A1E9C097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41442" y="786708"/>
                  <a:ext cx="536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1" name="インク 100">
                  <a:extLst>
                    <a:ext uri="{FF2B5EF4-FFF2-40B4-BE49-F238E27FC236}">
                      <a16:creationId xmlns:a16="http://schemas.microsoft.com/office/drawing/2014/main" id="{4EFE3FB4-E3E8-148F-9B14-AB72DB9E10F0}"/>
                    </a:ext>
                  </a:extLst>
                </p14:cNvPr>
                <p14:cNvContentPartPr/>
                <p14:nvPr/>
              </p14:nvContentPartPr>
              <p14:xfrm>
                <a:off x="8664842" y="960228"/>
                <a:ext cx="61200" cy="4320"/>
              </p14:xfrm>
            </p:contentPart>
          </mc:Choice>
          <mc:Fallback xmlns="">
            <p:pic>
              <p:nvPicPr>
                <p:cNvPr id="101" name="インク 100">
                  <a:extLst>
                    <a:ext uri="{FF2B5EF4-FFF2-40B4-BE49-F238E27FC236}">
                      <a16:creationId xmlns:a16="http://schemas.microsoft.com/office/drawing/2014/main" id="{4EFE3FB4-E3E8-148F-9B14-AB72DB9E10F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56202" y="951228"/>
                  <a:ext cx="7884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グループ化 149">
            <a:extLst>
              <a:ext uri="{FF2B5EF4-FFF2-40B4-BE49-F238E27FC236}">
                <a16:creationId xmlns:a16="http://schemas.microsoft.com/office/drawing/2014/main" id="{6E903D3C-E9FE-3C28-406D-A6E8B52BBDA2}"/>
              </a:ext>
            </a:extLst>
          </p:cNvPr>
          <p:cNvGrpSpPr/>
          <p:nvPr/>
        </p:nvGrpSpPr>
        <p:grpSpPr>
          <a:xfrm>
            <a:off x="3172170" y="3315684"/>
            <a:ext cx="231480" cy="124920"/>
            <a:chOff x="8748722" y="2015748"/>
            <a:chExt cx="231480" cy="12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48" name="インク 147">
                  <a:extLst>
                    <a:ext uri="{FF2B5EF4-FFF2-40B4-BE49-F238E27FC236}">
                      <a16:creationId xmlns:a16="http://schemas.microsoft.com/office/drawing/2014/main" id="{58E337B8-FC57-366D-A6B6-07E055CFF7AF}"/>
                    </a:ext>
                  </a:extLst>
                </p14:cNvPr>
                <p14:cNvContentPartPr/>
                <p14:nvPr/>
              </p14:nvContentPartPr>
              <p14:xfrm>
                <a:off x="8748722" y="2069028"/>
                <a:ext cx="231480" cy="71640"/>
              </p14:xfrm>
            </p:contentPart>
          </mc:Choice>
          <mc:Fallback xmlns="">
            <p:pic>
              <p:nvPicPr>
                <p:cNvPr id="148" name="インク 147">
                  <a:extLst>
                    <a:ext uri="{FF2B5EF4-FFF2-40B4-BE49-F238E27FC236}">
                      <a16:creationId xmlns:a16="http://schemas.microsoft.com/office/drawing/2014/main" id="{58E337B8-FC57-366D-A6B6-07E055CFF7A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39722" y="2060028"/>
                  <a:ext cx="249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49" name="インク 148">
                  <a:extLst>
                    <a:ext uri="{FF2B5EF4-FFF2-40B4-BE49-F238E27FC236}">
                      <a16:creationId xmlns:a16="http://schemas.microsoft.com/office/drawing/2014/main" id="{71C43AC2-A8A2-FCAD-401B-1CEC4FAE4748}"/>
                    </a:ext>
                  </a:extLst>
                </p14:cNvPr>
                <p14:cNvContentPartPr/>
                <p14:nvPr/>
              </p14:nvContentPartPr>
              <p14:xfrm>
                <a:off x="8892002" y="2015748"/>
                <a:ext cx="76680" cy="108360"/>
              </p14:xfrm>
            </p:contentPart>
          </mc:Choice>
          <mc:Fallback xmlns="">
            <p:pic>
              <p:nvPicPr>
                <p:cNvPr id="149" name="インク 148">
                  <a:extLst>
                    <a:ext uri="{FF2B5EF4-FFF2-40B4-BE49-F238E27FC236}">
                      <a16:creationId xmlns:a16="http://schemas.microsoft.com/office/drawing/2014/main" id="{71C43AC2-A8A2-FCAD-401B-1CEC4FAE474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83002" y="2007108"/>
                  <a:ext cx="9432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グループ化 226">
            <a:extLst>
              <a:ext uri="{FF2B5EF4-FFF2-40B4-BE49-F238E27FC236}">
                <a16:creationId xmlns:a16="http://schemas.microsoft.com/office/drawing/2014/main" id="{8D732B17-919F-FDD9-3BA4-D963AB354DE2}"/>
              </a:ext>
            </a:extLst>
          </p:cNvPr>
          <p:cNvGrpSpPr/>
          <p:nvPr/>
        </p:nvGrpSpPr>
        <p:grpSpPr>
          <a:xfrm>
            <a:off x="1442370" y="3246204"/>
            <a:ext cx="441000" cy="403920"/>
            <a:chOff x="7018922" y="1946268"/>
            <a:chExt cx="44100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07" name="インク 206">
                  <a:extLst>
                    <a:ext uri="{FF2B5EF4-FFF2-40B4-BE49-F238E27FC236}">
                      <a16:creationId xmlns:a16="http://schemas.microsoft.com/office/drawing/2014/main" id="{676B130D-D4F7-10BF-2774-142EF613A42B}"/>
                    </a:ext>
                  </a:extLst>
                </p14:cNvPr>
                <p14:cNvContentPartPr/>
                <p14:nvPr/>
              </p14:nvContentPartPr>
              <p14:xfrm>
                <a:off x="7040522" y="1972188"/>
                <a:ext cx="123120" cy="40320"/>
              </p14:xfrm>
            </p:contentPart>
          </mc:Choice>
          <mc:Fallback xmlns="">
            <p:pic>
              <p:nvPicPr>
                <p:cNvPr id="207" name="インク 206">
                  <a:extLst>
                    <a:ext uri="{FF2B5EF4-FFF2-40B4-BE49-F238E27FC236}">
                      <a16:creationId xmlns:a16="http://schemas.microsoft.com/office/drawing/2014/main" id="{676B130D-D4F7-10BF-2774-142EF613A42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31522" y="1963188"/>
                  <a:ext cx="140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08" name="インク 207">
                  <a:extLst>
                    <a:ext uri="{FF2B5EF4-FFF2-40B4-BE49-F238E27FC236}">
                      <a16:creationId xmlns:a16="http://schemas.microsoft.com/office/drawing/2014/main" id="{0B6037B8-F2E1-A981-7555-62B8ACEBFEDC}"/>
                    </a:ext>
                  </a:extLst>
                </p14:cNvPr>
                <p14:cNvContentPartPr/>
                <p14:nvPr/>
              </p14:nvContentPartPr>
              <p14:xfrm>
                <a:off x="7058882" y="1956708"/>
                <a:ext cx="30600" cy="111240"/>
              </p14:xfrm>
            </p:contentPart>
          </mc:Choice>
          <mc:Fallback xmlns="">
            <p:pic>
              <p:nvPicPr>
                <p:cNvPr id="208" name="インク 207">
                  <a:extLst>
                    <a:ext uri="{FF2B5EF4-FFF2-40B4-BE49-F238E27FC236}">
                      <a16:creationId xmlns:a16="http://schemas.microsoft.com/office/drawing/2014/main" id="{0B6037B8-F2E1-A981-7555-62B8ACEBFED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49882" y="1947708"/>
                  <a:ext cx="48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09" name="インク 208">
                  <a:extLst>
                    <a:ext uri="{FF2B5EF4-FFF2-40B4-BE49-F238E27FC236}">
                      <a16:creationId xmlns:a16="http://schemas.microsoft.com/office/drawing/2014/main" id="{1AE98A2D-3946-A5DD-A36E-FF32D385A7EC}"/>
                    </a:ext>
                  </a:extLst>
                </p14:cNvPr>
                <p14:cNvContentPartPr/>
                <p14:nvPr/>
              </p14:nvContentPartPr>
              <p14:xfrm>
                <a:off x="7148162" y="1946268"/>
                <a:ext cx="15840" cy="132120"/>
              </p14:xfrm>
            </p:contentPart>
          </mc:Choice>
          <mc:Fallback xmlns="">
            <p:pic>
              <p:nvPicPr>
                <p:cNvPr id="209" name="インク 208">
                  <a:extLst>
                    <a:ext uri="{FF2B5EF4-FFF2-40B4-BE49-F238E27FC236}">
                      <a16:creationId xmlns:a16="http://schemas.microsoft.com/office/drawing/2014/main" id="{1AE98A2D-3946-A5DD-A36E-FF32D385A7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39162" y="1937268"/>
                  <a:ext cx="33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10" name="インク 209">
                  <a:extLst>
                    <a:ext uri="{FF2B5EF4-FFF2-40B4-BE49-F238E27FC236}">
                      <a16:creationId xmlns:a16="http://schemas.microsoft.com/office/drawing/2014/main" id="{57D3204A-8DDF-D3EA-2734-9E01E0AD5B5C}"/>
                    </a:ext>
                  </a:extLst>
                </p14:cNvPr>
                <p14:cNvContentPartPr/>
                <p14:nvPr/>
              </p14:nvContentPartPr>
              <p14:xfrm>
                <a:off x="7084082" y="2006388"/>
                <a:ext cx="59040" cy="21240"/>
              </p14:xfrm>
            </p:contentPart>
          </mc:Choice>
          <mc:Fallback xmlns="">
            <p:pic>
              <p:nvPicPr>
                <p:cNvPr id="210" name="インク 209">
                  <a:extLst>
                    <a:ext uri="{FF2B5EF4-FFF2-40B4-BE49-F238E27FC236}">
                      <a16:creationId xmlns:a16="http://schemas.microsoft.com/office/drawing/2014/main" id="{57D3204A-8DDF-D3EA-2734-9E01E0AD5B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75082" y="1997388"/>
                  <a:ext cx="76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11" name="インク 210">
                  <a:extLst>
                    <a:ext uri="{FF2B5EF4-FFF2-40B4-BE49-F238E27FC236}">
                      <a16:creationId xmlns:a16="http://schemas.microsoft.com/office/drawing/2014/main" id="{F36ABE2E-4543-C983-AFCD-690F714F82EF}"/>
                    </a:ext>
                  </a:extLst>
                </p14:cNvPr>
                <p14:cNvContentPartPr/>
                <p14:nvPr/>
              </p14:nvContentPartPr>
              <p14:xfrm>
                <a:off x="7093802" y="2033388"/>
                <a:ext cx="54360" cy="13320"/>
              </p14:xfrm>
            </p:contentPart>
          </mc:Choice>
          <mc:Fallback xmlns="">
            <p:pic>
              <p:nvPicPr>
                <p:cNvPr id="211" name="インク 210">
                  <a:extLst>
                    <a:ext uri="{FF2B5EF4-FFF2-40B4-BE49-F238E27FC236}">
                      <a16:creationId xmlns:a16="http://schemas.microsoft.com/office/drawing/2014/main" id="{F36ABE2E-4543-C983-AFCD-690F714F82E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84802" y="2024748"/>
                  <a:ext cx="72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12" name="インク 211">
                  <a:extLst>
                    <a:ext uri="{FF2B5EF4-FFF2-40B4-BE49-F238E27FC236}">
                      <a16:creationId xmlns:a16="http://schemas.microsoft.com/office/drawing/2014/main" id="{E0DBF954-DC39-E522-844C-D2382364921A}"/>
                    </a:ext>
                  </a:extLst>
                </p14:cNvPr>
                <p14:cNvContentPartPr/>
                <p14:nvPr/>
              </p14:nvContentPartPr>
              <p14:xfrm>
                <a:off x="7018922" y="2063268"/>
                <a:ext cx="139680" cy="30240"/>
              </p14:xfrm>
            </p:contentPart>
          </mc:Choice>
          <mc:Fallback xmlns="">
            <p:pic>
              <p:nvPicPr>
                <p:cNvPr id="212" name="インク 211">
                  <a:extLst>
                    <a:ext uri="{FF2B5EF4-FFF2-40B4-BE49-F238E27FC236}">
                      <a16:creationId xmlns:a16="http://schemas.microsoft.com/office/drawing/2014/main" id="{E0DBF954-DC39-E522-844C-D238236492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10282" y="2054628"/>
                  <a:ext cx="157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13" name="インク 212">
                  <a:extLst>
                    <a:ext uri="{FF2B5EF4-FFF2-40B4-BE49-F238E27FC236}">
                      <a16:creationId xmlns:a16="http://schemas.microsoft.com/office/drawing/2014/main" id="{C6058A61-632C-8758-9C3D-C01785DADB40}"/>
                    </a:ext>
                  </a:extLst>
                </p14:cNvPr>
                <p14:cNvContentPartPr/>
                <p14:nvPr/>
              </p14:nvContentPartPr>
              <p14:xfrm>
                <a:off x="7042682" y="2090268"/>
                <a:ext cx="40680" cy="38520"/>
              </p14:xfrm>
            </p:contentPart>
          </mc:Choice>
          <mc:Fallback xmlns="">
            <p:pic>
              <p:nvPicPr>
                <p:cNvPr id="213" name="インク 212">
                  <a:extLst>
                    <a:ext uri="{FF2B5EF4-FFF2-40B4-BE49-F238E27FC236}">
                      <a16:creationId xmlns:a16="http://schemas.microsoft.com/office/drawing/2014/main" id="{C6058A61-632C-8758-9C3D-C01785DADB4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34042" y="2081628"/>
                  <a:ext cx="58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14" name="インク 213">
                  <a:extLst>
                    <a:ext uri="{FF2B5EF4-FFF2-40B4-BE49-F238E27FC236}">
                      <a16:creationId xmlns:a16="http://schemas.microsoft.com/office/drawing/2014/main" id="{C3784305-894F-418A-EB68-7226C7B10B15}"/>
                    </a:ext>
                  </a:extLst>
                </p14:cNvPr>
                <p14:cNvContentPartPr/>
                <p14:nvPr/>
              </p14:nvContentPartPr>
              <p14:xfrm>
                <a:off x="7135922" y="2098188"/>
                <a:ext cx="55440" cy="7200"/>
              </p14:xfrm>
            </p:contentPart>
          </mc:Choice>
          <mc:Fallback xmlns="">
            <p:pic>
              <p:nvPicPr>
                <p:cNvPr id="214" name="インク 213">
                  <a:extLst>
                    <a:ext uri="{FF2B5EF4-FFF2-40B4-BE49-F238E27FC236}">
                      <a16:creationId xmlns:a16="http://schemas.microsoft.com/office/drawing/2014/main" id="{C3784305-894F-418A-EB68-7226C7B10B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27282" y="2089548"/>
                  <a:ext cx="73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15" name="インク 214">
                  <a:extLst>
                    <a:ext uri="{FF2B5EF4-FFF2-40B4-BE49-F238E27FC236}">
                      <a16:creationId xmlns:a16="http://schemas.microsoft.com/office/drawing/2014/main" id="{805AC534-C9A3-6850-372A-C1DBE4A68228}"/>
                    </a:ext>
                  </a:extLst>
                </p14:cNvPr>
                <p14:cNvContentPartPr/>
                <p14:nvPr/>
              </p14:nvContentPartPr>
              <p14:xfrm>
                <a:off x="7102082" y="2125548"/>
                <a:ext cx="65520" cy="48960"/>
              </p14:xfrm>
            </p:contentPart>
          </mc:Choice>
          <mc:Fallback xmlns="">
            <p:pic>
              <p:nvPicPr>
                <p:cNvPr id="215" name="インク 214">
                  <a:extLst>
                    <a:ext uri="{FF2B5EF4-FFF2-40B4-BE49-F238E27FC236}">
                      <a16:creationId xmlns:a16="http://schemas.microsoft.com/office/drawing/2014/main" id="{805AC534-C9A3-6850-372A-C1DBE4A6822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93442" y="2116908"/>
                  <a:ext cx="83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16" name="インク 215">
                  <a:extLst>
                    <a:ext uri="{FF2B5EF4-FFF2-40B4-BE49-F238E27FC236}">
                      <a16:creationId xmlns:a16="http://schemas.microsoft.com/office/drawing/2014/main" id="{A432FDD3-9362-EFCD-8B7A-897F599D4E95}"/>
                    </a:ext>
                  </a:extLst>
                </p14:cNvPr>
                <p14:cNvContentPartPr/>
                <p14:nvPr/>
              </p14:nvContentPartPr>
              <p14:xfrm>
                <a:off x="7237082" y="2021508"/>
                <a:ext cx="83880" cy="17640"/>
              </p14:xfrm>
            </p:contentPart>
          </mc:Choice>
          <mc:Fallback xmlns="">
            <p:pic>
              <p:nvPicPr>
                <p:cNvPr id="216" name="インク 215">
                  <a:extLst>
                    <a:ext uri="{FF2B5EF4-FFF2-40B4-BE49-F238E27FC236}">
                      <a16:creationId xmlns:a16="http://schemas.microsoft.com/office/drawing/2014/main" id="{A432FDD3-9362-EFCD-8B7A-897F599D4E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28442" y="2012508"/>
                  <a:ext cx="101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17" name="インク 216">
                  <a:extLst>
                    <a:ext uri="{FF2B5EF4-FFF2-40B4-BE49-F238E27FC236}">
                      <a16:creationId xmlns:a16="http://schemas.microsoft.com/office/drawing/2014/main" id="{F4998901-9E5A-D69C-FC8D-2A0EF08CB2E3}"/>
                    </a:ext>
                  </a:extLst>
                </p14:cNvPr>
                <p14:cNvContentPartPr/>
                <p14:nvPr/>
              </p14:nvContentPartPr>
              <p14:xfrm>
                <a:off x="7281722" y="1963188"/>
                <a:ext cx="47160" cy="179280"/>
              </p14:xfrm>
            </p:contentPart>
          </mc:Choice>
          <mc:Fallback xmlns="">
            <p:pic>
              <p:nvPicPr>
                <p:cNvPr id="217" name="インク 216">
                  <a:extLst>
                    <a:ext uri="{FF2B5EF4-FFF2-40B4-BE49-F238E27FC236}">
                      <a16:creationId xmlns:a16="http://schemas.microsoft.com/office/drawing/2014/main" id="{F4998901-9E5A-D69C-FC8D-2A0EF08CB2E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273082" y="1954548"/>
                  <a:ext cx="64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18" name="インク 217">
                  <a:extLst>
                    <a:ext uri="{FF2B5EF4-FFF2-40B4-BE49-F238E27FC236}">
                      <a16:creationId xmlns:a16="http://schemas.microsoft.com/office/drawing/2014/main" id="{99560B3E-2D6E-CAC5-070E-0E3F9399BC23}"/>
                    </a:ext>
                  </a:extLst>
                </p14:cNvPr>
                <p14:cNvContentPartPr/>
                <p14:nvPr/>
              </p14:nvContentPartPr>
              <p14:xfrm>
                <a:off x="7236362" y="2054628"/>
                <a:ext cx="70200" cy="64800"/>
              </p14:xfrm>
            </p:contentPart>
          </mc:Choice>
          <mc:Fallback xmlns="">
            <p:pic>
              <p:nvPicPr>
                <p:cNvPr id="218" name="インク 217">
                  <a:extLst>
                    <a:ext uri="{FF2B5EF4-FFF2-40B4-BE49-F238E27FC236}">
                      <a16:creationId xmlns:a16="http://schemas.microsoft.com/office/drawing/2014/main" id="{99560B3E-2D6E-CAC5-070E-0E3F9399BC2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27722" y="2045988"/>
                  <a:ext cx="878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19" name="インク 218">
                  <a:extLst>
                    <a:ext uri="{FF2B5EF4-FFF2-40B4-BE49-F238E27FC236}">
                      <a16:creationId xmlns:a16="http://schemas.microsoft.com/office/drawing/2014/main" id="{FD1135A2-B05E-1366-8345-4C3DF3F2ED40}"/>
                    </a:ext>
                  </a:extLst>
                </p14:cNvPr>
                <p14:cNvContentPartPr/>
                <p14:nvPr/>
              </p14:nvContentPartPr>
              <p14:xfrm>
                <a:off x="7305122" y="2067948"/>
                <a:ext cx="56160" cy="4320"/>
              </p14:xfrm>
            </p:contentPart>
          </mc:Choice>
          <mc:Fallback xmlns="">
            <p:pic>
              <p:nvPicPr>
                <p:cNvPr id="219" name="インク 218">
                  <a:extLst>
                    <a:ext uri="{FF2B5EF4-FFF2-40B4-BE49-F238E27FC236}">
                      <a16:creationId xmlns:a16="http://schemas.microsoft.com/office/drawing/2014/main" id="{FD1135A2-B05E-1366-8345-4C3DF3F2ED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96122" y="2059308"/>
                  <a:ext cx="73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20" name="インク 219">
                  <a:extLst>
                    <a:ext uri="{FF2B5EF4-FFF2-40B4-BE49-F238E27FC236}">
                      <a16:creationId xmlns:a16="http://schemas.microsoft.com/office/drawing/2014/main" id="{0AD6E046-6699-564B-44F6-894A0517936B}"/>
                    </a:ext>
                  </a:extLst>
                </p14:cNvPr>
                <p14:cNvContentPartPr/>
                <p14:nvPr/>
              </p14:nvContentPartPr>
              <p14:xfrm>
                <a:off x="7291082" y="2102868"/>
                <a:ext cx="79560" cy="29520"/>
              </p14:xfrm>
            </p:contentPart>
          </mc:Choice>
          <mc:Fallback xmlns="">
            <p:pic>
              <p:nvPicPr>
                <p:cNvPr id="220" name="インク 219">
                  <a:extLst>
                    <a:ext uri="{FF2B5EF4-FFF2-40B4-BE49-F238E27FC236}">
                      <a16:creationId xmlns:a16="http://schemas.microsoft.com/office/drawing/2014/main" id="{0AD6E046-6699-564B-44F6-894A0517936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82082" y="2094228"/>
                  <a:ext cx="97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22" name="インク 221">
                  <a:extLst>
                    <a:ext uri="{FF2B5EF4-FFF2-40B4-BE49-F238E27FC236}">
                      <a16:creationId xmlns:a16="http://schemas.microsoft.com/office/drawing/2014/main" id="{B06D850C-3BA9-7C21-83DB-00B0BE5A47E6}"/>
                    </a:ext>
                  </a:extLst>
                </p14:cNvPr>
                <p14:cNvContentPartPr/>
                <p14:nvPr/>
              </p14:nvContentPartPr>
              <p14:xfrm>
                <a:off x="7095962" y="2273868"/>
                <a:ext cx="43920" cy="12960"/>
              </p14:xfrm>
            </p:contentPart>
          </mc:Choice>
          <mc:Fallback xmlns="">
            <p:pic>
              <p:nvPicPr>
                <p:cNvPr id="222" name="インク 221">
                  <a:extLst>
                    <a:ext uri="{FF2B5EF4-FFF2-40B4-BE49-F238E27FC236}">
                      <a16:creationId xmlns:a16="http://schemas.microsoft.com/office/drawing/2014/main" id="{B06D850C-3BA9-7C21-83DB-00B0BE5A47E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86962" y="2265228"/>
                  <a:ext cx="61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23" name="インク 222">
                  <a:extLst>
                    <a:ext uri="{FF2B5EF4-FFF2-40B4-BE49-F238E27FC236}">
                      <a16:creationId xmlns:a16="http://schemas.microsoft.com/office/drawing/2014/main" id="{515BABEE-4868-BE50-152A-FDD871CCD96C}"/>
                    </a:ext>
                  </a:extLst>
                </p14:cNvPr>
                <p14:cNvContentPartPr/>
                <p14:nvPr/>
              </p14:nvContentPartPr>
              <p14:xfrm>
                <a:off x="7180922" y="2271348"/>
                <a:ext cx="16200" cy="38160"/>
              </p14:xfrm>
            </p:contentPart>
          </mc:Choice>
          <mc:Fallback xmlns="">
            <p:pic>
              <p:nvPicPr>
                <p:cNvPr id="223" name="インク 222">
                  <a:extLst>
                    <a:ext uri="{FF2B5EF4-FFF2-40B4-BE49-F238E27FC236}">
                      <a16:creationId xmlns:a16="http://schemas.microsoft.com/office/drawing/2014/main" id="{515BABEE-4868-BE50-152A-FDD871CCD96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72282" y="2262348"/>
                  <a:ext cx="33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24" name="インク 223">
                  <a:extLst>
                    <a:ext uri="{FF2B5EF4-FFF2-40B4-BE49-F238E27FC236}">
                      <a16:creationId xmlns:a16="http://schemas.microsoft.com/office/drawing/2014/main" id="{8B8B6FA7-C01A-6080-225A-7C62DAD6399F}"/>
                    </a:ext>
                  </a:extLst>
                </p14:cNvPr>
                <p14:cNvContentPartPr/>
                <p14:nvPr/>
              </p14:nvContentPartPr>
              <p14:xfrm>
                <a:off x="7248602" y="2249028"/>
                <a:ext cx="61920" cy="64080"/>
              </p14:xfrm>
            </p:contentPart>
          </mc:Choice>
          <mc:Fallback xmlns="">
            <p:pic>
              <p:nvPicPr>
                <p:cNvPr id="224" name="インク 223">
                  <a:extLst>
                    <a:ext uri="{FF2B5EF4-FFF2-40B4-BE49-F238E27FC236}">
                      <a16:creationId xmlns:a16="http://schemas.microsoft.com/office/drawing/2014/main" id="{8B8B6FA7-C01A-6080-225A-7C62DAD639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239602" y="2240028"/>
                  <a:ext cx="79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5" name="インク 224">
                  <a:extLst>
                    <a:ext uri="{FF2B5EF4-FFF2-40B4-BE49-F238E27FC236}">
                      <a16:creationId xmlns:a16="http://schemas.microsoft.com/office/drawing/2014/main" id="{62ED5DFE-0703-ED0A-67FC-26B94228480E}"/>
                    </a:ext>
                  </a:extLst>
                </p14:cNvPr>
                <p14:cNvContentPartPr/>
                <p14:nvPr/>
              </p14:nvContentPartPr>
              <p14:xfrm>
                <a:off x="7372082" y="2196468"/>
                <a:ext cx="31320" cy="153720"/>
              </p14:xfrm>
            </p:contentPart>
          </mc:Choice>
          <mc:Fallback xmlns="">
            <p:pic>
              <p:nvPicPr>
                <p:cNvPr id="225" name="インク 224">
                  <a:extLst>
                    <a:ext uri="{FF2B5EF4-FFF2-40B4-BE49-F238E27FC236}">
                      <a16:creationId xmlns:a16="http://schemas.microsoft.com/office/drawing/2014/main" id="{62ED5DFE-0703-ED0A-67FC-26B9422848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63082" y="2187468"/>
                  <a:ext cx="48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26" name="インク 225">
                  <a:extLst>
                    <a:ext uri="{FF2B5EF4-FFF2-40B4-BE49-F238E27FC236}">
                      <a16:creationId xmlns:a16="http://schemas.microsoft.com/office/drawing/2014/main" id="{0DED85E4-31AC-A4D7-D7CC-FC534BFE79DC}"/>
                    </a:ext>
                  </a:extLst>
                </p14:cNvPr>
                <p14:cNvContentPartPr/>
                <p14:nvPr/>
              </p14:nvContentPartPr>
              <p14:xfrm>
                <a:off x="7394402" y="2266308"/>
                <a:ext cx="65520" cy="21240"/>
              </p14:xfrm>
            </p:contentPart>
          </mc:Choice>
          <mc:Fallback xmlns="">
            <p:pic>
              <p:nvPicPr>
                <p:cNvPr id="226" name="インク 225">
                  <a:extLst>
                    <a:ext uri="{FF2B5EF4-FFF2-40B4-BE49-F238E27FC236}">
                      <a16:creationId xmlns:a16="http://schemas.microsoft.com/office/drawing/2014/main" id="{0DED85E4-31AC-A4D7-D7CC-FC534BFE79D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85402" y="2257668"/>
                  <a:ext cx="831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グループ化 229">
            <a:extLst>
              <a:ext uri="{FF2B5EF4-FFF2-40B4-BE49-F238E27FC236}">
                <a16:creationId xmlns:a16="http://schemas.microsoft.com/office/drawing/2014/main" id="{817BE058-6193-DF1F-CACE-B0135F31BDE2}"/>
              </a:ext>
            </a:extLst>
          </p:cNvPr>
          <p:cNvGrpSpPr/>
          <p:nvPr/>
        </p:nvGrpSpPr>
        <p:grpSpPr>
          <a:xfrm>
            <a:off x="2095770" y="3220284"/>
            <a:ext cx="968400" cy="754560"/>
            <a:chOff x="7672322" y="1920348"/>
            <a:chExt cx="968400" cy="75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CE9587D1-D50C-505C-1CB6-3F2BF9891314}"/>
                    </a:ext>
                  </a:extLst>
                </p14:cNvPr>
                <p14:cNvContentPartPr/>
                <p14:nvPr/>
              </p14:nvContentPartPr>
              <p14:xfrm>
                <a:off x="7672322" y="2043468"/>
                <a:ext cx="91440" cy="2484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CE9587D1-D50C-505C-1CB6-3F2BF98913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63322" y="2034828"/>
                  <a:ext cx="109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2" name="インク 151">
                  <a:extLst>
                    <a:ext uri="{FF2B5EF4-FFF2-40B4-BE49-F238E27FC236}">
                      <a16:creationId xmlns:a16="http://schemas.microsoft.com/office/drawing/2014/main" id="{19661FEC-8143-83C5-B5E7-137F6F28F1CF}"/>
                    </a:ext>
                  </a:extLst>
                </p14:cNvPr>
                <p14:cNvContentPartPr/>
                <p14:nvPr/>
              </p14:nvContentPartPr>
              <p14:xfrm>
                <a:off x="7719842" y="1995588"/>
                <a:ext cx="33840" cy="160560"/>
              </p14:xfrm>
            </p:contentPart>
          </mc:Choice>
          <mc:Fallback xmlns="">
            <p:pic>
              <p:nvPicPr>
                <p:cNvPr id="152" name="インク 151">
                  <a:extLst>
                    <a:ext uri="{FF2B5EF4-FFF2-40B4-BE49-F238E27FC236}">
                      <a16:creationId xmlns:a16="http://schemas.microsoft.com/office/drawing/2014/main" id="{19661FEC-8143-83C5-B5E7-137F6F28F1C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10842" y="1986588"/>
                  <a:ext cx="51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3" name="インク 152">
                  <a:extLst>
                    <a:ext uri="{FF2B5EF4-FFF2-40B4-BE49-F238E27FC236}">
                      <a16:creationId xmlns:a16="http://schemas.microsoft.com/office/drawing/2014/main" id="{2573DCE8-2208-348C-A2BC-61A11AA57881}"/>
                    </a:ext>
                  </a:extLst>
                </p14:cNvPr>
                <p14:cNvContentPartPr/>
                <p14:nvPr/>
              </p14:nvContentPartPr>
              <p14:xfrm>
                <a:off x="7675202" y="2086308"/>
                <a:ext cx="47520" cy="44280"/>
              </p14:xfrm>
            </p:contentPart>
          </mc:Choice>
          <mc:Fallback xmlns="">
            <p:pic>
              <p:nvPicPr>
                <p:cNvPr id="153" name="インク 152">
                  <a:extLst>
                    <a:ext uri="{FF2B5EF4-FFF2-40B4-BE49-F238E27FC236}">
                      <a16:creationId xmlns:a16="http://schemas.microsoft.com/office/drawing/2014/main" id="{2573DCE8-2208-348C-A2BC-61A11AA5788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66202" y="2077308"/>
                  <a:ext cx="65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4" name="インク 153">
                  <a:extLst>
                    <a:ext uri="{FF2B5EF4-FFF2-40B4-BE49-F238E27FC236}">
                      <a16:creationId xmlns:a16="http://schemas.microsoft.com/office/drawing/2014/main" id="{39252743-97ED-16C9-EC5E-986DF948B6F4}"/>
                    </a:ext>
                  </a:extLst>
                </p14:cNvPr>
                <p14:cNvContentPartPr/>
                <p14:nvPr/>
              </p14:nvContentPartPr>
              <p14:xfrm>
                <a:off x="7812002" y="2054628"/>
                <a:ext cx="86400" cy="75600"/>
              </p14:xfrm>
            </p:contentPart>
          </mc:Choice>
          <mc:Fallback xmlns="">
            <p:pic>
              <p:nvPicPr>
                <p:cNvPr id="154" name="インク 153">
                  <a:extLst>
                    <a:ext uri="{FF2B5EF4-FFF2-40B4-BE49-F238E27FC236}">
                      <a16:creationId xmlns:a16="http://schemas.microsoft.com/office/drawing/2014/main" id="{39252743-97ED-16C9-EC5E-986DF948B6F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03002" y="2045988"/>
                  <a:ext cx="1040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406FE896-2564-DFDB-2AB3-A023218D498C}"/>
                    </a:ext>
                  </a:extLst>
                </p14:cNvPr>
                <p14:cNvContentPartPr/>
                <p14:nvPr/>
              </p14:nvContentPartPr>
              <p14:xfrm>
                <a:off x="7900562" y="2047428"/>
                <a:ext cx="34200" cy="4572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406FE896-2564-DFDB-2AB3-A023218D498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91562" y="2038428"/>
                  <a:ext cx="518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56" name="インク 155">
                  <a:extLst>
                    <a:ext uri="{FF2B5EF4-FFF2-40B4-BE49-F238E27FC236}">
                      <a16:creationId xmlns:a16="http://schemas.microsoft.com/office/drawing/2014/main" id="{7175C289-5604-4116-44E2-19EAFC75A456}"/>
                    </a:ext>
                  </a:extLst>
                </p14:cNvPr>
                <p14:cNvContentPartPr/>
                <p14:nvPr/>
              </p14:nvContentPartPr>
              <p14:xfrm>
                <a:off x="7967522" y="2033028"/>
                <a:ext cx="105840" cy="87840"/>
              </p14:xfrm>
            </p:contentPart>
          </mc:Choice>
          <mc:Fallback xmlns="">
            <p:pic>
              <p:nvPicPr>
                <p:cNvPr id="156" name="インク 155">
                  <a:extLst>
                    <a:ext uri="{FF2B5EF4-FFF2-40B4-BE49-F238E27FC236}">
                      <a16:creationId xmlns:a16="http://schemas.microsoft.com/office/drawing/2014/main" id="{7175C289-5604-4116-44E2-19EAFC75A45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58522" y="2024028"/>
                  <a:ext cx="123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113DC26E-EF9C-631E-7C62-28C500E41441}"/>
                    </a:ext>
                  </a:extLst>
                </p14:cNvPr>
                <p14:cNvContentPartPr/>
                <p14:nvPr/>
              </p14:nvContentPartPr>
              <p14:xfrm>
                <a:off x="8119442" y="2020428"/>
                <a:ext cx="55080" cy="1548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113DC26E-EF9C-631E-7C62-28C500E4144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10442" y="2011428"/>
                  <a:ext cx="72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B10C2BD3-679D-C492-123F-13C001EE4412}"/>
                    </a:ext>
                  </a:extLst>
                </p14:cNvPr>
                <p14:cNvContentPartPr/>
                <p14:nvPr/>
              </p14:nvContentPartPr>
              <p14:xfrm>
                <a:off x="8208722" y="1957068"/>
                <a:ext cx="74160" cy="1224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B10C2BD3-679D-C492-123F-13C001EE441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199722" y="1948068"/>
                  <a:ext cx="91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9" name="インク 158">
                  <a:extLst>
                    <a:ext uri="{FF2B5EF4-FFF2-40B4-BE49-F238E27FC236}">
                      <a16:creationId xmlns:a16="http://schemas.microsoft.com/office/drawing/2014/main" id="{D6D6B586-F2DF-BB7C-E6DD-E2F459CF9D7D}"/>
                    </a:ext>
                  </a:extLst>
                </p14:cNvPr>
                <p14:cNvContentPartPr/>
                <p14:nvPr/>
              </p14:nvContentPartPr>
              <p14:xfrm>
                <a:off x="8217722" y="1991988"/>
                <a:ext cx="72360" cy="23400"/>
              </p14:xfrm>
            </p:contentPart>
          </mc:Choice>
          <mc:Fallback xmlns="">
            <p:pic>
              <p:nvPicPr>
                <p:cNvPr id="159" name="インク 158">
                  <a:extLst>
                    <a:ext uri="{FF2B5EF4-FFF2-40B4-BE49-F238E27FC236}">
                      <a16:creationId xmlns:a16="http://schemas.microsoft.com/office/drawing/2014/main" id="{D6D6B586-F2DF-BB7C-E6DD-E2F459CF9D7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08722" y="1983348"/>
                  <a:ext cx="90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60" name="インク 159">
                  <a:extLst>
                    <a:ext uri="{FF2B5EF4-FFF2-40B4-BE49-F238E27FC236}">
                      <a16:creationId xmlns:a16="http://schemas.microsoft.com/office/drawing/2014/main" id="{CC1560DD-3314-6DB5-82D1-52C6EC65F717}"/>
                    </a:ext>
                  </a:extLst>
                </p14:cNvPr>
                <p14:cNvContentPartPr/>
                <p14:nvPr/>
              </p14:nvContentPartPr>
              <p14:xfrm>
                <a:off x="8246882" y="2015388"/>
                <a:ext cx="25920" cy="71280"/>
              </p14:xfrm>
            </p:contentPart>
          </mc:Choice>
          <mc:Fallback xmlns="">
            <p:pic>
              <p:nvPicPr>
                <p:cNvPr id="160" name="インク 159">
                  <a:extLst>
                    <a:ext uri="{FF2B5EF4-FFF2-40B4-BE49-F238E27FC236}">
                      <a16:creationId xmlns:a16="http://schemas.microsoft.com/office/drawing/2014/main" id="{CC1560DD-3314-6DB5-82D1-52C6EC65F7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37882" y="2006748"/>
                  <a:ext cx="43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61" name="インク 160">
                  <a:extLst>
                    <a:ext uri="{FF2B5EF4-FFF2-40B4-BE49-F238E27FC236}">
                      <a16:creationId xmlns:a16="http://schemas.microsoft.com/office/drawing/2014/main" id="{35772CB8-C860-B4FA-7111-EE3CD5BA2EE4}"/>
                    </a:ext>
                  </a:extLst>
                </p14:cNvPr>
                <p14:cNvContentPartPr/>
                <p14:nvPr/>
              </p14:nvContentPartPr>
              <p14:xfrm>
                <a:off x="8303402" y="2005668"/>
                <a:ext cx="55440" cy="68040"/>
              </p14:xfrm>
            </p:contentPart>
          </mc:Choice>
          <mc:Fallback xmlns="">
            <p:pic>
              <p:nvPicPr>
                <p:cNvPr id="161" name="インク 160">
                  <a:extLst>
                    <a:ext uri="{FF2B5EF4-FFF2-40B4-BE49-F238E27FC236}">
                      <a16:creationId xmlns:a16="http://schemas.microsoft.com/office/drawing/2014/main" id="{35772CB8-C860-B4FA-7111-EE3CD5BA2EE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94762" y="1996668"/>
                  <a:ext cx="73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62" name="インク 161">
                  <a:extLst>
                    <a:ext uri="{FF2B5EF4-FFF2-40B4-BE49-F238E27FC236}">
                      <a16:creationId xmlns:a16="http://schemas.microsoft.com/office/drawing/2014/main" id="{CCC3EE9B-4EA7-8C8A-3F0D-C7D5BF776D8B}"/>
                    </a:ext>
                  </a:extLst>
                </p14:cNvPr>
                <p14:cNvContentPartPr/>
                <p14:nvPr/>
              </p14:nvContentPartPr>
              <p14:xfrm>
                <a:off x="8398082" y="1992348"/>
                <a:ext cx="23040" cy="7200"/>
              </p14:xfrm>
            </p:contentPart>
          </mc:Choice>
          <mc:Fallback xmlns="">
            <p:pic>
              <p:nvPicPr>
                <p:cNvPr id="162" name="インク 161">
                  <a:extLst>
                    <a:ext uri="{FF2B5EF4-FFF2-40B4-BE49-F238E27FC236}">
                      <a16:creationId xmlns:a16="http://schemas.microsoft.com/office/drawing/2014/main" id="{CCC3EE9B-4EA7-8C8A-3F0D-C7D5BF776D8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389442" y="1983708"/>
                  <a:ext cx="40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63" name="インク 162">
                  <a:extLst>
                    <a:ext uri="{FF2B5EF4-FFF2-40B4-BE49-F238E27FC236}">
                      <a16:creationId xmlns:a16="http://schemas.microsoft.com/office/drawing/2014/main" id="{6F01F317-0FE4-1ACA-0012-45D4D786F843}"/>
                    </a:ext>
                  </a:extLst>
                </p14:cNvPr>
                <p14:cNvContentPartPr/>
                <p14:nvPr/>
              </p14:nvContentPartPr>
              <p14:xfrm>
                <a:off x="8421122" y="2026188"/>
                <a:ext cx="39960" cy="16560"/>
              </p14:xfrm>
            </p:contentPart>
          </mc:Choice>
          <mc:Fallback xmlns="">
            <p:pic>
              <p:nvPicPr>
                <p:cNvPr id="163" name="インク 162">
                  <a:extLst>
                    <a:ext uri="{FF2B5EF4-FFF2-40B4-BE49-F238E27FC236}">
                      <a16:creationId xmlns:a16="http://schemas.microsoft.com/office/drawing/2014/main" id="{6F01F317-0FE4-1ACA-0012-45D4D786F84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12482" y="2017548"/>
                  <a:ext cx="57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64" name="インク 163">
                  <a:extLst>
                    <a:ext uri="{FF2B5EF4-FFF2-40B4-BE49-F238E27FC236}">
                      <a16:creationId xmlns:a16="http://schemas.microsoft.com/office/drawing/2014/main" id="{EDA4EB1C-E790-C70F-CA4B-8A1CF1A4A2F5}"/>
                    </a:ext>
                  </a:extLst>
                </p14:cNvPr>
                <p14:cNvContentPartPr/>
                <p14:nvPr/>
              </p14:nvContentPartPr>
              <p14:xfrm>
                <a:off x="8498162" y="1920348"/>
                <a:ext cx="59400" cy="180000"/>
              </p14:xfrm>
            </p:contentPart>
          </mc:Choice>
          <mc:Fallback xmlns="">
            <p:pic>
              <p:nvPicPr>
                <p:cNvPr id="164" name="インク 163">
                  <a:extLst>
                    <a:ext uri="{FF2B5EF4-FFF2-40B4-BE49-F238E27FC236}">
                      <a16:creationId xmlns:a16="http://schemas.microsoft.com/office/drawing/2014/main" id="{EDA4EB1C-E790-C70F-CA4B-8A1CF1A4A2F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89162" y="1911348"/>
                  <a:ext cx="77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65" name="インク 164">
                  <a:extLst>
                    <a:ext uri="{FF2B5EF4-FFF2-40B4-BE49-F238E27FC236}">
                      <a16:creationId xmlns:a16="http://schemas.microsoft.com/office/drawing/2014/main" id="{17F0137C-E53B-CE30-0989-19EC151AA942}"/>
                    </a:ext>
                  </a:extLst>
                </p14:cNvPr>
                <p14:cNvContentPartPr/>
                <p14:nvPr/>
              </p14:nvContentPartPr>
              <p14:xfrm>
                <a:off x="8587802" y="1928988"/>
                <a:ext cx="52920" cy="24840"/>
              </p14:xfrm>
            </p:contentPart>
          </mc:Choice>
          <mc:Fallback xmlns="">
            <p:pic>
              <p:nvPicPr>
                <p:cNvPr id="165" name="インク 164">
                  <a:extLst>
                    <a:ext uri="{FF2B5EF4-FFF2-40B4-BE49-F238E27FC236}">
                      <a16:creationId xmlns:a16="http://schemas.microsoft.com/office/drawing/2014/main" id="{17F0137C-E53B-CE30-0989-19EC151AA94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78802" y="1920348"/>
                  <a:ext cx="70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95" name="インク 194">
                  <a:extLst>
                    <a:ext uri="{FF2B5EF4-FFF2-40B4-BE49-F238E27FC236}">
                      <a16:creationId xmlns:a16="http://schemas.microsoft.com/office/drawing/2014/main" id="{EC5D9B27-BD2E-2231-1683-80C81B912C65}"/>
                    </a:ext>
                  </a:extLst>
                </p14:cNvPr>
                <p14:cNvContentPartPr/>
                <p14:nvPr/>
              </p14:nvContentPartPr>
              <p14:xfrm>
                <a:off x="7955282" y="2219868"/>
                <a:ext cx="57240" cy="23760"/>
              </p14:xfrm>
            </p:contentPart>
          </mc:Choice>
          <mc:Fallback xmlns="">
            <p:pic>
              <p:nvPicPr>
                <p:cNvPr id="195" name="インク 194">
                  <a:extLst>
                    <a:ext uri="{FF2B5EF4-FFF2-40B4-BE49-F238E27FC236}">
                      <a16:creationId xmlns:a16="http://schemas.microsoft.com/office/drawing/2014/main" id="{EC5D9B27-BD2E-2231-1683-80C81B912C6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946282" y="2211228"/>
                  <a:ext cx="74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96" name="インク 195">
                  <a:extLst>
                    <a:ext uri="{FF2B5EF4-FFF2-40B4-BE49-F238E27FC236}">
                      <a16:creationId xmlns:a16="http://schemas.microsoft.com/office/drawing/2014/main" id="{98358D52-1A54-CB74-7C52-C70111DEBB23}"/>
                    </a:ext>
                  </a:extLst>
                </p14:cNvPr>
                <p14:cNvContentPartPr/>
                <p14:nvPr/>
              </p14:nvContentPartPr>
              <p14:xfrm>
                <a:off x="7997402" y="2264508"/>
                <a:ext cx="25560" cy="7200"/>
              </p14:xfrm>
            </p:contentPart>
          </mc:Choice>
          <mc:Fallback xmlns="">
            <p:pic>
              <p:nvPicPr>
                <p:cNvPr id="196" name="インク 195">
                  <a:extLst>
                    <a:ext uri="{FF2B5EF4-FFF2-40B4-BE49-F238E27FC236}">
                      <a16:creationId xmlns:a16="http://schemas.microsoft.com/office/drawing/2014/main" id="{98358D52-1A54-CB74-7C52-C70111DEBB2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88762" y="2255868"/>
                  <a:ext cx="43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99" name="インク 198">
                  <a:extLst>
                    <a:ext uri="{FF2B5EF4-FFF2-40B4-BE49-F238E27FC236}">
                      <a16:creationId xmlns:a16="http://schemas.microsoft.com/office/drawing/2014/main" id="{348A0D95-49F9-F6E1-699E-E8DEC0C073AB}"/>
                    </a:ext>
                  </a:extLst>
                </p14:cNvPr>
                <p14:cNvContentPartPr/>
                <p14:nvPr/>
              </p14:nvContentPartPr>
              <p14:xfrm>
                <a:off x="8006762" y="2292588"/>
                <a:ext cx="52200" cy="42840"/>
              </p14:xfrm>
            </p:contentPart>
          </mc:Choice>
          <mc:Fallback xmlns="">
            <p:pic>
              <p:nvPicPr>
                <p:cNvPr id="199" name="インク 198">
                  <a:extLst>
                    <a:ext uri="{FF2B5EF4-FFF2-40B4-BE49-F238E27FC236}">
                      <a16:creationId xmlns:a16="http://schemas.microsoft.com/office/drawing/2014/main" id="{348A0D95-49F9-F6E1-699E-E8DEC0C073A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98122" y="2283588"/>
                  <a:ext cx="69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00" name="インク 199">
                  <a:extLst>
                    <a:ext uri="{FF2B5EF4-FFF2-40B4-BE49-F238E27FC236}">
                      <a16:creationId xmlns:a16="http://schemas.microsoft.com/office/drawing/2014/main" id="{E3E817D8-3E7D-F0F5-D9F5-CD4DB0F4CF09}"/>
                    </a:ext>
                  </a:extLst>
                </p14:cNvPr>
                <p14:cNvContentPartPr/>
                <p14:nvPr/>
              </p14:nvContentPartPr>
              <p14:xfrm>
                <a:off x="8109362" y="2193228"/>
                <a:ext cx="57600" cy="110160"/>
              </p14:xfrm>
            </p:contentPart>
          </mc:Choice>
          <mc:Fallback xmlns="">
            <p:pic>
              <p:nvPicPr>
                <p:cNvPr id="200" name="インク 199">
                  <a:extLst>
                    <a:ext uri="{FF2B5EF4-FFF2-40B4-BE49-F238E27FC236}">
                      <a16:creationId xmlns:a16="http://schemas.microsoft.com/office/drawing/2014/main" id="{E3E817D8-3E7D-F0F5-D9F5-CD4DB0F4CF0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00722" y="2184228"/>
                  <a:ext cx="75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01" name="インク 200">
                  <a:extLst>
                    <a:ext uri="{FF2B5EF4-FFF2-40B4-BE49-F238E27FC236}">
                      <a16:creationId xmlns:a16="http://schemas.microsoft.com/office/drawing/2014/main" id="{DFDEBC80-E406-6824-3E12-F30DA22D9D04}"/>
                    </a:ext>
                  </a:extLst>
                </p14:cNvPr>
                <p14:cNvContentPartPr/>
                <p14:nvPr/>
              </p14:nvContentPartPr>
              <p14:xfrm>
                <a:off x="8139602" y="2263068"/>
                <a:ext cx="52560" cy="26280"/>
              </p14:xfrm>
            </p:contentPart>
          </mc:Choice>
          <mc:Fallback xmlns="">
            <p:pic>
              <p:nvPicPr>
                <p:cNvPr id="201" name="インク 200">
                  <a:extLst>
                    <a:ext uri="{FF2B5EF4-FFF2-40B4-BE49-F238E27FC236}">
                      <a16:creationId xmlns:a16="http://schemas.microsoft.com/office/drawing/2014/main" id="{DFDEBC80-E406-6824-3E12-F30DA22D9D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30602" y="2254068"/>
                  <a:ext cx="70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02" name="インク 201">
                  <a:extLst>
                    <a:ext uri="{FF2B5EF4-FFF2-40B4-BE49-F238E27FC236}">
                      <a16:creationId xmlns:a16="http://schemas.microsoft.com/office/drawing/2014/main" id="{70660464-E0EF-21B5-6091-637E0F474C85}"/>
                    </a:ext>
                  </a:extLst>
                </p14:cNvPr>
                <p14:cNvContentPartPr/>
                <p14:nvPr/>
              </p14:nvContentPartPr>
              <p14:xfrm>
                <a:off x="8232482" y="2181708"/>
                <a:ext cx="57960" cy="9360"/>
              </p14:xfrm>
            </p:contentPart>
          </mc:Choice>
          <mc:Fallback xmlns="">
            <p:pic>
              <p:nvPicPr>
                <p:cNvPr id="202" name="インク 201">
                  <a:extLst>
                    <a:ext uri="{FF2B5EF4-FFF2-40B4-BE49-F238E27FC236}">
                      <a16:creationId xmlns:a16="http://schemas.microsoft.com/office/drawing/2014/main" id="{70660464-E0EF-21B5-6091-637E0F474C8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23842" y="2173068"/>
                  <a:ext cx="756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03" name="インク 202">
                  <a:extLst>
                    <a:ext uri="{FF2B5EF4-FFF2-40B4-BE49-F238E27FC236}">
                      <a16:creationId xmlns:a16="http://schemas.microsoft.com/office/drawing/2014/main" id="{05FDC5CE-656C-538C-ACA3-2B0DB26DBE24}"/>
                    </a:ext>
                  </a:extLst>
                </p14:cNvPr>
                <p14:cNvContentPartPr/>
                <p14:nvPr/>
              </p14:nvContentPartPr>
              <p14:xfrm>
                <a:off x="8230682" y="2205828"/>
                <a:ext cx="106560" cy="24480"/>
              </p14:xfrm>
            </p:contentPart>
          </mc:Choice>
          <mc:Fallback xmlns="">
            <p:pic>
              <p:nvPicPr>
                <p:cNvPr id="203" name="インク 202">
                  <a:extLst>
                    <a:ext uri="{FF2B5EF4-FFF2-40B4-BE49-F238E27FC236}">
                      <a16:creationId xmlns:a16="http://schemas.microsoft.com/office/drawing/2014/main" id="{05FDC5CE-656C-538C-ACA3-2B0DB26DBE2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222042" y="2196828"/>
                  <a:ext cx="124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04" name="インク 203">
                  <a:extLst>
                    <a:ext uri="{FF2B5EF4-FFF2-40B4-BE49-F238E27FC236}">
                      <a16:creationId xmlns:a16="http://schemas.microsoft.com/office/drawing/2014/main" id="{54813E9B-777F-01AE-9EAB-1B99B21D3AC3}"/>
                    </a:ext>
                  </a:extLst>
                </p14:cNvPr>
                <p14:cNvContentPartPr/>
                <p14:nvPr/>
              </p14:nvContentPartPr>
              <p14:xfrm>
                <a:off x="8298002" y="2220228"/>
                <a:ext cx="10080" cy="65880"/>
              </p14:xfrm>
            </p:contentPart>
          </mc:Choice>
          <mc:Fallback xmlns="">
            <p:pic>
              <p:nvPicPr>
                <p:cNvPr id="204" name="インク 203">
                  <a:extLst>
                    <a:ext uri="{FF2B5EF4-FFF2-40B4-BE49-F238E27FC236}">
                      <a16:creationId xmlns:a16="http://schemas.microsoft.com/office/drawing/2014/main" id="{54813E9B-777F-01AE-9EAB-1B99B21D3AC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89002" y="2211228"/>
                  <a:ext cx="27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05" name="インク 204">
                  <a:extLst>
                    <a:ext uri="{FF2B5EF4-FFF2-40B4-BE49-F238E27FC236}">
                      <a16:creationId xmlns:a16="http://schemas.microsoft.com/office/drawing/2014/main" id="{239EC810-EFC7-27D2-EFA9-09461EAFFB52}"/>
                    </a:ext>
                  </a:extLst>
                </p14:cNvPr>
                <p14:cNvContentPartPr/>
                <p14:nvPr/>
              </p14:nvContentPartPr>
              <p14:xfrm>
                <a:off x="8363162" y="2173428"/>
                <a:ext cx="102960" cy="109440"/>
              </p14:xfrm>
            </p:contentPart>
          </mc:Choice>
          <mc:Fallback xmlns="">
            <p:pic>
              <p:nvPicPr>
                <p:cNvPr id="205" name="インク 204">
                  <a:extLst>
                    <a:ext uri="{FF2B5EF4-FFF2-40B4-BE49-F238E27FC236}">
                      <a16:creationId xmlns:a16="http://schemas.microsoft.com/office/drawing/2014/main" id="{239EC810-EFC7-27D2-EFA9-09461EAFFB5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54522" y="2164428"/>
                  <a:ext cx="120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28" name="インク 227">
                  <a:extLst>
                    <a:ext uri="{FF2B5EF4-FFF2-40B4-BE49-F238E27FC236}">
                      <a16:creationId xmlns:a16="http://schemas.microsoft.com/office/drawing/2014/main" id="{A150C542-08B0-6973-4CA8-29E1C009B4AA}"/>
                    </a:ext>
                  </a:extLst>
                </p14:cNvPr>
                <p14:cNvContentPartPr/>
                <p14:nvPr/>
              </p14:nvContentPartPr>
              <p14:xfrm>
                <a:off x="8126282" y="2334708"/>
                <a:ext cx="504000" cy="340200"/>
              </p14:xfrm>
            </p:contentPart>
          </mc:Choice>
          <mc:Fallback xmlns="">
            <p:pic>
              <p:nvPicPr>
                <p:cNvPr id="228" name="インク 227">
                  <a:extLst>
                    <a:ext uri="{FF2B5EF4-FFF2-40B4-BE49-F238E27FC236}">
                      <a16:creationId xmlns:a16="http://schemas.microsoft.com/office/drawing/2014/main" id="{A150C542-08B0-6973-4CA8-29E1C009B4A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117642" y="2325708"/>
                  <a:ext cx="521640" cy="35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29" name="インク 228">
                <a:extLst>
                  <a:ext uri="{FF2B5EF4-FFF2-40B4-BE49-F238E27FC236}">
                    <a16:creationId xmlns:a16="http://schemas.microsoft.com/office/drawing/2014/main" id="{33061A2F-64FC-F386-8388-1E597C395259}"/>
                  </a:ext>
                </a:extLst>
              </p14:cNvPr>
              <p14:cNvContentPartPr/>
              <p14:nvPr/>
            </p14:nvContentPartPr>
            <p14:xfrm>
              <a:off x="4369890" y="3580284"/>
              <a:ext cx="622440" cy="379080"/>
            </p14:xfrm>
          </p:contentPart>
        </mc:Choice>
        <mc:Fallback>
          <p:pic>
            <p:nvPicPr>
              <p:cNvPr id="229" name="インク 228">
                <a:extLst>
                  <a:ext uri="{FF2B5EF4-FFF2-40B4-BE49-F238E27FC236}">
                    <a16:creationId xmlns:a16="http://schemas.microsoft.com/office/drawing/2014/main" id="{33061A2F-64FC-F386-8388-1E597C39525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360890" y="3571293"/>
                <a:ext cx="640080" cy="3967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778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</Words>
  <Application>Microsoft Macintosh PowerPoint</Application>
  <PresentationFormat>ワイド画面</PresentationFormat>
  <Paragraphs>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西谷　滋人</dc:creator>
  <cp:lastModifiedBy>西谷　滋人</cp:lastModifiedBy>
  <cp:revision>5</cp:revision>
  <dcterms:created xsi:type="dcterms:W3CDTF">2025-04-11T05:15:24Z</dcterms:created>
  <dcterms:modified xsi:type="dcterms:W3CDTF">2025-04-14T08:34:05Z</dcterms:modified>
</cp:coreProperties>
</file>