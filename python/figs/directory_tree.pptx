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1pPr>
    <a:lvl2pPr marL="0" marR="0" indent="457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2pPr>
    <a:lvl3pPr marL="0" marR="0" indent="914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3pPr>
    <a:lvl4pPr marL="0" marR="0" indent="1371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4pPr>
    <a:lvl5pPr marL="0" marR="0" indent="18288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5pPr>
    <a:lvl6pPr marL="0" marR="0" indent="22860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6pPr>
    <a:lvl7pPr marL="0" marR="0" indent="2743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7pPr>
    <a:lvl8pPr marL="0" marR="0" indent="3200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8pPr>
    <a:lvl9pPr marL="0" marR="0" indent="3657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ヒラギノ角ゴ ProN W3"/>
        <a:ea typeface="ヒラギノ角ゴ ProN W3"/>
        <a:cs typeface="ヒラギノ角ゴ ProN W3"/>
        <a:sym typeface="ヒラギノ角ゴ ProN W3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ヒラギノ角ゴ ProN W3"/>
          <a:ea typeface="ヒラギノ角ゴ ProN W3"/>
          <a:cs typeface="ヒラギノ角ゴ ProN W3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6" d="100"/>
          <a:sy n="56" d="100"/>
        </p:scale>
        <p:origin x="873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1pPr>
    <a:lvl2pPr indent="2286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2pPr>
    <a:lvl3pPr indent="4572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3pPr>
    <a:lvl4pPr indent="6858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4pPr>
    <a:lvl5pPr indent="9144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5pPr>
    <a:lvl6pPr indent="11430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6pPr>
    <a:lvl7pPr indent="13716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7pPr>
    <a:lvl8pPr indent="16002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8pPr>
    <a:lvl9pPr indent="1828800" defTabSz="457200" latinLnBrk="0">
      <a:lnSpc>
        <a:spcPct val="117999"/>
      </a:lnSpc>
      <a:defRPr sz="2200">
        <a:latin typeface="ヒラギノ角ゴ ProN W3"/>
        <a:ea typeface="ヒラギノ角ゴ ProN W3"/>
        <a:cs typeface="ヒラギノ角ゴ ProN W3"/>
        <a:sym typeface="ヒラギノ角ゴ ProN W3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作者と日付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8657488"/>
            <a:ext cx="11607801" cy="461060"/>
          </a:xfrm>
          <a:prstGeom prst="rect">
            <a:avLst/>
          </a:prstGeom>
        </p:spPr>
        <p:txBody>
          <a:bodyPr anchor="b"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24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作者と日付</a:t>
            </a:r>
          </a:p>
        </p:txBody>
      </p:sp>
      <p:sp>
        <p:nvSpPr>
          <p:cNvPr id="12" name="プレゼンテーション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1854200"/>
            <a:ext cx="11609057" cy="3302000"/>
          </a:xfrm>
          <a:prstGeom prst="rect">
            <a:avLst/>
          </a:prstGeom>
        </p:spPr>
        <p:txBody>
          <a:bodyPr anchor="b"/>
          <a:lstStyle>
            <a:lvl1pPr>
              <a:defRPr sz="8200" spc="-164"/>
            </a:lvl1pPr>
          </a:lstStyle>
          <a:p>
            <a:r>
              <a:t>プレゼンテーションのタイトル</a:t>
            </a:r>
          </a:p>
        </p:txBody>
      </p:sp>
      <p:sp>
        <p:nvSpPr>
          <p:cNvPr id="13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105400"/>
            <a:ext cx="11607800" cy="145639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5pPr>
          </a:lstStyle>
          <a:p>
            <a:r>
              <a:t>プレゼンテーションのサブタイトル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6336779" y="9234627"/>
            <a:ext cx="331242" cy="27305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&amp;画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アボカドとライム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プレゼンテーション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spc="-164"/>
            </a:lvl1pPr>
          </a:lstStyle>
          <a:p>
            <a:r>
              <a:t>プレゼンテーションのタイトル</a:t>
            </a:r>
          </a:p>
        </p:txBody>
      </p:sp>
      <p:sp>
        <p:nvSpPr>
          <p:cNvPr id="23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5pPr>
          </a:lstStyle>
          <a:p>
            <a:r>
              <a:t>プレゼンテーションのサブタイトル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作者と日付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24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作者と日付</a:t>
            </a:r>
          </a:p>
        </p:txBody>
      </p:sp>
      <p:sp>
        <p:nvSpPr>
          <p:cNvPr id="25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6333324" y="9234627"/>
            <a:ext cx="331243" cy="27305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&amp;画像（代替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サーモンケーキ、サラダ、フムスが入ったボウル 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5pPr>
          </a:lstStyle>
          <a:p>
            <a:r>
              <a:t>スライドのサブタイトル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4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t>スライドのタイトル</a:t>
            </a:r>
          </a:p>
        </p:txBody>
      </p:sp>
      <p:sp>
        <p:nvSpPr>
          <p:cNvPr id="3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&amp;箇条書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本文レベル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3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44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4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箇条書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本文レベル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589358"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、箇条書き、画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パセリバター、煎りヘーゼルナッツ、削ったパルメザンチーズがかかったパッパルデッレパスタ1皿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62" name="スライドのサブタイトル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57671">
              <a:lnSpc>
                <a:spcPct val="100000"/>
              </a:lnSpc>
              <a:spcBef>
                <a:spcPts val="0"/>
              </a:spcBef>
              <a:buSzTx/>
              <a:buNone/>
              <a:defRPr sz="3609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63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、箇条書き、ライブビデオ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72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57671">
              <a:lnSpc>
                <a:spcPct val="100000"/>
              </a:lnSpc>
              <a:spcBef>
                <a:spcPts val="0"/>
              </a:spcBef>
              <a:buSzTx/>
              <a:buNone/>
              <a:defRPr sz="3609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73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、箇条書き、ライブビデオ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82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57671">
              <a:lnSpc>
                <a:spcPct val="100000"/>
              </a:lnSpc>
              <a:spcBef>
                <a:spcPts val="0"/>
              </a:spcBef>
              <a:buSzTx/>
              <a:buNone/>
              <a:defRPr sz="3609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83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セクション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spc="-164"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r>
              <a:t>セクションタイトル</a:t>
            </a:r>
          </a:p>
        </p:txBody>
      </p:sp>
      <p:sp>
        <p:nvSpPr>
          <p:cNvPr id="92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100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101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議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議題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t>議題のタイトル</a:t>
            </a:r>
          </a:p>
        </p:txBody>
      </p:sp>
      <p:sp>
        <p:nvSpPr>
          <p:cNvPr id="109" name="議題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議題のサブタイトル</a:t>
            </a:r>
          </a:p>
        </p:txBody>
      </p:sp>
      <p:sp>
        <p:nvSpPr>
          <p:cNvPr id="110" name="本文レベル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SzTx/>
              <a:buNone/>
              <a:defRPr sz="3800" spc="-38"/>
            </a:lvl1pPr>
            <a:lvl2pPr marL="0" indent="457200">
              <a:spcBef>
                <a:spcPts val="1300"/>
              </a:spcBef>
              <a:buSzTx/>
              <a:buNone/>
              <a:defRPr sz="3800" spc="-38"/>
            </a:lvl2pPr>
            <a:lvl3pPr marL="0" indent="914400">
              <a:spcBef>
                <a:spcPts val="1300"/>
              </a:spcBef>
              <a:buSzTx/>
              <a:buNone/>
              <a:defRPr sz="3800" spc="-38"/>
            </a:lvl3pPr>
            <a:lvl4pPr marL="0" indent="1371600">
              <a:spcBef>
                <a:spcPts val="1300"/>
              </a:spcBef>
              <a:buSzTx/>
              <a:buNone/>
              <a:defRPr sz="3800" spc="-38"/>
            </a:lvl4pPr>
            <a:lvl5pPr marL="0" indent="1828800">
              <a:spcBef>
                <a:spcPts val="1300"/>
              </a:spcBef>
              <a:buSzTx/>
              <a:buNone/>
              <a:defRPr sz="3800" spc="-38"/>
            </a:lvl5pPr>
          </a:lstStyle>
          <a:p>
            <a:r>
              <a:t>議題のトピック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ステートメン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/>
            </a:lvl5pPr>
          </a:lstStyle>
          <a:p>
            <a:r>
              <a:t>ステートメント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ビッグファク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ファクト情報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ファクト情報</a:t>
            </a:r>
          </a:p>
        </p:txBody>
      </p:sp>
      <p:sp>
        <p:nvSpPr>
          <p:cNvPr id="127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7600" spc="-176">
                <a:latin typeface="+mn-lt"/>
                <a:ea typeface="+mn-ea"/>
                <a:cs typeface="+mn-cs"/>
                <a:sym typeface="ヒラギノ角ゴ ProN W6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7600" spc="-176">
                <a:latin typeface="+mn-lt"/>
                <a:ea typeface="+mn-ea"/>
                <a:cs typeface="+mn-cs"/>
                <a:sym typeface="ヒラギノ角ゴ ProN W6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7600" spc="-176">
                <a:latin typeface="+mn-lt"/>
                <a:ea typeface="+mn-ea"/>
                <a:cs typeface="+mn-cs"/>
                <a:sym typeface="ヒラギノ角ゴ ProN W6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7600" spc="-176">
                <a:latin typeface="+mn-lt"/>
                <a:ea typeface="+mn-ea"/>
                <a:cs typeface="+mn-cs"/>
                <a:sym typeface="ヒラギノ角ゴ ProN W6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spc="-176">
                <a:latin typeface="+mn-lt"/>
                <a:ea typeface="+mn-ea"/>
                <a:cs typeface="+mn-cs"/>
                <a:sym typeface="ヒラギノ角ゴ ProN W6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8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引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SzTx/>
              <a:buNone/>
              <a:defRPr sz="6000" spc="-119"/>
            </a:lvl1pPr>
            <a:lvl2pPr marL="457200" indent="114300">
              <a:spcBef>
                <a:spcPts val="0"/>
              </a:spcBef>
              <a:buSzTx/>
              <a:buNone/>
              <a:defRPr sz="6000" spc="-119"/>
            </a:lvl2pPr>
            <a:lvl3pPr marL="457200" indent="571500">
              <a:spcBef>
                <a:spcPts val="0"/>
              </a:spcBef>
              <a:buSzTx/>
              <a:buNone/>
              <a:defRPr sz="6000" spc="-119"/>
            </a:lvl3pPr>
            <a:lvl4pPr marL="457200" indent="1028700">
              <a:spcBef>
                <a:spcPts val="0"/>
              </a:spcBef>
              <a:buSzTx/>
              <a:buNone/>
              <a:defRPr sz="6000" spc="-119"/>
            </a:lvl4pPr>
            <a:lvl5pPr marL="457200" indent="1485900">
              <a:spcBef>
                <a:spcPts val="0"/>
              </a:spcBef>
              <a:buSzTx/>
              <a:buNone/>
              <a:defRPr sz="6000" spc="-119"/>
            </a:lvl5pPr>
          </a:lstStyle>
          <a:p>
            <a:r>
              <a:t>“重要な引用”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6" name="属性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2400">
                <a:latin typeface="+mn-lt"/>
                <a:ea typeface="+mn-ea"/>
                <a:cs typeface="+mn-cs"/>
                <a:sym typeface="ヒラギノ角ゴ ProN W6"/>
              </a:defRPr>
            </a:lvl1pPr>
          </a:lstStyle>
          <a:p>
            <a:r>
              <a:t>属性</a:t>
            </a:r>
          </a:p>
        </p:txBody>
      </p:sp>
      <p:sp>
        <p:nvSpPr>
          <p:cNvPr id="137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画像（3点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パセリバター、煎りヘーゼルナッツ、削ったパルメザンチーズがかかったパッパルデッレパスタ1皿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炒飯、ゆで卵、箸が添えられたボウル1杯のサラダ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サーモンケーキ、サラダ、フムスが入ったボウル"/>
          <p:cNvSpPr>
            <a:spLocks noGrp="1"/>
          </p:cNvSpPr>
          <p:nvPr>
            <p:ph type="pic" idx="23"/>
          </p:nvPr>
        </p:nvSpPr>
        <p:spPr>
          <a:xfrm>
            <a:off x="4984750" y="27494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写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炒飯、ゆで卵、箸が添えられたボウル1杯のサラダ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6336779" y="9234627"/>
            <a:ext cx="331242" cy="27305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698500" y="440266"/>
            <a:ext cx="1160780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スライドのタイトル</a:t>
            </a:r>
          </a:p>
        </p:txBody>
      </p:sp>
      <p:sp>
        <p:nvSpPr>
          <p:cNvPr id="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6333392" y="9234627"/>
            <a:ext cx="331243" cy="27305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3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ヒラギノ角ゴ ProN W6"/>
        </a:defRPr>
      </a:lvl9pPr>
    </p:titleStyle>
    <p:bodyStyle>
      <a:lvl1pPr marL="381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1pPr>
      <a:lvl2pPr marL="762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2pPr>
      <a:lvl3pPr marL="1143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3pPr>
      <a:lvl4pPr marL="1524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4pPr>
      <a:lvl5pPr marL="1905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ヒラギノ角ゴ ProN W3"/>
          <a:ea typeface="ヒラギノ角ゴ ProN W3"/>
          <a:cs typeface="ヒラギノ角ゴ ProN W3"/>
          <a:sym typeface="ヒラギノ角ゴ ProN W3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ヒラギノ角ゴ ProN W3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0640D1D-3958-1495-9E1A-ED8FE1346A6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DB1726B-78FB-4186-A7FE-74A043D3A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B94320-F207-9362-891A-9EC80A86CBB6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28126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3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F49FDDE4-D106-DB52-3B7B-2B09D15470D6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" r="3122"/>
          <a:stretch>
            <a:fillRect/>
          </a:stretch>
        </p:blipFill>
        <p:spPr>
          <a:xfrm>
            <a:off x="956589" y="2936403"/>
            <a:ext cx="6374780" cy="5099543"/>
          </a:xfr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F11A0D-9BAA-96ED-FF5C-C79840E34B4F}"/>
              </a:ext>
            </a:extLst>
          </p:cNvPr>
          <p:cNvSpPr txBox="1"/>
          <p:nvPr/>
        </p:nvSpPr>
        <p:spPr>
          <a:xfrm>
            <a:off x="1657939" y="418503"/>
            <a:ext cx="11346861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ja-JP" altLang="en-US" dirty="0"/>
              <a:t>/usr/bin/python3 </a:t>
            </a:r>
            <a:r>
              <a:rPr lang="en-US" altLang="ja-JP" dirty="0"/>
              <a:t>/home/bob/comp_a_25s/python/d1_hello.py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ja-JP" dirty="0"/>
              <a:t>Python3 d1_hello.py</a:t>
            </a:r>
            <a:r>
              <a:rPr lang="ja-JP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89467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ヒラギノ角ゴ ProN W6"/>
        <a:ea typeface="ヒラギノ角ゴ ProN W6"/>
        <a:cs typeface="ヒラギノ角ゴ ProN W6"/>
      </a:majorFont>
      <a:minorFont>
        <a:latin typeface="ヒラギノ角ゴ ProN W6"/>
        <a:ea typeface="ヒラギノ角ゴ ProN W6"/>
        <a:cs typeface="ヒラギノ角ゴ ProN W6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ヒラギノ角ゴ ProN W3"/>
            <a:ea typeface="ヒラギノ角ゴ ProN W3"/>
            <a:cs typeface="ヒラギノ角ゴ ProN W3"/>
            <a:sym typeface="ヒラギノ角ゴ ProN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ヒラギノ角ゴ ProN W3"/>
            <a:ea typeface="ヒラギノ角ゴ ProN W3"/>
            <a:cs typeface="ヒラギノ角ゴ ProN W3"/>
            <a:sym typeface="ヒラギノ角ゴ ProN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ヒラギノ角ゴ ProN W6"/>
        <a:ea typeface="ヒラギノ角ゴ ProN W6"/>
        <a:cs typeface="ヒラギノ角ゴ ProN W6"/>
      </a:majorFont>
      <a:minorFont>
        <a:latin typeface="ヒラギノ角ゴ ProN W6"/>
        <a:ea typeface="ヒラギノ角ゴ ProN W6"/>
        <a:cs typeface="ヒラギノ角ゴ ProN W6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ヒラギノ角ゴ ProN W3"/>
            <a:ea typeface="ヒラギノ角ゴ ProN W3"/>
            <a:cs typeface="ヒラギノ角ゴ ProN W3"/>
            <a:sym typeface="ヒラギノ角ゴ ProN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ヒラギノ角ゴ ProN W3"/>
            <a:ea typeface="ヒラギノ角ゴ ProN W3"/>
            <a:cs typeface="ヒラギノ角ゴ ProN W3"/>
            <a:sym typeface="ヒラギノ角ゴ ProN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ユーザー設定</PresentationFormat>
  <Paragraphs>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ヒラギノ角ゴ ProN W3</vt:lpstr>
      <vt:lpstr>ヒラギノ角ゴ ProN W6</vt:lpstr>
      <vt:lpstr>Wingdings</vt:lpstr>
      <vt:lpstr>21_BasicWhite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西谷　滋人</cp:lastModifiedBy>
  <cp:revision>1</cp:revision>
  <dcterms:modified xsi:type="dcterms:W3CDTF">2025-06-08T10:27:19Z</dcterms:modified>
</cp:coreProperties>
</file>