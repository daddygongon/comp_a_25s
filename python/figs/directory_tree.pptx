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kumimoji="0" sz="3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54"/>
  </p:normalViewPr>
  <p:slideViewPr>
    <p:cSldViewPr snapToGrid="0">
      <p:cViewPr varScale="1">
        <p:scale>
          <a:sx n="66" d="100"/>
          <a:sy n="66" d="100"/>
        </p:scale>
        <p:origin x="133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>
            <a:spLocks noGrp="1"/>
          </p:cNvSpPr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プレゼンテーション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r>
              <a:t>プレゼンテーションのタイトル</a:t>
            </a:r>
          </a:p>
        </p:txBody>
      </p:sp>
      <p:sp>
        <p:nvSpPr>
          <p:cNvPr id="23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プレゼンテーションのサブタイトル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作者と日付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作者と日付</a:t>
            </a:r>
          </a:p>
        </p:txBody>
      </p:sp>
      <p:sp>
        <p:nvSpPr>
          <p:cNvPr id="2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33324" y="9234627"/>
            <a:ext cx="331243" cy="2730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 "/>
          <p:cNvSpPr>
            <a:spLocks noGrp="1"/>
          </p:cNvSpPr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本文レベル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スライドのサブタイトル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r>
              <a:t>スライドのタイトル</a:t>
            </a:r>
          </a:p>
        </p:txBody>
      </p:sp>
      <p:sp>
        <p:nvSpPr>
          <p:cNvPr id="3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44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4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パセリバター、煎りヘーゼルナッツ、削ったパルメザンチーズがかかったパッパルデッレパスタ1皿"/>
          <p:cNvSpPr>
            <a:spLocks noGrp="1"/>
          </p:cNvSpPr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62" name="スライドのサブタイトル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57671">
              <a:lnSpc>
                <a:spcPct val="100000"/>
              </a:lnSpc>
              <a:spcBef>
                <a:spcPts val="0"/>
              </a:spcBef>
              <a:buSzTx/>
              <a:buNone/>
              <a:defRPr sz="3609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63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ライブビデオ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72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57671">
              <a:lnSpc>
                <a:spcPct val="100000"/>
              </a:lnSpc>
              <a:spcBef>
                <a:spcPts val="0"/>
              </a:spcBef>
              <a:buSzTx/>
              <a:buNone/>
              <a:defRPr sz="3609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73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ライブビデオ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82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57671">
              <a:lnSpc>
                <a:spcPct val="100000"/>
              </a:lnSpc>
              <a:spcBef>
                <a:spcPts val="0"/>
              </a:spcBef>
              <a:buSzTx/>
              <a:buNone/>
              <a:defRPr sz="3609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83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セクション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sz="8200" spc="-164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r>
              <a:t>セクションタイトル</a:t>
            </a:r>
          </a:p>
        </p:txBody>
      </p:sp>
      <p:sp>
        <p:nvSpPr>
          <p:cNvPr id="92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スライドのタイトル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スライドのタイトル</a:t>
            </a:r>
          </a:p>
        </p:txBody>
      </p:sp>
      <p:sp>
        <p:nvSpPr>
          <p:cNvPr id="100" name="スライド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スライドのサブタイトル</a:t>
            </a:r>
          </a:p>
        </p:txBody>
      </p:sp>
      <p:sp>
        <p:nvSpPr>
          <p:cNvPr id="10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議題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r>
              <a:t>議題のタイトル</a:t>
            </a:r>
          </a:p>
        </p:txBody>
      </p:sp>
      <p:sp>
        <p:nvSpPr>
          <p:cNvPr id="109" name="議題のサブタイトル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議題のサブタイトル</a:t>
            </a:r>
          </a:p>
        </p:txBody>
      </p:sp>
      <p:sp>
        <p:nvSpPr>
          <p:cNvPr id="110" name="本文レベル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z="3800" spc="-38"/>
            </a:lvl1pPr>
            <a:lvl2pPr marL="0" indent="457200">
              <a:spcBef>
                <a:spcPts val="1300"/>
              </a:spcBef>
              <a:buSzTx/>
              <a:buNone/>
              <a:defRPr sz="3800" spc="-38"/>
            </a:lvl2pPr>
            <a:lvl3pPr marL="0" indent="914400">
              <a:spcBef>
                <a:spcPts val="1300"/>
              </a:spcBef>
              <a:buSzTx/>
              <a:buNone/>
              <a:defRPr sz="3800" spc="-38"/>
            </a:lvl3pPr>
            <a:lvl4pPr marL="0" indent="1371600">
              <a:spcBef>
                <a:spcPts val="1300"/>
              </a:spcBef>
              <a:buSzTx/>
              <a:buNone/>
              <a:defRPr sz="3800" spc="-38"/>
            </a:lvl4pPr>
            <a:lvl5pPr marL="0" indent="1828800">
              <a:spcBef>
                <a:spcPts val="1300"/>
              </a:spcBef>
              <a:buSzTx/>
              <a:buNone/>
              <a:defRPr sz="3800" spc="-38"/>
            </a:lvl5pPr>
          </a:lstStyle>
          <a:p>
            <a:r>
              <a:t>議題のトピック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/>
            </a:lvl5pPr>
          </a:lstStyle>
          <a:p>
            <a:r>
              <a:t>ステートメント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ファクト情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ファクト情報</a:t>
            </a:r>
          </a:p>
        </p:txBody>
      </p:sp>
      <p:sp>
        <p:nvSpPr>
          <p:cNvPr id="127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7600" spc="-176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7600" spc="-176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7600" spc="-176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7600" spc="-176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7600" spc="-176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本文レベル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z="6000" spc="-119"/>
            </a:lvl1pPr>
            <a:lvl2pPr marL="457200" indent="114300">
              <a:spcBef>
                <a:spcPts val="0"/>
              </a:spcBef>
              <a:buSzTx/>
              <a:buNone/>
              <a:defRPr sz="6000" spc="-119"/>
            </a:lvl2pPr>
            <a:lvl3pPr marL="457200" indent="571500">
              <a:spcBef>
                <a:spcPts val="0"/>
              </a:spcBef>
              <a:buSzTx/>
              <a:buNone/>
              <a:defRPr sz="6000" spc="-119"/>
            </a:lvl3pPr>
            <a:lvl4pPr marL="457200" indent="1028700">
              <a:spcBef>
                <a:spcPts val="0"/>
              </a:spcBef>
              <a:buSzTx/>
              <a:buNone/>
              <a:defRPr sz="6000" spc="-119"/>
            </a:lvl4pPr>
            <a:lvl5pPr marL="457200" indent="1485900">
              <a:spcBef>
                <a:spcPts val="0"/>
              </a:spcBef>
              <a:buSzTx/>
              <a:buNone/>
              <a:defRPr sz="6000" spc="-119"/>
            </a:lvl5pPr>
          </a:lstStyle>
          <a:p>
            <a:r>
              <a:t>“重要な引用”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24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r>
              <a:t>属性</a:t>
            </a:r>
          </a:p>
        </p:txBody>
      </p:sp>
      <p:sp>
        <p:nvSpPr>
          <p:cNvPr id="13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パセリバター、煎りヘーゼルナッツ、削ったパルメザンチーズがかかったパッパルデッレパスタ1皿"/>
          <p:cNvSpPr>
            <a:spLocks noGrp="1"/>
          </p:cNvSpPr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炒飯、ゆで卵、箸が添えられたボウル1杯のサラダ"/>
          <p:cNvSpPr>
            <a:spLocks noGrp="1"/>
          </p:cNvSpPr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サーモンケーキ、サラダ、フムスが入ったボウル"/>
          <p:cNvSpPr>
            <a:spLocks noGrp="1"/>
          </p:cNvSpPr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炒飯、ゆで卵、箸が添えられたボウル1杯のサラダ"/>
          <p:cNvSpPr>
            <a:spLocks noGrp="1"/>
          </p:cNvSpPr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36779" y="9234627"/>
            <a:ext cx="331242" cy="2730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本文レベル1…"/>
          <p:cNvSpPr txBox="1">
            <a:spLocks noGrp="1"/>
          </p:cNvSpPr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スライドの箇条書きテキスト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スライドのタイトル"/>
          <p:cNvSpPr txBox="1">
            <a:spLocks noGrp="1"/>
          </p:cNvSpPr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スライドのタイトル</a:t>
            </a:r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33392" y="9234627"/>
            <a:ext cx="331243" cy="2730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 spd="med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19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3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F49FDDE4-D106-DB52-3B7B-2B09D15470D6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2" r="3122"/>
          <a:stretch>
            <a:fillRect/>
          </a:stretch>
        </p:blipFill>
        <p:spPr>
          <a:xfrm>
            <a:off x="956589" y="2936403"/>
            <a:ext cx="6374780" cy="5099543"/>
          </a:xfr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CF11A0D-9BAA-96ED-FF5C-C79840E34B4F}"/>
              </a:ext>
            </a:extLst>
          </p:cNvPr>
          <p:cNvSpPr txBox="1"/>
          <p:nvPr/>
        </p:nvSpPr>
        <p:spPr>
          <a:xfrm>
            <a:off x="1657939" y="418503"/>
            <a:ext cx="11346861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ja-JP" altLang="en-US" dirty="0"/>
              <a:t>/usr/bin/python3 </a:t>
            </a:r>
            <a:r>
              <a:rPr lang="en-US" altLang="ja-JP" dirty="0"/>
              <a:t>/home/bob/comp_a_25s/python/d1_hello.py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ja-JP" dirty="0"/>
              <a:t>Python3 d1_hello.py</a:t>
            </a:r>
            <a:r>
              <a:rPr lang="ja-JP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8946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30</Words>
  <Application>Microsoft Macintosh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ヒラギノ角ゴ ProN W3</vt:lpstr>
      <vt:lpstr>ヒラギノ角ゴ ProN W6</vt:lpstr>
      <vt:lpstr>Wingdings</vt:lpstr>
      <vt:lpstr>21_BasicWhite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西谷　滋人</cp:lastModifiedBy>
  <cp:revision>2</cp:revision>
  <cp:lastPrinted>2025-06-11T03:00:34Z</cp:lastPrinted>
  <dcterms:modified xsi:type="dcterms:W3CDTF">2025-06-11T05:02:53Z</dcterms:modified>
</cp:coreProperties>
</file>